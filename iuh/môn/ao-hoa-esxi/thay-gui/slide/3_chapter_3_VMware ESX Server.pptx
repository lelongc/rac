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</p:sldIdLst>
  <p:sldSz cx="9118600" cy="6832600"/>
  <p:notesSz cx="9118600" cy="6832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733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3895" y="2118106"/>
            <a:ext cx="7750810" cy="14348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396C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826256"/>
            <a:ext cx="6383020" cy="170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ED7D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>
                <a:solidFill>
                  <a:srgbClr val="FFFFFF"/>
                </a:solidFill>
              </a:rPr>
              <a:t>Copyright</a:t>
            </a:r>
            <a:r>
              <a:rPr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©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2002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VMware,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14-09-2025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DCE3E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396C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ED7D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>
                <a:solidFill>
                  <a:srgbClr val="FFFFFF"/>
                </a:solidFill>
              </a:rPr>
              <a:t>Copyright</a:t>
            </a:r>
            <a:r>
              <a:rPr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©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2002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VMware,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14-09-2025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DCE3E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396C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ED7D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>
                <a:solidFill>
                  <a:srgbClr val="FFFFFF"/>
                </a:solidFill>
              </a:rPr>
              <a:t>Copyright</a:t>
            </a:r>
            <a:r>
              <a:rPr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©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2002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VMware,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14-09-2025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DCE3E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82650"/>
            <a:ext cx="9118600" cy="61499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396C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ED7D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>
                <a:solidFill>
                  <a:srgbClr val="FFFFFF"/>
                </a:solidFill>
              </a:rPr>
              <a:t>Copyright</a:t>
            </a:r>
            <a:r>
              <a:rPr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©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2002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VMware,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14-09-2025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DCE3E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ED7D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>
                <a:solidFill>
                  <a:srgbClr val="FFFFFF"/>
                </a:solidFill>
              </a:rPr>
              <a:t>Copyright</a:t>
            </a:r>
            <a:r>
              <a:rPr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©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2002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VMware,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14-09-2025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DCE3E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47111"/>
            <a:ext cx="9118600" cy="88548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0418" cy="1203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1311" y="311026"/>
            <a:ext cx="685800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396C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6738" y="1416634"/>
            <a:ext cx="6029325" cy="198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36663" y="6555032"/>
            <a:ext cx="2319020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CED7D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>
                <a:solidFill>
                  <a:srgbClr val="FFFFFF"/>
                </a:solidFill>
              </a:rPr>
              <a:t>Copyright</a:t>
            </a:r>
            <a:r>
              <a:rPr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©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2002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VMware,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5930" y="6354318"/>
            <a:ext cx="2097278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14-09-2025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19567" y="6354162"/>
            <a:ext cx="22034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DCE3E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82650"/>
            <a:ext cx="9118600" cy="6149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0418" cy="1203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435" y="2102190"/>
            <a:ext cx="36195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8F8F8"/>
                </a:solidFill>
              </a:rPr>
              <a:t>Memory</a:t>
            </a:r>
            <a:r>
              <a:rPr sz="3000" b="0" spc="55" dirty="0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8F8F8"/>
                </a:solidFill>
              </a:rPr>
              <a:t>Resource</a:t>
            </a:r>
            <a:r>
              <a:rPr sz="3000" b="0" spc="-10" dirty="0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8F8F8"/>
                </a:solidFill>
              </a:rPr>
              <a:t>Management</a:t>
            </a:r>
            <a:r>
              <a:rPr sz="3000" b="0" spc="80" dirty="0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8F8F8"/>
                </a:solidFill>
              </a:rPr>
              <a:t>in</a:t>
            </a:r>
            <a:r>
              <a:rPr sz="3000" b="0" spc="-25" dirty="0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8F8F8"/>
                </a:solidFill>
              </a:rPr>
              <a:t>VMware</a:t>
            </a:r>
            <a:r>
              <a:rPr sz="3000" b="0" spc="60" dirty="0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8F8F8"/>
                </a:solidFill>
              </a:rPr>
              <a:t>ESX</a:t>
            </a:r>
            <a:r>
              <a:rPr sz="3000" b="0" spc="65" dirty="0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8F8F8"/>
                </a:solidFill>
              </a:rPr>
              <a:t>Server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Overview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5770"/>
            <a:ext cx="2846070" cy="283464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4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Context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r>
              <a:rPr sz="2200" spc="-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virtualization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Reclamation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Sharing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Allocation</a:t>
            </a:r>
            <a:r>
              <a:rPr sz="22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policies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Conclusions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Motivation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7247255" cy="412115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Server</a:t>
            </a:r>
            <a:r>
              <a:rPr sz="2200" spc="-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consolidation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Many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physical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servers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underutilized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Consolidate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multiple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workloads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per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machine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Virtual</a:t>
            </a:r>
            <a:r>
              <a:rPr sz="22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machines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illusion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of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dedicated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physical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machine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Encapsulate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workload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(OS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+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apps)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iBM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VM/370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[Creasy</a:t>
            </a:r>
            <a:r>
              <a:rPr sz="16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'81]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,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Oisco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[Bugnion</a:t>
            </a:r>
            <a:r>
              <a:rPr sz="16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'97],</a:t>
            </a:r>
            <a:r>
              <a:rPr sz="1600" spc="8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VMware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[Sugerman</a:t>
            </a:r>
            <a:r>
              <a:rPr sz="16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10000"/>
                </a:solidFill>
                <a:latin typeface="Arial"/>
                <a:cs typeface="Arial"/>
              </a:rPr>
              <a:t>'01]</a:t>
            </a:r>
            <a:endParaRPr sz="16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Resource</a:t>
            </a:r>
            <a:r>
              <a:rPr sz="2200" spc="-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management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Fairness,</a:t>
            </a:r>
            <a:r>
              <a:rPr sz="180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performance</a:t>
            </a:r>
            <a:r>
              <a:rPr sz="180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isolation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Efficient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utilization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ESX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spc="-10" dirty="0"/>
              <a:t>Server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901700"/>
            <a:ext cx="7620000" cy="32499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0809" y="4151631"/>
            <a:ext cx="3491229" cy="79375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9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Commercially-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available</a:t>
            </a:r>
            <a:r>
              <a:rPr sz="1800" spc="7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product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Thin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kernel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designed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run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10000"/>
                </a:solidFill>
                <a:latin typeface="Arial"/>
                <a:cs typeface="Arial"/>
              </a:rPr>
              <a:t>VMs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704002" y="4151631"/>
            <a:ext cx="3187065" cy="79375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9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Multiplex</a:t>
            </a:r>
            <a:r>
              <a:rPr sz="18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hardware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resources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High-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performance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10000"/>
                </a:solidFill>
                <a:latin typeface="Arial"/>
                <a:cs typeface="Arial"/>
              </a:rPr>
              <a:t>i/O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Memory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4700" y="1431742"/>
            <a:ext cx="86169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latin typeface="Arial"/>
                <a:cs typeface="Arial"/>
              </a:rPr>
              <a:t>VPN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805" y="1498026"/>
            <a:ext cx="3793490" cy="310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marR="236220" indent="-177800">
              <a:lnSpc>
                <a:spcPct val="100000"/>
              </a:lnSpc>
              <a:spcBef>
                <a:spcPts val="10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Traditional</a:t>
            </a:r>
            <a:r>
              <a:rPr sz="2200" spc="-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VMM</a:t>
            </a:r>
            <a:r>
              <a:rPr sz="2200" spc="-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approach:</a:t>
            </a:r>
            <a:r>
              <a:rPr sz="22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extra</a:t>
            </a:r>
            <a:r>
              <a:rPr sz="22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level</a:t>
            </a:r>
            <a:r>
              <a:rPr sz="22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of</a:t>
            </a:r>
            <a:r>
              <a:rPr sz="22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indirection</a:t>
            </a:r>
            <a:endParaRPr sz="2200">
              <a:latin typeface="Arial"/>
              <a:cs typeface="Arial"/>
            </a:endParaRPr>
          </a:p>
          <a:p>
            <a:pPr marL="189865" marR="536575" indent="-177800">
              <a:lnSpc>
                <a:spcPts val="2610"/>
              </a:lnSpc>
              <a:spcBef>
                <a:spcPts val="118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virtual</a:t>
            </a:r>
            <a:r>
              <a:rPr sz="22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Symbol"/>
                <a:cs typeface="Symbol"/>
              </a:rPr>
              <a:t></a:t>
            </a:r>
            <a:r>
              <a:rPr sz="22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"physical"</a:t>
            </a:r>
            <a:r>
              <a:rPr sz="22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59663"/>
                </a:solidFill>
                <a:latin typeface="Arial"/>
                <a:cs typeface="Arial"/>
              </a:rPr>
              <a:t>guest</a:t>
            </a:r>
            <a:r>
              <a:rPr sz="2200" spc="20" dirty="0">
                <a:solidFill>
                  <a:srgbClr val="35966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maps</a:t>
            </a:r>
            <a:r>
              <a:rPr sz="22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VPN</a:t>
            </a:r>
            <a:r>
              <a:rPr sz="22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to</a:t>
            </a:r>
            <a:r>
              <a:rPr sz="22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010000"/>
                </a:solidFill>
                <a:latin typeface="Arial"/>
                <a:cs typeface="Arial"/>
              </a:rPr>
              <a:t>PPN</a:t>
            </a:r>
            <a:endParaRPr sz="2200">
              <a:latin typeface="Arial"/>
              <a:cs typeface="Arial"/>
            </a:endParaRPr>
          </a:p>
          <a:p>
            <a:pPr marL="189865" marR="473075" indent="-177800">
              <a:lnSpc>
                <a:spcPts val="2620"/>
              </a:lnSpc>
              <a:spcBef>
                <a:spcPts val="109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"physical"</a:t>
            </a:r>
            <a:r>
              <a:rPr sz="220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Symbol"/>
                <a:cs typeface="Symbol"/>
              </a:rPr>
              <a:t></a:t>
            </a:r>
            <a:r>
              <a:rPr sz="220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machine</a:t>
            </a:r>
            <a:r>
              <a:rPr sz="22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396C9"/>
                </a:solidFill>
                <a:latin typeface="Arial"/>
                <a:cs typeface="Arial"/>
              </a:rPr>
              <a:t>pmap</a:t>
            </a:r>
            <a:r>
              <a:rPr sz="2200" spc="20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maps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PPN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Arial"/>
                <a:cs typeface="Arial"/>
              </a:rPr>
              <a:t>MPN</a:t>
            </a:r>
            <a:endParaRPr sz="2200">
              <a:latin typeface="Arial"/>
              <a:cs typeface="Arial"/>
            </a:endParaRPr>
          </a:p>
          <a:p>
            <a:pPr marL="189865" marR="5080" indent="-177800">
              <a:lnSpc>
                <a:spcPct val="100000"/>
              </a:lnSpc>
              <a:spcBef>
                <a:spcPts val="95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Ordinary</a:t>
            </a:r>
            <a:r>
              <a:rPr sz="22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r>
              <a:rPr sz="2200" spc="-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refs:</a:t>
            </a:r>
            <a:r>
              <a:rPr sz="22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50000"/>
                </a:solidFill>
                <a:latin typeface="Arial"/>
                <a:cs typeface="Arial"/>
              </a:rPr>
              <a:t>hardware</a:t>
            </a:r>
            <a:r>
              <a:rPr sz="2200" spc="15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maps</a:t>
            </a:r>
            <a:r>
              <a:rPr sz="22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VPN</a:t>
            </a:r>
            <a:r>
              <a:rPr sz="22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to</a:t>
            </a:r>
            <a:r>
              <a:rPr sz="22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010000"/>
                </a:solidFill>
                <a:latin typeface="Arial"/>
                <a:cs typeface="Arial"/>
              </a:rPr>
              <a:t>MPN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4700" y="2803112"/>
            <a:ext cx="86169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latin typeface="Arial"/>
                <a:cs typeface="Arial"/>
              </a:rPr>
              <a:t>PPN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1159" y="4174483"/>
            <a:ext cx="92836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latin typeface="Arial"/>
                <a:cs typeface="Arial"/>
              </a:rPr>
              <a:t>MPN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50343" y="1992985"/>
            <a:ext cx="171450" cy="762635"/>
            <a:chOff x="6250343" y="1992985"/>
            <a:chExt cx="171450" cy="762635"/>
          </a:xfrm>
        </p:grpSpPr>
        <p:sp>
          <p:nvSpPr>
            <p:cNvPr id="8" name="object 8"/>
            <p:cNvSpPr/>
            <p:nvPr/>
          </p:nvSpPr>
          <p:spPr>
            <a:xfrm>
              <a:off x="6335661" y="1992985"/>
              <a:ext cx="0" cy="593090"/>
            </a:xfrm>
            <a:custGeom>
              <a:avLst/>
              <a:gdLst/>
              <a:ahLst/>
              <a:cxnLst/>
              <a:rect l="l" t="t" r="r" b="b"/>
              <a:pathLst>
                <a:path h="593089">
                  <a:moveTo>
                    <a:pt x="0" y="0"/>
                  </a:moveTo>
                  <a:lnTo>
                    <a:pt x="0" y="592747"/>
                  </a:lnTo>
                </a:path>
              </a:pathLst>
            </a:custGeom>
            <a:ln w="38100">
              <a:solidFill>
                <a:srgbClr val="3596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50343" y="2584208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11" y="0"/>
                  </a:moveTo>
                  <a:lnTo>
                    <a:pt x="0" y="0"/>
                  </a:lnTo>
                  <a:lnTo>
                    <a:pt x="86080" y="171411"/>
                  </a:lnTo>
                  <a:lnTo>
                    <a:pt x="171411" y="0"/>
                  </a:lnTo>
                  <a:close/>
                </a:path>
              </a:pathLst>
            </a:custGeom>
            <a:solidFill>
              <a:srgbClr val="3596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849922" y="1897748"/>
            <a:ext cx="495300" cy="2381885"/>
            <a:chOff x="6849922" y="1897748"/>
            <a:chExt cx="495300" cy="2381885"/>
          </a:xfrm>
        </p:grpSpPr>
        <p:sp>
          <p:nvSpPr>
            <p:cNvPr id="11" name="object 11"/>
            <p:cNvSpPr/>
            <p:nvPr/>
          </p:nvSpPr>
          <p:spPr>
            <a:xfrm>
              <a:off x="6865937" y="4087380"/>
              <a:ext cx="154940" cy="192405"/>
            </a:xfrm>
            <a:custGeom>
              <a:avLst/>
              <a:gdLst/>
              <a:ahLst/>
              <a:cxnLst/>
              <a:rect l="l" t="t" r="r" b="b"/>
              <a:pathLst>
                <a:path w="154940" h="192404">
                  <a:moveTo>
                    <a:pt x="154647" y="73901"/>
                  </a:moveTo>
                  <a:lnTo>
                    <a:pt x="0" y="0"/>
                  </a:lnTo>
                  <a:lnTo>
                    <a:pt x="3797" y="191985"/>
                  </a:lnTo>
                  <a:lnTo>
                    <a:pt x="154647" y="73901"/>
                  </a:lnTo>
                  <a:close/>
                </a:path>
              </a:pathLst>
            </a:custGeom>
            <a:solidFill>
              <a:srgbClr val="C5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68972" y="1916798"/>
              <a:ext cx="457200" cy="2208530"/>
            </a:xfrm>
            <a:custGeom>
              <a:avLst/>
              <a:gdLst/>
              <a:ahLst/>
              <a:cxnLst/>
              <a:rect l="l" t="t" r="r" b="b"/>
              <a:pathLst>
                <a:path w="457200" h="2208529">
                  <a:moveTo>
                    <a:pt x="0" y="0"/>
                  </a:moveTo>
                  <a:lnTo>
                    <a:pt x="29793" y="40949"/>
                  </a:lnTo>
                  <a:lnTo>
                    <a:pt x="59474" y="81937"/>
                  </a:lnTo>
                  <a:lnTo>
                    <a:pt x="88930" y="123005"/>
                  </a:lnTo>
                  <a:lnTo>
                    <a:pt x="118047" y="164191"/>
                  </a:lnTo>
                  <a:lnTo>
                    <a:pt x="146713" y="205534"/>
                  </a:lnTo>
                  <a:lnTo>
                    <a:pt x="174816" y="247075"/>
                  </a:lnTo>
                  <a:lnTo>
                    <a:pt x="202243" y="288853"/>
                  </a:lnTo>
                  <a:lnTo>
                    <a:pt x="228881" y="330907"/>
                  </a:lnTo>
                  <a:lnTo>
                    <a:pt x="254617" y="373276"/>
                  </a:lnTo>
                  <a:lnTo>
                    <a:pt x="279338" y="416000"/>
                  </a:lnTo>
                  <a:lnTo>
                    <a:pt x="302933" y="459119"/>
                  </a:lnTo>
                  <a:lnTo>
                    <a:pt x="325287" y="502672"/>
                  </a:lnTo>
                  <a:lnTo>
                    <a:pt x="346289" y="546698"/>
                  </a:lnTo>
                  <a:lnTo>
                    <a:pt x="365826" y="591237"/>
                  </a:lnTo>
                  <a:lnTo>
                    <a:pt x="383785" y="636329"/>
                  </a:lnTo>
                  <a:lnTo>
                    <a:pt x="400053" y="682012"/>
                  </a:lnTo>
                  <a:lnTo>
                    <a:pt x="414518" y="728326"/>
                  </a:lnTo>
                  <a:lnTo>
                    <a:pt x="427067" y="775311"/>
                  </a:lnTo>
                  <a:lnTo>
                    <a:pt x="437586" y="823006"/>
                  </a:lnTo>
                  <a:lnTo>
                    <a:pt x="445965" y="871451"/>
                  </a:lnTo>
                  <a:lnTo>
                    <a:pt x="452089" y="920684"/>
                  </a:lnTo>
                  <a:lnTo>
                    <a:pt x="455846" y="970746"/>
                  </a:lnTo>
                  <a:lnTo>
                    <a:pt x="457123" y="1021676"/>
                  </a:lnTo>
                  <a:lnTo>
                    <a:pt x="456260" y="1064035"/>
                  </a:lnTo>
                  <a:lnTo>
                    <a:pt x="453711" y="1106986"/>
                  </a:lnTo>
                  <a:lnTo>
                    <a:pt x="449539" y="1150507"/>
                  </a:lnTo>
                  <a:lnTo>
                    <a:pt x="443807" y="1194577"/>
                  </a:lnTo>
                  <a:lnTo>
                    <a:pt x="436578" y="1239174"/>
                  </a:lnTo>
                  <a:lnTo>
                    <a:pt x="427913" y="1284275"/>
                  </a:lnTo>
                  <a:lnTo>
                    <a:pt x="417877" y="1329860"/>
                  </a:lnTo>
                  <a:lnTo>
                    <a:pt x="406530" y="1375905"/>
                  </a:lnTo>
                  <a:lnTo>
                    <a:pt x="393936" y="1422389"/>
                  </a:lnTo>
                  <a:lnTo>
                    <a:pt x="380158" y="1469290"/>
                  </a:lnTo>
                  <a:lnTo>
                    <a:pt x="365258" y="1516585"/>
                  </a:lnTo>
                  <a:lnTo>
                    <a:pt x="349298" y="1564254"/>
                  </a:lnTo>
                  <a:lnTo>
                    <a:pt x="332342" y="1612274"/>
                  </a:lnTo>
                  <a:lnTo>
                    <a:pt x="314451" y="1660623"/>
                  </a:lnTo>
                  <a:lnTo>
                    <a:pt x="295689" y="1709280"/>
                  </a:lnTo>
                  <a:lnTo>
                    <a:pt x="276117" y="1758221"/>
                  </a:lnTo>
                  <a:lnTo>
                    <a:pt x="255800" y="1807426"/>
                  </a:lnTo>
                  <a:lnTo>
                    <a:pt x="234798" y="1856872"/>
                  </a:lnTo>
                  <a:lnTo>
                    <a:pt x="213176" y="1906537"/>
                  </a:lnTo>
                  <a:lnTo>
                    <a:pt x="190995" y="1956400"/>
                  </a:lnTo>
                  <a:lnTo>
                    <a:pt x="168318" y="2006438"/>
                  </a:lnTo>
                  <a:lnTo>
                    <a:pt x="145207" y="2056630"/>
                  </a:lnTo>
                  <a:lnTo>
                    <a:pt x="121726" y="2106954"/>
                  </a:lnTo>
                  <a:lnTo>
                    <a:pt x="97936" y="2157387"/>
                  </a:lnTo>
                  <a:lnTo>
                    <a:pt x="73901" y="2207907"/>
                  </a:lnTo>
                </a:path>
              </a:pathLst>
            </a:custGeom>
            <a:ln w="38100">
              <a:solidFill>
                <a:srgbClr val="C5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242723" y="3364357"/>
            <a:ext cx="171450" cy="762635"/>
            <a:chOff x="6242723" y="3364357"/>
            <a:chExt cx="171450" cy="762635"/>
          </a:xfrm>
        </p:grpSpPr>
        <p:sp>
          <p:nvSpPr>
            <p:cNvPr id="14" name="object 14"/>
            <p:cNvSpPr/>
            <p:nvPr/>
          </p:nvSpPr>
          <p:spPr>
            <a:xfrm>
              <a:off x="6328054" y="3364357"/>
              <a:ext cx="0" cy="593090"/>
            </a:xfrm>
            <a:custGeom>
              <a:avLst/>
              <a:gdLst/>
              <a:ahLst/>
              <a:cxnLst/>
              <a:rect l="l" t="t" r="r" b="b"/>
              <a:pathLst>
                <a:path h="593089">
                  <a:moveTo>
                    <a:pt x="0" y="0"/>
                  </a:moveTo>
                  <a:lnTo>
                    <a:pt x="0" y="592747"/>
                  </a:lnTo>
                </a:path>
              </a:pathLst>
            </a:custGeom>
            <a:ln w="38100">
              <a:solidFill>
                <a:srgbClr val="6396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2723" y="395558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11" y="0"/>
                  </a:moveTo>
                  <a:lnTo>
                    <a:pt x="0" y="0"/>
                  </a:lnTo>
                  <a:lnTo>
                    <a:pt x="86093" y="171411"/>
                  </a:lnTo>
                  <a:lnTo>
                    <a:pt x="171411" y="0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76720" y="2115914"/>
            <a:ext cx="585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359663"/>
                </a:solidFill>
                <a:latin typeface="Arial"/>
                <a:cs typeface="Arial"/>
              </a:rPr>
              <a:t>guest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5380535" y="3488816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solidFill>
                  <a:srgbClr val="6396C9"/>
                </a:solidFill>
                <a:latin typeface="Arial"/>
                <a:cs typeface="Arial"/>
              </a:rPr>
              <a:t>pmap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81775" y="2372656"/>
            <a:ext cx="1092835" cy="12255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ts val="1889"/>
              </a:lnSpc>
              <a:spcBef>
                <a:spcPts val="385"/>
              </a:spcBef>
            </a:pPr>
            <a:r>
              <a:rPr sz="1800" i="1" spc="-10" dirty="0">
                <a:solidFill>
                  <a:srgbClr val="C50000"/>
                </a:solidFill>
                <a:latin typeface="Arial"/>
                <a:cs typeface="Arial"/>
              </a:rPr>
              <a:t>hardware</a:t>
            </a:r>
            <a:r>
              <a:rPr sz="1800" spc="-10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C50000"/>
                </a:solidFill>
                <a:latin typeface="Arial"/>
                <a:cs typeface="Arial"/>
              </a:rPr>
              <a:t>page</a:t>
            </a:r>
            <a:r>
              <a:rPr sz="1800" spc="30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800" i="1" spc="-10" dirty="0">
                <a:solidFill>
                  <a:srgbClr val="C50000"/>
                </a:solidFill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  <a:p>
            <a:pPr marL="12700" marR="120014">
              <a:lnSpc>
                <a:spcPts val="1889"/>
              </a:lnSpc>
              <a:spcBef>
                <a:spcPts val="1620"/>
              </a:spcBef>
            </a:pPr>
            <a:r>
              <a:rPr sz="1800" i="1" spc="-10" dirty="0">
                <a:solidFill>
                  <a:srgbClr val="C50000"/>
                </a:solidFill>
                <a:latin typeface="Arial"/>
                <a:cs typeface="Arial"/>
              </a:rPr>
              <a:t>hardware</a:t>
            </a:r>
            <a:r>
              <a:rPr sz="1800" spc="-10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800" i="1" spc="-25" dirty="0">
                <a:solidFill>
                  <a:srgbClr val="C50000"/>
                </a:solidFill>
                <a:latin typeface="Arial"/>
                <a:cs typeface="Arial"/>
              </a:rPr>
              <a:t>TLB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Reclaiming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10" dirty="0"/>
              <a:t>Memory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5879465" cy="3268979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Traditional:</a:t>
            </a:r>
            <a:r>
              <a:rPr sz="2200" spc="-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add</a:t>
            </a:r>
            <a:r>
              <a:rPr sz="2200" spc="-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transparent</a:t>
            </a:r>
            <a:r>
              <a:rPr sz="2200" spc="-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swap</a:t>
            </a:r>
            <a:r>
              <a:rPr sz="2200" spc="-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layer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Requires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meta-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level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replacement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decisions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Best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data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to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guide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decisions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known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only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by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guest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10000"/>
                </a:solidFill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Guest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and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meta-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level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policies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may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clash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Example:</a:t>
            </a:r>
            <a:r>
              <a:rPr sz="1800" spc="-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"double</a:t>
            </a:r>
            <a:r>
              <a:rPr sz="18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paging"</a:t>
            </a:r>
            <a:r>
              <a:rPr sz="1800" spc="-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anomaly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Alternative:</a:t>
            </a:r>
            <a:r>
              <a:rPr sz="2200" spc="5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implicit</a:t>
            </a:r>
            <a:r>
              <a:rPr sz="2200" spc="5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cooperation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Coax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guest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into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doing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replacement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Avoid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meta-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level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policy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decisions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Ballooning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44721" y="1407299"/>
            <a:ext cx="1967864" cy="1430655"/>
            <a:chOff x="3744721" y="1407299"/>
            <a:chExt cx="1967864" cy="1430655"/>
          </a:xfrm>
        </p:grpSpPr>
        <p:sp>
          <p:nvSpPr>
            <p:cNvPr id="4" name="object 4"/>
            <p:cNvSpPr/>
            <p:nvPr/>
          </p:nvSpPr>
          <p:spPr>
            <a:xfrm>
              <a:off x="3751389" y="1413967"/>
              <a:ext cx="1954530" cy="1417320"/>
            </a:xfrm>
            <a:custGeom>
              <a:avLst/>
              <a:gdLst/>
              <a:ahLst/>
              <a:cxnLst/>
              <a:rect l="l" t="t" r="r" b="b"/>
              <a:pathLst>
                <a:path w="1954529" h="1417320">
                  <a:moveTo>
                    <a:pt x="1954212" y="1062812"/>
                  </a:moveTo>
                  <a:lnTo>
                    <a:pt x="1954212" y="0"/>
                  </a:lnTo>
                  <a:lnTo>
                    <a:pt x="354279" y="0"/>
                  </a:lnTo>
                  <a:lnTo>
                    <a:pt x="0" y="354266"/>
                  </a:lnTo>
                  <a:lnTo>
                    <a:pt x="0" y="1417078"/>
                  </a:lnTo>
                  <a:lnTo>
                    <a:pt x="1599933" y="1417078"/>
                  </a:lnTo>
                  <a:lnTo>
                    <a:pt x="1954212" y="1062812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51389" y="1413967"/>
              <a:ext cx="1954530" cy="354330"/>
            </a:xfrm>
            <a:custGeom>
              <a:avLst/>
              <a:gdLst/>
              <a:ahLst/>
              <a:cxnLst/>
              <a:rect l="l" t="t" r="r" b="b"/>
              <a:pathLst>
                <a:path w="1954529" h="354330">
                  <a:moveTo>
                    <a:pt x="1954212" y="0"/>
                  </a:moveTo>
                  <a:lnTo>
                    <a:pt x="354279" y="0"/>
                  </a:lnTo>
                  <a:lnTo>
                    <a:pt x="0" y="354266"/>
                  </a:lnTo>
                  <a:lnTo>
                    <a:pt x="1599933" y="354266"/>
                  </a:lnTo>
                  <a:lnTo>
                    <a:pt x="195421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1322" y="1413967"/>
              <a:ext cx="354330" cy="1417320"/>
            </a:xfrm>
            <a:custGeom>
              <a:avLst/>
              <a:gdLst/>
              <a:ahLst/>
              <a:cxnLst/>
              <a:rect l="l" t="t" r="r" b="b"/>
              <a:pathLst>
                <a:path w="354329" h="1417320">
                  <a:moveTo>
                    <a:pt x="354279" y="1062812"/>
                  </a:moveTo>
                  <a:lnTo>
                    <a:pt x="354279" y="0"/>
                  </a:lnTo>
                  <a:lnTo>
                    <a:pt x="0" y="354266"/>
                  </a:lnTo>
                  <a:lnTo>
                    <a:pt x="0" y="1417078"/>
                  </a:lnTo>
                  <a:lnTo>
                    <a:pt x="354279" y="1062812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51389" y="1413967"/>
              <a:ext cx="1954530" cy="1417320"/>
            </a:xfrm>
            <a:custGeom>
              <a:avLst/>
              <a:gdLst/>
              <a:ahLst/>
              <a:cxnLst/>
              <a:rect l="l" t="t" r="r" b="b"/>
              <a:pathLst>
                <a:path w="1954529" h="1417320">
                  <a:moveTo>
                    <a:pt x="354279" y="0"/>
                  </a:moveTo>
                  <a:lnTo>
                    <a:pt x="0" y="354266"/>
                  </a:lnTo>
                  <a:lnTo>
                    <a:pt x="0" y="1417078"/>
                  </a:lnTo>
                  <a:lnTo>
                    <a:pt x="1599933" y="1417078"/>
                  </a:lnTo>
                  <a:lnTo>
                    <a:pt x="1954212" y="1062812"/>
                  </a:lnTo>
                  <a:lnTo>
                    <a:pt x="1954212" y="0"/>
                  </a:lnTo>
                  <a:lnTo>
                    <a:pt x="354279" y="0"/>
                  </a:lnTo>
                  <a:close/>
                </a:path>
                <a:path w="1954529" h="1417320">
                  <a:moveTo>
                    <a:pt x="0" y="354266"/>
                  </a:moveTo>
                  <a:lnTo>
                    <a:pt x="1599933" y="354266"/>
                  </a:lnTo>
                  <a:lnTo>
                    <a:pt x="1954212" y="0"/>
                  </a:lnTo>
                </a:path>
                <a:path w="1954529" h="1417320">
                  <a:moveTo>
                    <a:pt x="1599933" y="354266"/>
                  </a:moveTo>
                  <a:lnTo>
                    <a:pt x="1599933" y="141707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8147" y="2110320"/>
              <a:ext cx="1347470" cy="688975"/>
            </a:xfrm>
            <a:custGeom>
              <a:avLst/>
              <a:gdLst/>
              <a:ahLst/>
              <a:cxnLst/>
              <a:rect l="l" t="t" r="r" b="b"/>
              <a:pathLst>
                <a:path w="1347470" h="688975">
                  <a:moveTo>
                    <a:pt x="121132" y="556887"/>
                  </a:moveTo>
                  <a:lnTo>
                    <a:pt x="121132" y="229323"/>
                  </a:lnTo>
                  <a:lnTo>
                    <a:pt x="72957" y="239144"/>
                  </a:lnTo>
                  <a:lnTo>
                    <a:pt x="34567" y="259892"/>
                  </a:lnTo>
                  <a:lnTo>
                    <a:pt x="9177" y="288784"/>
                  </a:lnTo>
                  <a:lnTo>
                    <a:pt x="0" y="323037"/>
                  </a:lnTo>
                  <a:lnTo>
                    <a:pt x="4583" y="347997"/>
                  </a:lnTo>
                  <a:lnTo>
                    <a:pt x="17810" y="370746"/>
                  </a:lnTo>
                  <a:lnTo>
                    <a:pt x="38765" y="390094"/>
                  </a:lnTo>
                  <a:lnTo>
                    <a:pt x="38892" y="390211"/>
                  </a:lnTo>
                  <a:lnTo>
                    <a:pt x="65504" y="404494"/>
                  </a:lnTo>
                  <a:lnTo>
                    <a:pt x="66281" y="403796"/>
                  </a:lnTo>
                  <a:lnTo>
                    <a:pt x="67043" y="405320"/>
                  </a:lnTo>
                  <a:lnTo>
                    <a:pt x="67043" y="533632"/>
                  </a:lnTo>
                  <a:lnTo>
                    <a:pt x="68857" y="535497"/>
                  </a:lnTo>
                  <a:lnTo>
                    <a:pt x="112200" y="555648"/>
                  </a:lnTo>
                  <a:lnTo>
                    <a:pt x="121132" y="556887"/>
                  </a:lnTo>
                  <a:close/>
                </a:path>
                <a:path w="1347470" h="688975">
                  <a:moveTo>
                    <a:pt x="67043" y="533632"/>
                  </a:moveTo>
                  <a:lnTo>
                    <a:pt x="67043" y="405320"/>
                  </a:lnTo>
                  <a:lnTo>
                    <a:pt x="65504" y="404494"/>
                  </a:lnTo>
                  <a:lnTo>
                    <a:pt x="50489" y="417981"/>
                  </a:lnTo>
                  <a:lnTo>
                    <a:pt x="38765" y="433884"/>
                  </a:lnTo>
                  <a:lnTo>
                    <a:pt x="31468" y="450932"/>
                  </a:lnTo>
                  <a:lnTo>
                    <a:pt x="28956" y="468553"/>
                  </a:lnTo>
                  <a:lnTo>
                    <a:pt x="39657" y="505489"/>
                  </a:lnTo>
                  <a:lnTo>
                    <a:pt x="67043" y="533632"/>
                  </a:lnTo>
                  <a:close/>
                </a:path>
                <a:path w="1347470" h="688975">
                  <a:moveTo>
                    <a:pt x="700163" y="687639"/>
                  </a:moveTo>
                  <a:lnTo>
                    <a:pt x="700163" y="54089"/>
                  </a:lnTo>
                  <a:lnTo>
                    <a:pt x="674876" y="39851"/>
                  </a:lnTo>
                  <a:lnTo>
                    <a:pt x="646449" y="29330"/>
                  </a:lnTo>
                  <a:lnTo>
                    <a:pt x="615735" y="22810"/>
                  </a:lnTo>
                  <a:lnTo>
                    <a:pt x="583590" y="20574"/>
                  </a:lnTo>
                  <a:lnTo>
                    <a:pt x="538653" y="24858"/>
                  </a:lnTo>
                  <a:lnTo>
                    <a:pt x="497787" y="37141"/>
                  </a:lnTo>
                  <a:lnTo>
                    <a:pt x="463062" y="56567"/>
                  </a:lnTo>
                  <a:lnTo>
                    <a:pt x="436549" y="82283"/>
                  </a:lnTo>
                  <a:lnTo>
                    <a:pt x="435787" y="83045"/>
                  </a:lnTo>
                  <a:lnTo>
                    <a:pt x="410994" y="74484"/>
                  </a:lnTo>
                  <a:lnTo>
                    <a:pt x="384841" y="68281"/>
                  </a:lnTo>
                  <a:lnTo>
                    <a:pt x="357688" y="64507"/>
                  </a:lnTo>
                  <a:lnTo>
                    <a:pt x="329895" y="63233"/>
                  </a:lnTo>
                  <a:lnTo>
                    <a:pt x="273785" y="68460"/>
                  </a:lnTo>
                  <a:lnTo>
                    <a:pt x="223368" y="83210"/>
                  </a:lnTo>
                  <a:lnTo>
                    <a:pt x="181330" y="105726"/>
                  </a:lnTo>
                  <a:lnTo>
                    <a:pt x="147657" y="135694"/>
                  </a:lnTo>
                  <a:lnTo>
                    <a:pt x="126384" y="170635"/>
                  </a:lnTo>
                  <a:lnTo>
                    <a:pt x="118846" y="209511"/>
                  </a:lnTo>
                  <a:lnTo>
                    <a:pt x="118846" y="216369"/>
                  </a:lnTo>
                  <a:lnTo>
                    <a:pt x="119608" y="222465"/>
                  </a:lnTo>
                  <a:lnTo>
                    <a:pt x="121132" y="229323"/>
                  </a:lnTo>
                  <a:lnTo>
                    <a:pt x="121132" y="556887"/>
                  </a:lnTo>
                  <a:lnTo>
                    <a:pt x="165328" y="563016"/>
                  </a:lnTo>
                  <a:lnTo>
                    <a:pt x="175996" y="563016"/>
                  </a:lnTo>
                  <a:lnTo>
                    <a:pt x="180568" y="562363"/>
                  </a:lnTo>
                  <a:lnTo>
                    <a:pt x="181330" y="562254"/>
                  </a:lnTo>
                  <a:lnTo>
                    <a:pt x="181330" y="563756"/>
                  </a:lnTo>
                  <a:lnTo>
                    <a:pt x="210394" y="592001"/>
                  </a:lnTo>
                  <a:lnTo>
                    <a:pt x="247682" y="615498"/>
                  </a:lnTo>
                  <a:lnTo>
                    <a:pt x="290932" y="632959"/>
                  </a:lnTo>
                  <a:lnTo>
                    <a:pt x="338643" y="643837"/>
                  </a:lnTo>
                  <a:lnTo>
                    <a:pt x="389318" y="647585"/>
                  </a:lnTo>
                  <a:lnTo>
                    <a:pt x="421791" y="646027"/>
                  </a:lnTo>
                  <a:lnTo>
                    <a:pt x="453694" y="641400"/>
                  </a:lnTo>
                  <a:lnTo>
                    <a:pt x="484455" y="633773"/>
                  </a:lnTo>
                  <a:lnTo>
                    <a:pt x="513499" y="623214"/>
                  </a:lnTo>
                  <a:lnTo>
                    <a:pt x="513499" y="624580"/>
                  </a:lnTo>
                  <a:lnTo>
                    <a:pt x="546977" y="651127"/>
                  </a:lnTo>
                  <a:lnTo>
                    <a:pt x="588929" y="671495"/>
                  </a:lnTo>
                  <a:lnTo>
                    <a:pt x="636593" y="684292"/>
                  </a:lnTo>
                  <a:lnTo>
                    <a:pt x="687971" y="688733"/>
                  </a:lnTo>
                  <a:lnTo>
                    <a:pt x="699401" y="687707"/>
                  </a:lnTo>
                  <a:lnTo>
                    <a:pt x="700163" y="687639"/>
                  </a:lnTo>
                  <a:close/>
                </a:path>
                <a:path w="1347470" h="688975">
                  <a:moveTo>
                    <a:pt x="181330" y="563756"/>
                  </a:moveTo>
                  <a:lnTo>
                    <a:pt x="181330" y="562254"/>
                  </a:lnTo>
                  <a:lnTo>
                    <a:pt x="180568" y="563016"/>
                  </a:lnTo>
                  <a:lnTo>
                    <a:pt x="181330" y="563756"/>
                  </a:lnTo>
                  <a:close/>
                </a:path>
                <a:path w="1347470" h="688975">
                  <a:moveTo>
                    <a:pt x="513499" y="624580"/>
                  </a:moveTo>
                  <a:lnTo>
                    <a:pt x="513499" y="623214"/>
                  </a:lnTo>
                  <a:lnTo>
                    <a:pt x="512737" y="623976"/>
                  </a:lnTo>
                  <a:lnTo>
                    <a:pt x="513499" y="624580"/>
                  </a:lnTo>
                  <a:close/>
                </a:path>
                <a:path w="1347470" h="688975">
                  <a:moveTo>
                    <a:pt x="1194612" y="86855"/>
                  </a:moveTo>
                  <a:lnTo>
                    <a:pt x="1176106" y="52067"/>
                  </a:lnTo>
                  <a:lnTo>
                    <a:pt x="1142523" y="24568"/>
                  </a:lnTo>
                  <a:lnTo>
                    <a:pt x="1097654" y="6498"/>
                  </a:lnTo>
                  <a:lnTo>
                    <a:pt x="1045286" y="0"/>
                  </a:lnTo>
                  <a:lnTo>
                    <a:pt x="1012301" y="2512"/>
                  </a:lnTo>
                  <a:lnTo>
                    <a:pt x="981386" y="9809"/>
                  </a:lnTo>
                  <a:lnTo>
                    <a:pt x="953471" y="21533"/>
                  </a:lnTo>
                  <a:lnTo>
                    <a:pt x="929487" y="37325"/>
                  </a:lnTo>
                  <a:lnTo>
                    <a:pt x="907974" y="21533"/>
                  </a:lnTo>
                  <a:lnTo>
                    <a:pt x="881964" y="9809"/>
                  </a:lnTo>
                  <a:lnTo>
                    <a:pt x="852667" y="2512"/>
                  </a:lnTo>
                  <a:lnTo>
                    <a:pt x="821296" y="0"/>
                  </a:lnTo>
                  <a:lnTo>
                    <a:pt x="784039" y="3714"/>
                  </a:lnTo>
                  <a:lnTo>
                    <a:pt x="750066" y="14285"/>
                  </a:lnTo>
                  <a:lnTo>
                    <a:pt x="721235" y="30855"/>
                  </a:lnTo>
                  <a:lnTo>
                    <a:pt x="699401" y="52565"/>
                  </a:lnTo>
                  <a:lnTo>
                    <a:pt x="700163" y="54089"/>
                  </a:lnTo>
                  <a:lnTo>
                    <a:pt x="700163" y="687639"/>
                  </a:lnTo>
                  <a:lnTo>
                    <a:pt x="742102" y="683875"/>
                  </a:lnTo>
                  <a:lnTo>
                    <a:pt x="791515" y="669983"/>
                  </a:lnTo>
                  <a:lnTo>
                    <a:pt x="834051" y="648082"/>
                  </a:lnTo>
                  <a:lnTo>
                    <a:pt x="867553" y="619197"/>
                  </a:lnTo>
                  <a:lnTo>
                    <a:pt x="889863" y="584352"/>
                  </a:lnTo>
                  <a:lnTo>
                    <a:pt x="889863" y="585114"/>
                  </a:lnTo>
                  <a:lnTo>
                    <a:pt x="912259" y="593555"/>
                  </a:lnTo>
                  <a:lnTo>
                    <a:pt x="935867" y="599497"/>
                  </a:lnTo>
                  <a:lnTo>
                    <a:pt x="960474" y="603009"/>
                  </a:lnTo>
                  <a:lnTo>
                    <a:pt x="985862" y="604164"/>
                  </a:lnTo>
                  <a:lnTo>
                    <a:pt x="1042523" y="597832"/>
                  </a:lnTo>
                  <a:lnTo>
                    <a:pt x="1091723" y="580200"/>
                  </a:lnTo>
                  <a:lnTo>
                    <a:pt x="1130574" y="553316"/>
                  </a:lnTo>
                  <a:lnTo>
                    <a:pt x="1156185" y="519228"/>
                  </a:lnTo>
                  <a:lnTo>
                    <a:pt x="1165669" y="479983"/>
                  </a:lnTo>
                  <a:lnTo>
                    <a:pt x="1193850" y="474145"/>
                  </a:lnTo>
                  <a:lnTo>
                    <a:pt x="1193850" y="86855"/>
                  </a:lnTo>
                  <a:lnTo>
                    <a:pt x="1194612" y="86855"/>
                  </a:lnTo>
                  <a:close/>
                </a:path>
                <a:path w="1347470" h="688975">
                  <a:moveTo>
                    <a:pt x="1316520" y="198843"/>
                  </a:moveTo>
                  <a:lnTo>
                    <a:pt x="1307531" y="161098"/>
                  </a:lnTo>
                  <a:lnTo>
                    <a:pt x="1282326" y="128281"/>
                  </a:lnTo>
                  <a:lnTo>
                    <a:pt x="1243552" y="102747"/>
                  </a:lnTo>
                  <a:lnTo>
                    <a:pt x="1193850" y="86855"/>
                  </a:lnTo>
                  <a:lnTo>
                    <a:pt x="1193850" y="474145"/>
                  </a:lnTo>
                  <a:lnTo>
                    <a:pt x="1224604" y="467774"/>
                  </a:lnTo>
                  <a:lnTo>
                    <a:pt x="1274580" y="445217"/>
                  </a:lnTo>
                  <a:lnTo>
                    <a:pt x="1302804" y="422571"/>
                  </a:lnTo>
                  <a:lnTo>
                    <a:pt x="1302804" y="244563"/>
                  </a:lnTo>
                  <a:lnTo>
                    <a:pt x="1308804" y="233562"/>
                  </a:lnTo>
                  <a:lnTo>
                    <a:pt x="1313091" y="222275"/>
                  </a:lnTo>
                  <a:lnTo>
                    <a:pt x="1315662" y="210702"/>
                  </a:lnTo>
                  <a:lnTo>
                    <a:pt x="1316520" y="198843"/>
                  </a:lnTo>
                  <a:close/>
                </a:path>
                <a:path w="1347470" h="688975">
                  <a:moveTo>
                    <a:pt x="1346987" y="334467"/>
                  </a:moveTo>
                  <a:lnTo>
                    <a:pt x="1344167" y="310238"/>
                  </a:lnTo>
                  <a:lnTo>
                    <a:pt x="1335849" y="286939"/>
                  </a:lnTo>
                  <a:lnTo>
                    <a:pt x="1322245" y="264928"/>
                  </a:lnTo>
                  <a:lnTo>
                    <a:pt x="1303566" y="244563"/>
                  </a:lnTo>
                  <a:lnTo>
                    <a:pt x="1302804" y="244563"/>
                  </a:lnTo>
                  <a:lnTo>
                    <a:pt x="1302804" y="422571"/>
                  </a:lnTo>
                  <a:lnTo>
                    <a:pt x="1313091" y="414317"/>
                  </a:lnTo>
                  <a:lnTo>
                    <a:pt x="1313221" y="414212"/>
                  </a:lnTo>
                  <a:lnTo>
                    <a:pt x="1338149" y="376662"/>
                  </a:lnTo>
                  <a:lnTo>
                    <a:pt x="1346987" y="334467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28147" y="2110320"/>
              <a:ext cx="1347470" cy="688975"/>
            </a:xfrm>
            <a:custGeom>
              <a:avLst/>
              <a:gdLst/>
              <a:ahLst/>
              <a:cxnLst/>
              <a:rect l="l" t="t" r="r" b="b"/>
              <a:pathLst>
                <a:path w="1347470" h="688975">
                  <a:moveTo>
                    <a:pt x="121132" y="229323"/>
                  </a:moveTo>
                  <a:lnTo>
                    <a:pt x="72957" y="239144"/>
                  </a:lnTo>
                  <a:lnTo>
                    <a:pt x="34567" y="259892"/>
                  </a:lnTo>
                  <a:lnTo>
                    <a:pt x="9177" y="288784"/>
                  </a:lnTo>
                  <a:lnTo>
                    <a:pt x="0" y="323037"/>
                  </a:lnTo>
                  <a:lnTo>
                    <a:pt x="4583" y="347997"/>
                  </a:lnTo>
                  <a:lnTo>
                    <a:pt x="38892" y="390211"/>
                  </a:lnTo>
                  <a:lnTo>
                    <a:pt x="38765" y="433884"/>
                  </a:lnTo>
                  <a:lnTo>
                    <a:pt x="39657" y="505489"/>
                  </a:lnTo>
                  <a:lnTo>
                    <a:pt x="68857" y="535497"/>
                  </a:lnTo>
                  <a:lnTo>
                    <a:pt x="112200" y="555648"/>
                  </a:lnTo>
                  <a:lnTo>
                    <a:pt x="165328" y="563016"/>
                  </a:lnTo>
                  <a:lnTo>
                    <a:pt x="170662" y="563016"/>
                  </a:lnTo>
                  <a:lnTo>
                    <a:pt x="175996" y="563016"/>
                  </a:lnTo>
                  <a:lnTo>
                    <a:pt x="181330" y="562254"/>
                  </a:lnTo>
                  <a:lnTo>
                    <a:pt x="180568" y="563016"/>
                  </a:lnTo>
                  <a:lnTo>
                    <a:pt x="210394" y="592001"/>
                  </a:lnTo>
                  <a:lnTo>
                    <a:pt x="247682" y="615498"/>
                  </a:lnTo>
                  <a:lnTo>
                    <a:pt x="290932" y="632959"/>
                  </a:lnTo>
                  <a:lnTo>
                    <a:pt x="338643" y="643837"/>
                  </a:lnTo>
                  <a:lnTo>
                    <a:pt x="389318" y="647585"/>
                  </a:lnTo>
                  <a:lnTo>
                    <a:pt x="421791" y="646027"/>
                  </a:lnTo>
                  <a:lnTo>
                    <a:pt x="453694" y="641400"/>
                  </a:lnTo>
                  <a:lnTo>
                    <a:pt x="484455" y="633773"/>
                  </a:lnTo>
                  <a:lnTo>
                    <a:pt x="513499" y="623214"/>
                  </a:lnTo>
                  <a:lnTo>
                    <a:pt x="512737" y="623976"/>
                  </a:lnTo>
                  <a:lnTo>
                    <a:pt x="546977" y="651127"/>
                  </a:lnTo>
                  <a:lnTo>
                    <a:pt x="588929" y="671495"/>
                  </a:lnTo>
                  <a:lnTo>
                    <a:pt x="636593" y="684292"/>
                  </a:lnTo>
                  <a:lnTo>
                    <a:pt x="687971" y="688733"/>
                  </a:lnTo>
                  <a:lnTo>
                    <a:pt x="742102" y="683875"/>
                  </a:lnTo>
                  <a:lnTo>
                    <a:pt x="791515" y="669983"/>
                  </a:lnTo>
                  <a:lnTo>
                    <a:pt x="834051" y="648082"/>
                  </a:lnTo>
                  <a:lnTo>
                    <a:pt x="867553" y="619197"/>
                  </a:lnTo>
                  <a:lnTo>
                    <a:pt x="889863" y="584352"/>
                  </a:lnTo>
                  <a:lnTo>
                    <a:pt x="889863" y="585114"/>
                  </a:lnTo>
                  <a:lnTo>
                    <a:pt x="912259" y="593555"/>
                  </a:lnTo>
                  <a:lnTo>
                    <a:pt x="935867" y="599497"/>
                  </a:lnTo>
                  <a:lnTo>
                    <a:pt x="960474" y="603009"/>
                  </a:lnTo>
                  <a:lnTo>
                    <a:pt x="985862" y="604164"/>
                  </a:lnTo>
                  <a:lnTo>
                    <a:pt x="1042523" y="597832"/>
                  </a:lnTo>
                  <a:lnTo>
                    <a:pt x="1091723" y="580200"/>
                  </a:lnTo>
                  <a:lnTo>
                    <a:pt x="1130574" y="553316"/>
                  </a:lnTo>
                  <a:lnTo>
                    <a:pt x="1156185" y="519228"/>
                  </a:lnTo>
                  <a:lnTo>
                    <a:pt x="1165669" y="479983"/>
                  </a:lnTo>
                  <a:lnTo>
                    <a:pt x="1224604" y="467774"/>
                  </a:lnTo>
                  <a:lnTo>
                    <a:pt x="1274580" y="445217"/>
                  </a:lnTo>
                  <a:lnTo>
                    <a:pt x="1313221" y="414212"/>
                  </a:lnTo>
                  <a:lnTo>
                    <a:pt x="1338149" y="376662"/>
                  </a:lnTo>
                  <a:lnTo>
                    <a:pt x="1346987" y="334467"/>
                  </a:lnTo>
                  <a:lnTo>
                    <a:pt x="1344167" y="310238"/>
                  </a:lnTo>
                  <a:lnTo>
                    <a:pt x="1335849" y="286939"/>
                  </a:lnTo>
                  <a:lnTo>
                    <a:pt x="1322245" y="264928"/>
                  </a:lnTo>
                  <a:lnTo>
                    <a:pt x="1303566" y="244563"/>
                  </a:lnTo>
                  <a:lnTo>
                    <a:pt x="1302804" y="244563"/>
                  </a:lnTo>
                  <a:lnTo>
                    <a:pt x="1308804" y="233562"/>
                  </a:lnTo>
                  <a:lnTo>
                    <a:pt x="1313091" y="222275"/>
                  </a:lnTo>
                  <a:lnTo>
                    <a:pt x="1315662" y="210702"/>
                  </a:lnTo>
                  <a:lnTo>
                    <a:pt x="1316520" y="198843"/>
                  </a:lnTo>
                  <a:lnTo>
                    <a:pt x="1307531" y="161098"/>
                  </a:lnTo>
                  <a:lnTo>
                    <a:pt x="1282326" y="128281"/>
                  </a:lnTo>
                  <a:lnTo>
                    <a:pt x="1243552" y="102747"/>
                  </a:lnTo>
                  <a:lnTo>
                    <a:pt x="1193850" y="86855"/>
                  </a:lnTo>
                  <a:lnTo>
                    <a:pt x="1194612" y="86855"/>
                  </a:lnTo>
                  <a:lnTo>
                    <a:pt x="1176106" y="52067"/>
                  </a:lnTo>
                  <a:lnTo>
                    <a:pt x="1142523" y="24568"/>
                  </a:lnTo>
                  <a:lnTo>
                    <a:pt x="1097654" y="6498"/>
                  </a:lnTo>
                  <a:lnTo>
                    <a:pt x="1045286" y="0"/>
                  </a:lnTo>
                  <a:lnTo>
                    <a:pt x="1012301" y="2512"/>
                  </a:lnTo>
                  <a:lnTo>
                    <a:pt x="981386" y="9809"/>
                  </a:lnTo>
                  <a:lnTo>
                    <a:pt x="953471" y="21533"/>
                  </a:lnTo>
                  <a:lnTo>
                    <a:pt x="929487" y="37325"/>
                  </a:lnTo>
                  <a:lnTo>
                    <a:pt x="907974" y="21533"/>
                  </a:lnTo>
                  <a:lnTo>
                    <a:pt x="881964" y="9809"/>
                  </a:lnTo>
                  <a:lnTo>
                    <a:pt x="852667" y="2512"/>
                  </a:lnTo>
                  <a:lnTo>
                    <a:pt x="821296" y="0"/>
                  </a:lnTo>
                  <a:lnTo>
                    <a:pt x="784039" y="3714"/>
                  </a:lnTo>
                  <a:lnTo>
                    <a:pt x="750066" y="14285"/>
                  </a:lnTo>
                  <a:lnTo>
                    <a:pt x="721235" y="30855"/>
                  </a:lnTo>
                  <a:lnTo>
                    <a:pt x="699401" y="52565"/>
                  </a:lnTo>
                  <a:lnTo>
                    <a:pt x="700163" y="54089"/>
                  </a:lnTo>
                  <a:lnTo>
                    <a:pt x="674876" y="39851"/>
                  </a:lnTo>
                  <a:lnTo>
                    <a:pt x="646449" y="29330"/>
                  </a:lnTo>
                  <a:lnTo>
                    <a:pt x="615735" y="22810"/>
                  </a:lnTo>
                  <a:lnTo>
                    <a:pt x="583590" y="20574"/>
                  </a:lnTo>
                  <a:lnTo>
                    <a:pt x="538653" y="24858"/>
                  </a:lnTo>
                  <a:lnTo>
                    <a:pt x="497787" y="37141"/>
                  </a:lnTo>
                  <a:lnTo>
                    <a:pt x="463062" y="56567"/>
                  </a:lnTo>
                  <a:lnTo>
                    <a:pt x="436549" y="82283"/>
                  </a:lnTo>
                  <a:lnTo>
                    <a:pt x="435787" y="83045"/>
                  </a:lnTo>
                  <a:lnTo>
                    <a:pt x="410994" y="74484"/>
                  </a:lnTo>
                  <a:lnTo>
                    <a:pt x="384841" y="68281"/>
                  </a:lnTo>
                  <a:lnTo>
                    <a:pt x="357688" y="64507"/>
                  </a:lnTo>
                  <a:lnTo>
                    <a:pt x="329895" y="63233"/>
                  </a:lnTo>
                  <a:lnTo>
                    <a:pt x="273785" y="68460"/>
                  </a:lnTo>
                  <a:lnTo>
                    <a:pt x="223368" y="83210"/>
                  </a:lnTo>
                  <a:lnTo>
                    <a:pt x="180655" y="106087"/>
                  </a:lnTo>
                  <a:lnTo>
                    <a:pt x="147657" y="135694"/>
                  </a:lnTo>
                  <a:lnTo>
                    <a:pt x="126384" y="170635"/>
                  </a:lnTo>
                  <a:lnTo>
                    <a:pt x="118846" y="209511"/>
                  </a:lnTo>
                  <a:lnTo>
                    <a:pt x="118846" y="216369"/>
                  </a:lnTo>
                  <a:lnTo>
                    <a:pt x="119608" y="222465"/>
                  </a:lnTo>
                  <a:lnTo>
                    <a:pt x="121132" y="229323"/>
                  </a:lnTo>
                  <a:close/>
                </a:path>
                <a:path w="1347470" h="688975">
                  <a:moveTo>
                    <a:pt x="67043" y="405320"/>
                  </a:moveTo>
                  <a:lnTo>
                    <a:pt x="82997" y="410873"/>
                  </a:lnTo>
                  <a:lnTo>
                    <a:pt x="99807" y="414929"/>
                  </a:lnTo>
                  <a:lnTo>
                    <a:pt x="117187" y="417416"/>
                  </a:lnTo>
                  <a:lnTo>
                    <a:pt x="134848" y="418261"/>
                  </a:lnTo>
                  <a:lnTo>
                    <a:pt x="138658" y="418261"/>
                  </a:lnTo>
                  <a:lnTo>
                    <a:pt x="142468" y="418261"/>
                  </a:lnTo>
                  <a:lnTo>
                    <a:pt x="145516" y="418261"/>
                  </a:lnTo>
                </a:path>
                <a:path w="1347470" h="688975">
                  <a:moveTo>
                    <a:pt x="181330" y="562254"/>
                  </a:moveTo>
                  <a:lnTo>
                    <a:pt x="190008" y="561416"/>
                  </a:lnTo>
                  <a:lnTo>
                    <a:pt x="198754" y="560074"/>
                  </a:lnTo>
                  <a:lnTo>
                    <a:pt x="207358" y="558302"/>
                  </a:lnTo>
                  <a:lnTo>
                    <a:pt x="215607" y="556171"/>
                  </a:lnTo>
                </a:path>
                <a:path w="1347470" h="688975">
                  <a:moveTo>
                    <a:pt x="492175" y="595782"/>
                  </a:moveTo>
                  <a:lnTo>
                    <a:pt x="496460" y="603080"/>
                  </a:lnTo>
                  <a:lnTo>
                    <a:pt x="501313" y="610165"/>
                  </a:lnTo>
                  <a:lnTo>
                    <a:pt x="506738" y="617106"/>
                  </a:lnTo>
                  <a:lnTo>
                    <a:pt x="512737" y="623976"/>
                  </a:lnTo>
                </a:path>
                <a:path w="1347470" h="688975">
                  <a:moveTo>
                    <a:pt x="889863" y="584352"/>
                  </a:moveTo>
                  <a:lnTo>
                    <a:pt x="892887" y="576911"/>
                  </a:lnTo>
                  <a:lnTo>
                    <a:pt x="895197" y="569399"/>
                  </a:lnTo>
                  <a:lnTo>
                    <a:pt x="896935" y="561747"/>
                  </a:lnTo>
                  <a:lnTo>
                    <a:pt x="898245" y="55388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7912" y="2472207"/>
              <a:ext cx="110477" cy="1226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49280" y="2147646"/>
              <a:ext cx="1181735" cy="250190"/>
            </a:xfrm>
            <a:custGeom>
              <a:avLst/>
              <a:gdLst/>
              <a:ahLst/>
              <a:cxnLst/>
              <a:rect l="l" t="t" r="r" b="b"/>
              <a:pathLst>
                <a:path w="1181735" h="250189">
                  <a:moveTo>
                    <a:pt x="1136726" y="249897"/>
                  </a:moveTo>
                  <a:lnTo>
                    <a:pt x="1150708" y="240658"/>
                  </a:lnTo>
                  <a:lnTo>
                    <a:pt x="1162908" y="230277"/>
                  </a:lnTo>
                  <a:lnTo>
                    <a:pt x="1173253" y="219042"/>
                  </a:lnTo>
                  <a:lnTo>
                    <a:pt x="1181671" y="207238"/>
                  </a:lnTo>
                </a:path>
                <a:path w="1181735" h="250189">
                  <a:moveTo>
                    <a:pt x="1075766" y="69329"/>
                  </a:moveTo>
                  <a:lnTo>
                    <a:pt x="1075766" y="68567"/>
                  </a:lnTo>
                  <a:lnTo>
                    <a:pt x="1075766" y="67817"/>
                  </a:lnTo>
                  <a:lnTo>
                    <a:pt x="1075766" y="61721"/>
                  </a:lnTo>
                  <a:lnTo>
                    <a:pt x="1075004" y="55625"/>
                  </a:lnTo>
                  <a:lnTo>
                    <a:pt x="1073480" y="49529"/>
                  </a:lnTo>
                </a:path>
                <a:path w="1181735" h="250189">
                  <a:moveTo>
                    <a:pt x="808354" y="0"/>
                  </a:moveTo>
                  <a:lnTo>
                    <a:pt x="801782" y="5869"/>
                  </a:lnTo>
                  <a:lnTo>
                    <a:pt x="795781" y="12096"/>
                  </a:lnTo>
                  <a:lnTo>
                    <a:pt x="790352" y="18752"/>
                  </a:lnTo>
                  <a:lnTo>
                    <a:pt x="785494" y="25907"/>
                  </a:lnTo>
                </a:path>
                <a:path w="1181735" h="250189">
                  <a:moveTo>
                    <a:pt x="578269" y="15239"/>
                  </a:moveTo>
                  <a:lnTo>
                    <a:pt x="573697" y="22097"/>
                  </a:lnTo>
                  <a:lnTo>
                    <a:pt x="569887" y="29717"/>
                  </a:lnTo>
                  <a:lnTo>
                    <a:pt x="567601" y="37337"/>
                  </a:lnTo>
                </a:path>
                <a:path w="1181735" h="250189">
                  <a:moveTo>
                    <a:pt x="355803" y="67055"/>
                  </a:moveTo>
                  <a:lnTo>
                    <a:pt x="346373" y="61043"/>
                  </a:lnTo>
                  <a:lnTo>
                    <a:pt x="336372" y="55530"/>
                  </a:lnTo>
                  <a:lnTo>
                    <a:pt x="325799" y="50446"/>
                  </a:lnTo>
                  <a:lnTo>
                    <a:pt x="314655" y="45719"/>
                  </a:lnTo>
                </a:path>
                <a:path w="1181735" h="250189">
                  <a:moveTo>
                    <a:pt x="0" y="191998"/>
                  </a:moveTo>
                  <a:lnTo>
                    <a:pt x="1524" y="199618"/>
                  </a:lnTo>
                  <a:lnTo>
                    <a:pt x="3810" y="207238"/>
                  </a:lnTo>
                  <a:lnTo>
                    <a:pt x="6857" y="21485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7738" y="1776108"/>
            <a:ext cx="113792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/>
                <a:cs typeface="Arial"/>
              </a:rPr>
              <a:t>Guest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OS</a:t>
            </a:r>
            <a:endParaRPr sz="2000">
              <a:latin typeface="Arial"/>
              <a:cs typeface="Arial"/>
            </a:endParaRPr>
          </a:p>
          <a:p>
            <a:pPr marL="429259">
              <a:lnSpc>
                <a:spcPct val="100000"/>
              </a:lnSpc>
              <a:spcBef>
                <a:spcPts val="1385"/>
              </a:spcBef>
            </a:pPr>
            <a:r>
              <a:rPr sz="1800" spc="-10" dirty="0">
                <a:latin typeface="Arial Narrow"/>
                <a:cs typeface="Arial Narrow"/>
              </a:rPr>
              <a:t>balloon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5832" y="1467550"/>
            <a:ext cx="1434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inflate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balloon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(+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pressure)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1356" y="1483547"/>
            <a:ext cx="1410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may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page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out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virtual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disk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92838" y="2102319"/>
            <a:ext cx="903605" cy="584835"/>
            <a:chOff x="5592838" y="2102319"/>
            <a:chExt cx="903605" cy="584835"/>
          </a:xfrm>
        </p:grpSpPr>
        <p:sp>
          <p:nvSpPr>
            <p:cNvPr id="16" name="object 16"/>
            <p:cNvSpPr/>
            <p:nvPr/>
          </p:nvSpPr>
          <p:spPr>
            <a:xfrm>
              <a:off x="5941784" y="2108796"/>
              <a:ext cx="548005" cy="571500"/>
            </a:xfrm>
            <a:custGeom>
              <a:avLst/>
              <a:gdLst/>
              <a:ahLst/>
              <a:cxnLst/>
              <a:rect l="l" t="t" r="r" b="b"/>
              <a:pathLst>
                <a:path w="548004" h="571500">
                  <a:moveTo>
                    <a:pt x="547776" y="499783"/>
                  </a:moveTo>
                  <a:lnTo>
                    <a:pt x="547776" y="71615"/>
                  </a:lnTo>
                  <a:lnTo>
                    <a:pt x="537992" y="52552"/>
                  </a:lnTo>
                  <a:lnTo>
                    <a:pt x="467591" y="20948"/>
                  </a:lnTo>
                  <a:lnTo>
                    <a:pt x="412223" y="9761"/>
                  </a:lnTo>
                  <a:lnTo>
                    <a:pt x="346907" y="2553"/>
                  </a:lnTo>
                  <a:lnTo>
                    <a:pt x="274269" y="0"/>
                  </a:lnTo>
                  <a:lnTo>
                    <a:pt x="201309" y="2553"/>
                  </a:lnTo>
                  <a:lnTo>
                    <a:pt x="135778" y="9761"/>
                  </a:lnTo>
                  <a:lnTo>
                    <a:pt x="80279" y="20948"/>
                  </a:lnTo>
                  <a:lnTo>
                    <a:pt x="37415" y="35437"/>
                  </a:lnTo>
                  <a:lnTo>
                    <a:pt x="0" y="71615"/>
                  </a:lnTo>
                  <a:lnTo>
                    <a:pt x="0" y="499783"/>
                  </a:lnTo>
                  <a:lnTo>
                    <a:pt x="37415" y="535960"/>
                  </a:lnTo>
                  <a:lnTo>
                    <a:pt x="80279" y="550449"/>
                  </a:lnTo>
                  <a:lnTo>
                    <a:pt x="135778" y="561636"/>
                  </a:lnTo>
                  <a:lnTo>
                    <a:pt x="201309" y="568845"/>
                  </a:lnTo>
                  <a:lnTo>
                    <a:pt x="274269" y="571398"/>
                  </a:lnTo>
                  <a:lnTo>
                    <a:pt x="346907" y="568845"/>
                  </a:lnTo>
                  <a:lnTo>
                    <a:pt x="412223" y="561636"/>
                  </a:lnTo>
                  <a:lnTo>
                    <a:pt x="467591" y="550449"/>
                  </a:lnTo>
                  <a:lnTo>
                    <a:pt x="510389" y="535960"/>
                  </a:lnTo>
                  <a:lnTo>
                    <a:pt x="547776" y="499783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41784" y="2108796"/>
              <a:ext cx="548005" cy="143510"/>
            </a:xfrm>
            <a:custGeom>
              <a:avLst/>
              <a:gdLst/>
              <a:ahLst/>
              <a:cxnLst/>
              <a:rect l="l" t="t" r="r" b="b"/>
              <a:pathLst>
                <a:path w="548004" h="143510">
                  <a:moveTo>
                    <a:pt x="547776" y="71615"/>
                  </a:moveTo>
                  <a:lnTo>
                    <a:pt x="510389" y="35437"/>
                  </a:lnTo>
                  <a:lnTo>
                    <a:pt x="467591" y="20948"/>
                  </a:lnTo>
                  <a:lnTo>
                    <a:pt x="412223" y="9761"/>
                  </a:lnTo>
                  <a:lnTo>
                    <a:pt x="346907" y="2553"/>
                  </a:lnTo>
                  <a:lnTo>
                    <a:pt x="274269" y="0"/>
                  </a:lnTo>
                  <a:lnTo>
                    <a:pt x="201309" y="2553"/>
                  </a:lnTo>
                  <a:lnTo>
                    <a:pt x="135778" y="9761"/>
                  </a:lnTo>
                  <a:lnTo>
                    <a:pt x="80279" y="20948"/>
                  </a:lnTo>
                  <a:lnTo>
                    <a:pt x="37415" y="35437"/>
                  </a:lnTo>
                  <a:lnTo>
                    <a:pt x="0" y="71615"/>
                  </a:lnTo>
                  <a:lnTo>
                    <a:pt x="9787" y="90674"/>
                  </a:lnTo>
                  <a:lnTo>
                    <a:pt x="80279" y="122277"/>
                  </a:lnTo>
                  <a:lnTo>
                    <a:pt x="135778" y="133466"/>
                  </a:lnTo>
                  <a:lnTo>
                    <a:pt x="201309" y="140676"/>
                  </a:lnTo>
                  <a:lnTo>
                    <a:pt x="274269" y="143230"/>
                  </a:lnTo>
                  <a:lnTo>
                    <a:pt x="346907" y="140676"/>
                  </a:lnTo>
                  <a:lnTo>
                    <a:pt x="412223" y="133466"/>
                  </a:lnTo>
                  <a:lnTo>
                    <a:pt x="467591" y="122277"/>
                  </a:lnTo>
                  <a:lnTo>
                    <a:pt x="510389" y="107787"/>
                  </a:lnTo>
                  <a:lnTo>
                    <a:pt x="547776" y="71615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41784" y="2108796"/>
              <a:ext cx="548005" cy="571500"/>
            </a:xfrm>
            <a:custGeom>
              <a:avLst/>
              <a:gdLst/>
              <a:ahLst/>
              <a:cxnLst/>
              <a:rect l="l" t="t" r="r" b="b"/>
              <a:pathLst>
                <a:path w="548004" h="571500">
                  <a:moveTo>
                    <a:pt x="274269" y="0"/>
                  </a:moveTo>
                  <a:lnTo>
                    <a:pt x="201309" y="2553"/>
                  </a:lnTo>
                  <a:lnTo>
                    <a:pt x="135778" y="9761"/>
                  </a:lnTo>
                  <a:lnTo>
                    <a:pt x="80279" y="20948"/>
                  </a:lnTo>
                  <a:lnTo>
                    <a:pt x="37415" y="35437"/>
                  </a:lnTo>
                  <a:lnTo>
                    <a:pt x="0" y="71615"/>
                  </a:lnTo>
                  <a:lnTo>
                    <a:pt x="0" y="499783"/>
                  </a:lnTo>
                  <a:lnTo>
                    <a:pt x="37415" y="535960"/>
                  </a:lnTo>
                  <a:lnTo>
                    <a:pt x="80279" y="550449"/>
                  </a:lnTo>
                  <a:lnTo>
                    <a:pt x="135778" y="561636"/>
                  </a:lnTo>
                  <a:lnTo>
                    <a:pt x="201309" y="568845"/>
                  </a:lnTo>
                  <a:lnTo>
                    <a:pt x="274269" y="571398"/>
                  </a:lnTo>
                  <a:lnTo>
                    <a:pt x="346907" y="568845"/>
                  </a:lnTo>
                  <a:lnTo>
                    <a:pt x="412223" y="561636"/>
                  </a:lnTo>
                  <a:lnTo>
                    <a:pt x="467591" y="550449"/>
                  </a:lnTo>
                  <a:lnTo>
                    <a:pt x="510389" y="535960"/>
                  </a:lnTo>
                  <a:lnTo>
                    <a:pt x="547776" y="499783"/>
                  </a:lnTo>
                  <a:lnTo>
                    <a:pt x="547776" y="71615"/>
                  </a:lnTo>
                  <a:lnTo>
                    <a:pt x="510389" y="35437"/>
                  </a:lnTo>
                  <a:lnTo>
                    <a:pt x="467591" y="20948"/>
                  </a:lnTo>
                  <a:lnTo>
                    <a:pt x="412223" y="9761"/>
                  </a:lnTo>
                  <a:lnTo>
                    <a:pt x="346907" y="2553"/>
                  </a:lnTo>
                  <a:lnTo>
                    <a:pt x="274269" y="0"/>
                  </a:lnTo>
                  <a:close/>
                </a:path>
                <a:path w="548004" h="571500">
                  <a:moveTo>
                    <a:pt x="0" y="71615"/>
                  </a:moveTo>
                  <a:lnTo>
                    <a:pt x="37415" y="107787"/>
                  </a:lnTo>
                  <a:lnTo>
                    <a:pt x="80279" y="122277"/>
                  </a:lnTo>
                  <a:lnTo>
                    <a:pt x="135778" y="133466"/>
                  </a:lnTo>
                  <a:lnTo>
                    <a:pt x="201309" y="140676"/>
                  </a:lnTo>
                  <a:lnTo>
                    <a:pt x="274269" y="143230"/>
                  </a:lnTo>
                  <a:lnTo>
                    <a:pt x="346907" y="140676"/>
                  </a:lnTo>
                  <a:lnTo>
                    <a:pt x="412223" y="133466"/>
                  </a:lnTo>
                  <a:lnTo>
                    <a:pt x="467591" y="122277"/>
                  </a:lnTo>
                  <a:lnTo>
                    <a:pt x="510389" y="107787"/>
                  </a:lnTo>
                  <a:lnTo>
                    <a:pt x="537992" y="90674"/>
                  </a:lnTo>
                  <a:lnTo>
                    <a:pt x="547776" y="71615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92838" y="2373922"/>
              <a:ext cx="271780" cy="0"/>
            </a:xfrm>
            <a:custGeom>
              <a:avLst/>
              <a:gdLst/>
              <a:ahLst/>
              <a:cxnLst/>
              <a:rect l="l" t="t" r="r" b="b"/>
              <a:pathLst>
                <a:path w="271779">
                  <a:moveTo>
                    <a:pt x="0" y="0"/>
                  </a:moveTo>
                  <a:lnTo>
                    <a:pt x="271233" y="0"/>
                  </a:lnTo>
                </a:path>
              </a:pathLst>
            </a:custGeom>
            <a:ln w="57137">
              <a:solidFill>
                <a:srgbClr val="C5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93219" y="2264981"/>
              <a:ext cx="219075" cy="219075"/>
            </a:xfrm>
            <a:custGeom>
              <a:avLst/>
              <a:gdLst/>
              <a:ahLst/>
              <a:cxnLst/>
              <a:rect l="l" t="t" r="r" b="b"/>
              <a:pathLst>
                <a:path w="219075" h="219075">
                  <a:moveTo>
                    <a:pt x="218655" y="109702"/>
                  </a:moveTo>
                  <a:lnTo>
                    <a:pt x="0" y="0"/>
                  </a:lnTo>
                  <a:lnTo>
                    <a:pt x="69329" y="109702"/>
                  </a:lnTo>
                  <a:lnTo>
                    <a:pt x="0" y="218655"/>
                  </a:lnTo>
                  <a:lnTo>
                    <a:pt x="218655" y="109702"/>
                  </a:lnTo>
                  <a:close/>
                </a:path>
              </a:pathLst>
            </a:custGeom>
            <a:solidFill>
              <a:srgbClr val="C5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620391" y="2408212"/>
            <a:ext cx="977900" cy="697865"/>
            <a:chOff x="2620391" y="2408212"/>
            <a:chExt cx="977900" cy="697865"/>
          </a:xfrm>
        </p:grpSpPr>
        <p:sp>
          <p:nvSpPr>
            <p:cNvPr id="22" name="object 22"/>
            <p:cNvSpPr/>
            <p:nvPr/>
          </p:nvSpPr>
          <p:spPr>
            <a:xfrm>
              <a:off x="2632964" y="2486685"/>
              <a:ext cx="852805" cy="607060"/>
            </a:xfrm>
            <a:custGeom>
              <a:avLst/>
              <a:gdLst/>
              <a:ahLst/>
              <a:cxnLst/>
              <a:rect l="l" t="t" r="r" b="b"/>
              <a:pathLst>
                <a:path w="852804" h="607060">
                  <a:moveTo>
                    <a:pt x="0" y="606450"/>
                  </a:moveTo>
                  <a:lnTo>
                    <a:pt x="852538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43592" y="2408212"/>
              <a:ext cx="154940" cy="137160"/>
            </a:xfrm>
            <a:custGeom>
              <a:avLst/>
              <a:gdLst/>
              <a:ahLst/>
              <a:cxnLst/>
              <a:rect l="l" t="t" r="r" b="b"/>
              <a:pathLst>
                <a:path w="154939" h="137160">
                  <a:moveTo>
                    <a:pt x="154660" y="0"/>
                  </a:moveTo>
                  <a:lnTo>
                    <a:pt x="0" y="23622"/>
                  </a:lnTo>
                  <a:lnTo>
                    <a:pt x="80759" y="137134"/>
                  </a:lnTo>
                  <a:lnTo>
                    <a:pt x="154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43534" y="2588209"/>
            <a:ext cx="1967864" cy="1430655"/>
            <a:chOff x="443534" y="2588209"/>
            <a:chExt cx="1967864" cy="1430655"/>
          </a:xfrm>
        </p:grpSpPr>
        <p:sp>
          <p:nvSpPr>
            <p:cNvPr id="25" name="object 25"/>
            <p:cNvSpPr/>
            <p:nvPr/>
          </p:nvSpPr>
          <p:spPr>
            <a:xfrm>
              <a:off x="450202" y="2594876"/>
              <a:ext cx="1954530" cy="1417320"/>
            </a:xfrm>
            <a:custGeom>
              <a:avLst/>
              <a:gdLst/>
              <a:ahLst/>
              <a:cxnLst/>
              <a:rect l="l" t="t" r="r" b="b"/>
              <a:pathLst>
                <a:path w="1954530" h="1417320">
                  <a:moveTo>
                    <a:pt x="1954199" y="1062812"/>
                  </a:moveTo>
                  <a:lnTo>
                    <a:pt x="1954199" y="0"/>
                  </a:lnTo>
                  <a:lnTo>
                    <a:pt x="354266" y="0"/>
                  </a:lnTo>
                  <a:lnTo>
                    <a:pt x="0" y="354266"/>
                  </a:lnTo>
                  <a:lnTo>
                    <a:pt x="0" y="1417078"/>
                  </a:lnTo>
                  <a:lnTo>
                    <a:pt x="1599171" y="1417078"/>
                  </a:lnTo>
                  <a:lnTo>
                    <a:pt x="1954199" y="1062812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0202" y="2594876"/>
              <a:ext cx="1954530" cy="354330"/>
            </a:xfrm>
            <a:custGeom>
              <a:avLst/>
              <a:gdLst/>
              <a:ahLst/>
              <a:cxnLst/>
              <a:rect l="l" t="t" r="r" b="b"/>
              <a:pathLst>
                <a:path w="1954530" h="354330">
                  <a:moveTo>
                    <a:pt x="1954199" y="0"/>
                  </a:moveTo>
                  <a:lnTo>
                    <a:pt x="354266" y="0"/>
                  </a:lnTo>
                  <a:lnTo>
                    <a:pt x="0" y="354266"/>
                  </a:lnTo>
                  <a:lnTo>
                    <a:pt x="1599171" y="354266"/>
                  </a:lnTo>
                  <a:lnTo>
                    <a:pt x="195419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49373" y="2594876"/>
              <a:ext cx="355600" cy="1417320"/>
            </a:xfrm>
            <a:custGeom>
              <a:avLst/>
              <a:gdLst/>
              <a:ahLst/>
              <a:cxnLst/>
              <a:rect l="l" t="t" r="r" b="b"/>
              <a:pathLst>
                <a:path w="355600" h="1417320">
                  <a:moveTo>
                    <a:pt x="355028" y="1062812"/>
                  </a:moveTo>
                  <a:lnTo>
                    <a:pt x="355028" y="0"/>
                  </a:lnTo>
                  <a:lnTo>
                    <a:pt x="0" y="354266"/>
                  </a:lnTo>
                  <a:lnTo>
                    <a:pt x="0" y="1417078"/>
                  </a:lnTo>
                  <a:lnTo>
                    <a:pt x="355028" y="1062812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0202" y="2594876"/>
              <a:ext cx="1954530" cy="1417320"/>
            </a:xfrm>
            <a:custGeom>
              <a:avLst/>
              <a:gdLst/>
              <a:ahLst/>
              <a:cxnLst/>
              <a:rect l="l" t="t" r="r" b="b"/>
              <a:pathLst>
                <a:path w="1954530" h="1417320">
                  <a:moveTo>
                    <a:pt x="354266" y="0"/>
                  </a:moveTo>
                  <a:lnTo>
                    <a:pt x="0" y="354266"/>
                  </a:lnTo>
                  <a:lnTo>
                    <a:pt x="0" y="1417078"/>
                  </a:lnTo>
                  <a:lnTo>
                    <a:pt x="1599171" y="1417078"/>
                  </a:lnTo>
                  <a:lnTo>
                    <a:pt x="1954199" y="1062812"/>
                  </a:lnTo>
                  <a:lnTo>
                    <a:pt x="1954199" y="0"/>
                  </a:lnTo>
                  <a:lnTo>
                    <a:pt x="354266" y="0"/>
                  </a:lnTo>
                  <a:close/>
                </a:path>
                <a:path w="1954530" h="1417320">
                  <a:moveTo>
                    <a:pt x="0" y="354266"/>
                  </a:moveTo>
                  <a:lnTo>
                    <a:pt x="1599171" y="354266"/>
                  </a:lnTo>
                  <a:lnTo>
                    <a:pt x="1954199" y="0"/>
                  </a:lnTo>
                </a:path>
                <a:path w="1954530" h="1417320">
                  <a:moveTo>
                    <a:pt x="1599171" y="354266"/>
                  </a:moveTo>
                  <a:lnTo>
                    <a:pt x="1599171" y="1417078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35779" y="2957011"/>
            <a:ext cx="11379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/>
                <a:cs typeface="Arial"/>
              </a:rPr>
              <a:t>Guest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54854" y="3094129"/>
            <a:ext cx="28689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guest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OS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manages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memory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implicit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cooperation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04646" y="3413886"/>
            <a:ext cx="856615" cy="577850"/>
            <a:chOff x="1104646" y="3413886"/>
            <a:chExt cx="856615" cy="577850"/>
          </a:xfrm>
        </p:grpSpPr>
        <p:sp>
          <p:nvSpPr>
            <p:cNvPr id="32" name="object 32"/>
            <p:cNvSpPr/>
            <p:nvPr/>
          </p:nvSpPr>
          <p:spPr>
            <a:xfrm>
              <a:off x="1109218" y="3418458"/>
              <a:ext cx="847725" cy="568960"/>
            </a:xfrm>
            <a:custGeom>
              <a:avLst/>
              <a:gdLst/>
              <a:ahLst/>
              <a:cxnLst/>
              <a:rect l="l" t="t" r="r" b="b"/>
              <a:pathLst>
                <a:path w="847725" h="568960">
                  <a:moveTo>
                    <a:pt x="76187" y="459003"/>
                  </a:moveTo>
                  <a:lnTo>
                    <a:pt x="76187" y="188937"/>
                  </a:lnTo>
                  <a:lnTo>
                    <a:pt x="45964" y="197010"/>
                  </a:lnTo>
                  <a:lnTo>
                    <a:pt x="21810" y="214082"/>
                  </a:lnTo>
                  <a:lnTo>
                    <a:pt x="5798" y="238010"/>
                  </a:lnTo>
                  <a:lnTo>
                    <a:pt x="0" y="266649"/>
                  </a:lnTo>
                  <a:lnTo>
                    <a:pt x="2904" y="286770"/>
                  </a:lnTo>
                  <a:lnTo>
                    <a:pt x="11237" y="305319"/>
                  </a:lnTo>
                  <a:lnTo>
                    <a:pt x="24426" y="321293"/>
                  </a:lnTo>
                  <a:lnTo>
                    <a:pt x="41027" y="333075"/>
                  </a:lnTo>
                  <a:lnTo>
                    <a:pt x="41027" y="332808"/>
                  </a:lnTo>
                  <a:lnTo>
                    <a:pt x="41897" y="333692"/>
                  </a:lnTo>
                  <a:lnTo>
                    <a:pt x="41897" y="439598"/>
                  </a:lnTo>
                  <a:lnTo>
                    <a:pt x="43237" y="441409"/>
                  </a:lnTo>
                  <a:lnTo>
                    <a:pt x="70355" y="457945"/>
                  </a:lnTo>
                  <a:lnTo>
                    <a:pt x="76187" y="459003"/>
                  </a:lnTo>
                  <a:close/>
                </a:path>
                <a:path w="847725" h="568960">
                  <a:moveTo>
                    <a:pt x="41897" y="439598"/>
                  </a:moveTo>
                  <a:lnTo>
                    <a:pt x="41897" y="333692"/>
                  </a:lnTo>
                  <a:lnTo>
                    <a:pt x="41027" y="333075"/>
                  </a:lnTo>
                  <a:lnTo>
                    <a:pt x="31468" y="344586"/>
                  </a:lnTo>
                  <a:lnTo>
                    <a:pt x="24288" y="357600"/>
                  </a:lnTo>
                  <a:lnTo>
                    <a:pt x="19823" y="371613"/>
                  </a:lnTo>
                  <a:lnTo>
                    <a:pt x="18287" y="386270"/>
                  </a:lnTo>
                  <a:lnTo>
                    <a:pt x="24977" y="416731"/>
                  </a:lnTo>
                  <a:lnTo>
                    <a:pt x="41897" y="439598"/>
                  </a:lnTo>
                  <a:close/>
                </a:path>
                <a:path w="847725" h="568960">
                  <a:moveTo>
                    <a:pt x="751205" y="70853"/>
                  </a:moveTo>
                  <a:lnTo>
                    <a:pt x="739455" y="42423"/>
                  </a:lnTo>
                  <a:lnTo>
                    <a:pt x="718350" y="19996"/>
                  </a:lnTo>
                  <a:lnTo>
                    <a:pt x="690243" y="5284"/>
                  </a:lnTo>
                  <a:lnTo>
                    <a:pt x="657491" y="0"/>
                  </a:lnTo>
                  <a:lnTo>
                    <a:pt x="636746" y="2083"/>
                  </a:lnTo>
                  <a:lnTo>
                    <a:pt x="617212" y="8094"/>
                  </a:lnTo>
                  <a:lnTo>
                    <a:pt x="599532" y="17675"/>
                  </a:lnTo>
                  <a:lnTo>
                    <a:pt x="584352" y="30467"/>
                  </a:lnTo>
                  <a:lnTo>
                    <a:pt x="570762" y="17675"/>
                  </a:lnTo>
                  <a:lnTo>
                    <a:pt x="554455" y="8094"/>
                  </a:lnTo>
                  <a:lnTo>
                    <a:pt x="536144" y="2083"/>
                  </a:lnTo>
                  <a:lnTo>
                    <a:pt x="516547" y="0"/>
                  </a:lnTo>
                  <a:lnTo>
                    <a:pt x="493182" y="3035"/>
                  </a:lnTo>
                  <a:lnTo>
                    <a:pt x="471885" y="11714"/>
                  </a:lnTo>
                  <a:lnTo>
                    <a:pt x="453873" y="25390"/>
                  </a:lnTo>
                  <a:lnTo>
                    <a:pt x="440359" y="43421"/>
                  </a:lnTo>
                  <a:lnTo>
                    <a:pt x="440359" y="44183"/>
                  </a:lnTo>
                  <a:lnTo>
                    <a:pt x="424436" y="32505"/>
                  </a:lnTo>
                  <a:lnTo>
                    <a:pt x="406652" y="23901"/>
                  </a:lnTo>
                  <a:lnTo>
                    <a:pt x="387437" y="18583"/>
                  </a:lnTo>
                  <a:lnTo>
                    <a:pt x="367220" y="16763"/>
                  </a:lnTo>
                  <a:lnTo>
                    <a:pt x="338879" y="20345"/>
                  </a:lnTo>
                  <a:lnTo>
                    <a:pt x="313034" y="30568"/>
                  </a:lnTo>
                  <a:lnTo>
                    <a:pt x="291044" y="46649"/>
                  </a:lnTo>
                  <a:lnTo>
                    <a:pt x="274269" y="67805"/>
                  </a:lnTo>
                  <a:lnTo>
                    <a:pt x="274269" y="68567"/>
                  </a:lnTo>
                  <a:lnTo>
                    <a:pt x="258441" y="61125"/>
                  </a:lnTo>
                  <a:lnTo>
                    <a:pt x="241895" y="55899"/>
                  </a:lnTo>
                  <a:lnTo>
                    <a:pt x="224775" y="52815"/>
                  </a:lnTo>
                  <a:lnTo>
                    <a:pt x="207225" y="51803"/>
                  </a:lnTo>
                  <a:lnTo>
                    <a:pt x="155657" y="61302"/>
                  </a:lnTo>
                  <a:lnTo>
                    <a:pt x="113517" y="87228"/>
                  </a:lnTo>
                  <a:lnTo>
                    <a:pt x="85090" y="125725"/>
                  </a:lnTo>
                  <a:lnTo>
                    <a:pt x="74663" y="172935"/>
                  </a:lnTo>
                  <a:lnTo>
                    <a:pt x="74663" y="178269"/>
                  </a:lnTo>
                  <a:lnTo>
                    <a:pt x="76187" y="188937"/>
                  </a:lnTo>
                  <a:lnTo>
                    <a:pt x="76187" y="459003"/>
                  </a:lnTo>
                  <a:lnTo>
                    <a:pt x="103619" y="463981"/>
                  </a:lnTo>
                  <a:lnTo>
                    <a:pt x="113517" y="463981"/>
                  </a:lnTo>
                  <a:lnTo>
                    <a:pt x="137639" y="493251"/>
                  </a:lnTo>
                  <a:lnTo>
                    <a:pt x="168757" y="515310"/>
                  </a:lnTo>
                  <a:lnTo>
                    <a:pt x="205018" y="529227"/>
                  </a:lnTo>
                  <a:lnTo>
                    <a:pt x="244563" y="534073"/>
                  </a:lnTo>
                  <a:lnTo>
                    <a:pt x="265071" y="532799"/>
                  </a:lnTo>
                  <a:lnTo>
                    <a:pt x="285224" y="529024"/>
                  </a:lnTo>
                  <a:lnTo>
                    <a:pt x="304666" y="522821"/>
                  </a:lnTo>
                  <a:lnTo>
                    <a:pt x="322275" y="514616"/>
                  </a:lnTo>
                  <a:lnTo>
                    <a:pt x="322275" y="514261"/>
                  </a:lnTo>
                  <a:lnTo>
                    <a:pt x="323037" y="514261"/>
                  </a:lnTo>
                  <a:lnTo>
                    <a:pt x="323037" y="515056"/>
                  </a:lnTo>
                  <a:lnTo>
                    <a:pt x="343925" y="536857"/>
                  </a:lnTo>
                  <a:lnTo>
                    <a:pt x="370363" y="553878"/>
                  </a:lnTo>
                  <a:lnTo>
                    <a:pt x="400374" y="564613"/>
                  </a:lnTo>
                  <a:lnTo>
                    <a:pt x="432739" y="568350"/>
                  </a:lnTo>
                  <a:lnTo>
                    <a:pt x="474897" y="562077"/>
                  </a:lnTo>
                  <a:lnTo>
                    <a:pt x="511695" y="544449"/>
                  </a:lnTo>
                  <a:lnTo>
                    <a:pt x="540635" y="517247"/>
                  </a:lnTo>
                  <a:lnTo>
                    <a:pt x="559219" y="482257"/>
                  </a:lnTo>
                  <a:lnTo>
                    <a:pt x="559981" y="482257"/>
                  </a:lnTo>
                  <a:lnTo>
                    <a:pt x="573761" y="489257"/>
                  </a:lnTo>
                  <a:lnTo>
                    <a:pt x="588544" y="494258"/>
                  </a:lnTo>
                  <a:lnTo>
                    <a:pt x="603902" y="497258"/>
                  </a:lnTo>
                  <a:lnTo>
                    <a:pt x="619404" y="498259"/>
                  </a:lnTo>
                  <a:lnTo>
                    <a:pt x="663495" y="490224"/>
                  </a:lnTo>
                  <a:lnTo>
                    <a:pt x="699587" y="468263"/>
                  </a:lnTo>
                  <a:lnTo>
                    <a:pt x="723965" y="435588"/>
                  </a:lnTo>
                  <a:lnTo>
                    <a:pt x="732917" y="395414"/>
                  </a:lnTo>
                  <a:lnTo>
                    <a:pt x="750443" y="390108"/>
                  </a:lnTo>
                  <a:lnTo>
                    <a:pt x="750443" y="71615"/>
                  </a:lnTo>
                  <a:lnTo>
                    <a:pt x="751205" y="70853"/>
                  </a:lnTo>
                  <a:close/>
                </a:path>
                <a:path w="847725" h="568960">
                  <a:moveTo>
                    <a:pt x="322510" y="514506"/>
                  </a:moveTo>
                  <a:lnTo>
                    <a:pt x="322275" y="514261"/>
                  </a:lnTo>
                  <a:lnTo>
                    <a:pt x="322275" y="514616"/>
                  </a:lnTo>
                  <a:lnTo>
                    <a:pt x="322510" y="514506"/>
                  </a:lnTo>
                  <a:close/>
                </a:path>
                <a:path w="847725" h="568960">
                  <a:moveTo>
                    <a:pt x="323037" y="515056"/>
                  </a:moveTo>
                  <a:lnTo>
                    <a:pt x="323037" y="514261"/>
                  </a:lnTo>
                  <a:lnTo>
                    <a:pt x="322510" y="514506"/>
                  </a:lnTo>
                  <a:lnTo>
                    <a:pt x="323037" y="515056"/>
                  </a:lnTo>
                  <a:close/>
                </a:path>
                <a:path w="847725" h="568960">
                  <a:moveTo>
                    <a:pt x="828154" y="163804"/>
                  </a:moveTo>
                  <a:lnTo>
                    <a:pt x="822441" y="132683"/>
                  </a:lnTo>
                  <a:lnTo>
                    <a:pt x="806443" y="105708"/>
                  </a:lnTo>
                  <a:lnTo>
                    <a:pt x="781873" y="84734"/>
                  </a:lnTo>
                  <a:lnTo>
                    <a:pt x="750443" y="71615"/>
                  </a:lnTo>
                  <a:lnTo>
                    <a:pt x="750443" y="390108"/>
                  </a:lnTo>
                  <a:lnTo>
                    <a:pt x="778420" y="381639"/>
                  </a:lnTo>
                  <a:lnTo>
                    <a:pt x="814635" y="354934"/>
                  </a:lnTo>
                  <a:lnTo>
                    <a:pt x="819010" y="348249"/>
                  </a:lnTo>
                  <a:lnTo>
                    <a:pt x="819010" y="201129"/>
                  </a:lnTo>
                  <a:lnTo>
                    <a:pt x="823010" y="192295"/>
                  </a:lnTo>
                  <a:lnTo>
                    <a:pt x="825868" y="183033"/>
                  </a:lnTo>
                  <a:lnTo>
                    <a:pt x="827582" y="173488"/>
                  </a:lnTo>
                  <a:lnTo>
                    <a:pt x="828154" y="163804"/>
                  </a:lnTo>
                  <a:close/>
                </a:path>
                <a:path w="847725" h="568960">
                  <a:moveTo>
                    <a:pt x="847204" y="275031"/>
                  </a:moveTo>
                  <a:lnTo>
                    <a:pt x="845382" y="255233"/>
                  </a:lnTo>
                  <a:lnTo>
                    <a:pt x="840060" y="236080"/>
                  </a:lnTo>
                  <a:lnTo>
                    <a:pt x="831452" y="217927"/>
                  </a:lnTo>
                  <a:lnTo>
                    <a:pt x="819772" y="201129"/>
                  </a:lnTo>
                  <a:lnTo>
                    <a:pt x="819010" y="201129"/>
                  </a:lnTo>
                  <a:lnTo>
                    <a:pt x="819010" y="348249"/>
                  </a:lnTo>
                  <a:lnTo>
                    <a:pt x="838562" y="318374"/>
                  </a:lnTo>
                  <a:lnTo>
                    <a:pt x="847204" y="275031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09218" y="3418458"/>
              <a:ext cx="847725" cy="568960"/>
            </a:xfrm>
            <a:custGeom>
              <a:avLst/>
              <a:gdLst/>
              <a:ahLst/>
              <a:cxnLst/>
              <a:rect l="l" t="t" r="r" b="b"/>
              <a:pathLst>
                <a:path w="847725" h="568960">
                  <a:moveTo>
                    <a:pt x="76187" y="188937"/>
                  </a:moveTo>
                  <a:lnTo>
                    <a:pt x="45964" y="197010"/>
                  </a:lnTo>
                  <a:lnTo>
                    <a:pt x="21810" y="214082"/>
                  </a:lnTo>
                  <a:lnTo>
                    <a:pt x="5798" y="238010"/>
                  </a:lnTo>
                  <a:lnTo>
                    <a:pt x="0" y="266649"/>
                  </a:lnTo>
                  <a:lnTo>
                    <a:pt x="2904" y="286770"/>
                  </a:lnTo>
                  <a:lnTo>
                    <a:pt x="24426" y="321293"/>
                  </a:lnTo>
                  <a:lnTo>
                    <a:pt x="19823" y="371613"/>
                  </a:lnTo>
                  <a:lnTo>
                    <a:pt x="24977" y="416731"/>
                  </a:lnTo>
                  <a:lnTo>
                    <a:pt x="70355" y="457945"/>
                  </a:lnTo>
                  <a:lnTo>
                    <a:pt x="103619" y="463981"/>
                  </a:lnTo>
                  <a:lnTo>
                    <a:pt x="107429" y="463981"/>
                  </a:lnTo>
                  <a:lnTo>
                    <a:pt x="110477" y="463981"/>
                  </a:lnTo>
                  <a:lnTo>
                    <a:pt x="113525" y="463981"/>
                  </a:lnTo>
                  <a:lnTo>
                    <a:pt x="137639" y="493251"/>
                  </a:lnTo>
                  <a:lnTo>
                    <a:pt x="168757" y="515310"/>
                  </a:lnTo>
                  <a:lnTo>
                    <a:pt x="205018" y="529227"/>
                  </a:lnTo>
                  <a:lnTo>
                    <a:pt x="244563" y="534073"/>
                  </a:lnTo>
                  <a:lnTo>
                    <a:pt x="285224" y="529024"/>
                  </a:lnTo>
                  <a:lnTo>
                    <a:pt x="323037" y="514261"/>
                  </a:lnTo>
                  <a:lnTo>
                    <a:pt x="370363" y="553878"/>
                  </a:lnTo>
                  <a:lnTo>
                    <a:pt x="432739" y="568350"/>
                  </a:lnTo>
                  <a:lnTo>
                    <a:pt x="474897" y="562077"/>
                  </a:lnTo>
                  <a:lnTo>
                    <a:pt x="511695" y="544449"/>
                  </a:lnTo>
                  <a:lnTo>
                    <a:pt x="540635" y="517247"/>
                  </a:lnTo>
                  <a:lnTo>
                    <a:pt x="559219" y="482257"/>
                  </a:lnTo>
                  <a:lnTo>
                    <a:pt x="559981" y="482257"/>
                  </a:lnTo>
                  <a:lnTo>
                    <a:pt x="573761" y="489257"/>
                  </a:lnTo>
                  <a:lnTo>
                    <a:pt x="588544" y="494258"/>
                  </a:lnTo>
                  <a:lnTo>
                    <a:pt x="603902" y="497258"/>
                  </a:lnTo>
                  <a:lnTo>
                    <a:pt x="619404" y="498259"/>
                  </a:lnTo>
                  <a:lnTo>
                    <a:pt x="663495" y="490224"/>
                  </a:lnTo>
                  <a:lnTo>
                    <a:pt x="699587" y="468263"/>
                  </a:lnTo>
                  <a:lnTo>
                    <a:pt x="723965" y="435588"/>
                  </a:lnTo>
                  <a:lnTo>
                    <a:pt x="732917" y="395414"/>
                  </a:lnTo>
                  <a:lnTo>
                    <a:pt x="778420" y="381639"/>
                  </a:lnTo>
                  <a:lnTo>
                    <a:pt x="814635" y="354934"/>
                  </a:lnTo>
                  <a:lnTo>
                    <a:pt x="838562" y="318374"/>
                  </a:lnTo>
                  <a:lnTo>
                    <a:pt x="847204" y="275031"/>
                  </a:lnTo>
                  <a:lnTo>
                    <a:pt x="845382" y="255233"/>
                  </a:lnTo>
                  <a:lnTo>
                    <a:pt x="840060" y="236080"/>
                  </a:lnTo>
                  <a:lnTo>
                    <a:pt x="831452" y="217927"/>
                  </a:lnTo>
                  <a:lnTo>
                    <a:pt x="819772" y="201129"/>
                  </a:lnTo>
                  <a:lnTo>
                    <a:pt x="819010" y="201129"/>
                  </a:lnTo>
                  <a:lnTo>
                    <a:pt x="823010" y="192295"/>
                  </a:lnTo>
                  <a:lnTo>
                    <a:pt x="825868" y="183033"/>
                  </a:lnTo>
                  <a:lnTo>
                    <a:pt x="827582" y="173488"/>
                  </a:lnTo>
                  <a:lnTo>
                    <a:pt x="828154" y="163804"/>
                  </a:lnTo>
                  <a:lnTo>
                    <a:pt x="822441" y="132683"/>
                  </a:lnTo>
                  <a:lnTo>
                    <a:pt x="806443" y="105708"/>
                  </a:lnTo>
                  <a:lnTo>
                    <a:pt x="781873" y="84734"/>
                  </a:lnTo>
                  <a:lnTo>
                    <a:pt x="750443" y="71615"/>
                  </a:lnTo>
                  <a:lnTo>
                    <a:pt x="751205" y="70853"/>
                  </a:lnTo>
                  <a:lnTo>
                    <a:pt x="739455" y="42423"/>
                  </a:lnTo>
                  <a:lnTo>
                    <a:pt x="718350" y="19996"/>
                  </a:lnTo>
                  <a:lnTo>
                    <a:pt x="690243" y="5284"/>
                  </a:lnTo>
                  <a:lnTo>
                    <a:pt x="657491" y="0"/>
                  </a:lnTo>
                  <a:lnTo>
                    <a:pt x="636746" y="2083"/>
                  </a:lnTo>
                  <a:lnTo>
                    <a:pt x="617212" y="8094"/>
                  </a:lnTo>
                  <a:lnTo>
                    <a:pt x="599532" y="17675"/>
                  </a:lnTo>
                  <a:lnTo>
                    <a:pt x="584352" y="30467"/>
                  </a:lnTo>
                  <a:lnTo>
                    <a:pt x="570762" y="17675"/>
                  </a:lnTo>
                  <a:lnTo>
                    <a:pt x="554455" y="8094"/>
                  </a:lnTo>
                  <a:lnTo>
                    <a:pt x="536144" y="2083"/>
                  </a:lnTo>
                  <a:lnTo>
                    <a:pt x="516547" y="0"/>
                  </a:lnTo>
                  <a:lnTo>
                    <a:pt x="493182" y="3035"/>
                  </a:lnTo>
                  <a:lnTo>
                    <a:pt x="471885" y="11714"/>
                  </a:lnTo>
                  <a:lnTo>
                    <a:pt x="453873" y="25390"/>
                  </a:lnTo>
                  <a:lnTo>
                    <a:pt x="440359" y="43421"/>
                  </a:lnTo>
                  <a:lnTo>
                    <a:pt x="440359" y="44183"/>
                  </a:lnTo>
                  <a:lnTo>
                    <a:pt x="424436" y="32505"/>
                  </a:lnTo>
                  <a:lnTo>
                    <a:pt x="406652" y="23901"/>
                  </a:lnTo>
                  <a:lnTo>
                    <a:pt x="387437" y="18583"/>
                  </a:lnTo>
                  <a:lnTo>
                    <a:pt x="367220" y="16763"/>
                  </a:lnTo>
                  <a:lnTo>
                    <a:pt x="338879" y="20345"/>
                  </a:lnTo>
                  <a:lnTo>
                    <a:pt x="313034" y="30568"/>
                  </a:lnTo>
                  <a:lnTo>
                    <a:pt x="291044" y="46649"/>
                  </a:lnTo>
                  <a:lnTo>
                    <a:pt x="274269" y="67805"/>
                  </a:lnTo>
                  <a:lnTo>
                    <a:pt x="274269" y="68567"/>
                  </a:lnTo>
                  <a:lnTo>
                    <a:pt x="258441" y="61125"/>
                  </a:lnTo>
                  <a:lnTo>
                    <a:pt x="241895" y="55899"/>
                  </a:lnTo>
                  <a:lnTo>
                    <a:pt x="224775" y="52815"/>
                  </a:lnTo>
                  <a:lnTo>
                    <a:pt x="207225" y="51803"/>
                  </a:lnTo>
                  <a:lnTo>
                    <a:pt x="155657" y="61302"/>
                  </a:lnTo>
                  <a:lnTo>
                    <a:pt x="113517" y="87228"/>
                  </a:lnTo>
                  <a:lnTo>
                    <a:pt x="85090" y="125725"/>
                  </a:lnTo>
                  <a:lnTo>
                    <a:pt x="74663" y="172935"/>
                  </a:lnTo>
                  <a:lnTo>
                    <a:pt x="74663" y="178269"/>
                  </a:lnTo>
                  <a:lnTo>
                    <a:pt x="75425" y="183603"/>
                  </a:lnTo>
                  <a:lnTo>
                    <a:pt x="76187" y="188937"/>
                  </a:lnTo>
                  <a:close/>
                </a:path>
                <a:path w="847725" h="568960">
                  <a:moveTo>
                    <a:pt x="41897" y="333692"/>
                  </a:moveTo>
                  <a:lnTo>
                    <a:pt x="51993" y="338574"/>
                  </a:lnTo>
                  <a:lnTo>
                    <a:pt x="62661" y="341884"/>
                  </a:lnTo>
                  <a:lnTo>
                    <a:pt x="73615" y="343765"/>
                  </a:lnTo>
                  <a:lnTo>
                    <a:pt x="84569" y="344360"/>
                  </a:lnTo>
                  <a:lnTo>
                    <a:pt x="86855" y="344360"/>
                  </a:lnTo>
                  <a:lnTo>
                    <a:pt x="89141" y="344360"/>
                  </a:lnTo>
                  <a:lnTo>
                    <a:pt x="91427" y="344360"/>
                  </a:lnTo>
                </a:path>
                <a:path w="847725" h="568960">
                  <a:moveTo>
                    <a:pt x="113525" y="463981"/>
                  </a:moveTo>
                  <a:lnTo>
                    <a:pt x="121132" y="463219"/>
                  </a:lnTo>
                  <a:lnTo>
                    <a:pt x="128752" y="460933"/>
                  </a:lnTo>
                  <a:lnTo>
                    <a:pt x="135610" y="458647"/>
                  </a:lnTo>
                </a:path>
                <a:path w="847725" h="568960">
                  <a:moveTo>
                    <a:pt x="309321" y="491401"/>
                  </a:moveTo>
                  <a:lnTo>
                    <a:pt x="312309" y="497116"/>
                  </a:lnTo>
                  <a:lnTo>
                    <a:pt x="315512" y="502831"/>
                  </a:lnTo>
                  <a:lnTo>
                    <a:pt x="318858" y="508546"/>
                  </a:lnTo>
                  <a:lnTo>
                    <a:pt x="322275" y="514261"/>
                  </a:lnTo>
                </a:path>
                <a:path w="847725" h="568960">
                  <a:moveTo>
                    <a:pt x="559219" y="482257"/>
                  </a:moveTo>
                  <a:lnTo>
                    <a:pt x="561231" y="475977"/>
                  </a:lnTo>
                  <a:lnTo>
                    <a:pt x="562743" y="469695"/>
                  </a:lnTo>
                  <a:lnTo>
                    <a:pt x="563826" y="463410"/>
                  </a:lnTo>
                  <a:lnTo>
                    <a:pt x="564553" y="45712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4329" y="3715588"/>
              <a:ext cx="72377" cy="10285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85405" y="3448926"/>
              <a:ext cx="742950" cy="207010"/>
            </a:xfrm>
            <a:custGeom>
              <a:avLst/>
              <a:gdLst/>
              <a:ahLst/>
              <a:cxnLst/>
              <a:rect l="l" t="t" r="r" b="b"/>
              <a:pathLst>
                <a:path w="742950" h="207010">
                  <a:moveTo>
                    <a:pt x="714641" y="206476"/>
                  </a:moveTo>
                  <a:lnTo>
                    <a:pt x="723331" y="198630"/>
                  </a:lnTo>
                  <a:lnTo>
                    <a:pt x="731018" y="189998"/>
                  </a:lnTo>
                  <a:lnTo>
                    <a:pt x="737562" y="180651"/>
                  </a:lnTo>
                  <a:lnTo>
                    <a:pt x="742823" y="170662"/>
                  </a:lnTo>
                </a:path>
                <a:path w="742950" h="207010">
                  <a:moveTo>
                    <a:pt x="676541" y="57150"/>
                  </a:moveTo>
                  <a:lnTo>
                    <a:pt x="676541" y="56387"/>
                  </a:lnTo>
                  <a:lnTo>
                    <a:pt x="676541" y="51053"/>
                  </a:lnTo>
                  <a:lnTo>
                    <a:pt x="675779" y="45719"/>
                  </a:lnTo>
                  <a:lnTo>
                    <a:pt x="675017" y="40386"/>
                  </a:lnTo>
                </a:path>
                <a:path w="742950" h="207010">
                  <a:moveTo>
                    <a:pt x="508165" y="0"/>
                  </a:moveTo>
                  <a:lnTo>
                    <a:pt x="503868" y="4833"/>
                  </a:lnTo>
                  <a:lnTo>
                    <a:pt x="500075" y="10096"/>
                  </a:lnTo>
                  <a:lnTo>
                    <a:pt x="496710" y="15644"/>
                  </a:lnTo>
                  <a:lnTo>
                    <a:pt x="493699" y="21336"/>
                  </a:lnTo>
                </a:path>
                <a:path w="742950" h="207010">
                  <a:moveTo>
                    <a:pt x="364172" y="12953"/>
                  </a:moveTo>
                  <a:lnTo>
                    <a:pt x="360362" y="18287"/>
                  </a:lnTo>
                  <a:lnTo>
                    <a:pt x="358076" y="24383"/>
                  </a:lnTo>
                  <a:lnTo>
                    <a:pt x="356552" y="31241"/>
                  </a:lnTo>
                </a:path>
                <a:path w="742950" h="207010">
                  <a:moveTo>
                    <a:pt x="223227" y="55625"/>
                  </a:moveTo>
                  <a:lnTo>
                    <a:pt x="217370" y="50637"/>
                  </a:lnTo>
                  <a:lnTo>
                    <a:pt x="211226" y="46005"/>
                  </a:lnTo>
                  <a:lnTo>
                    <a:pt x="204797" y="41802"/>
                  </a:lnTo>
                  <a:lnTo>
                    <a:pt x="198081" y="38100"/>
                  </a:lnTo>
                </a:path>
                <a:path w="742950" h="207010">
                  <a:moveTo>
                    <a:pt x="0" y="158470"/>
                  </a:moveTo>
                  <a:lnTo>
                    <a:pt x="762" y="164566"/>
                  </a:lnTo>
                  <a:lnTo>
                    <a:pt x="2286" y="170662"/>
                  </a:lnTo>
                  <a:lnTo>
                    <a:pt x="3810" y="17675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24513" y="3527654"/>
            <a:ext cx="6159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Narrow"/>
                <a:cs typeface="Arial Narrow"/>
              </a:rPr>
              <a:t>balloon</a:t>
            </a:r>
            <a:endParaRPr sz="1600">
              <a:latin typeface="Arial Narrow"/>
              <a:cs typeface="Arial Narro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632582" y="3575773"/>
            <a:ext cx="977900" cy="699135"/>
            <a:chOff x="2632582" y="3575773"/>
            <a:chExt cx="977900" cy="699135"/>
          </a:xfrm>
        </p:grpSpPr>
        <p:sp>
          <p:nvSpPr>
            <p:cNvPr id="38" name="object 38"/>
            <p:cNvSpPr/>
            <p:nvPr/>
          </p:nvSpPr>
          <p:spPr>
            <a:xfrm>
              <a:off x="2645155" y="3588346"/>
              <a:ext cx="853440" cy="607060"/>
            </a:xfrm>
            <a:custGeom>
              <a:avLst/>
              <a:gdLst/>
              <a:ahLst/>
              <a:cxnLst/>
              <a:rect l="l" t="t" r="r" b="b"/>
              <a:pathLst>
                <a:path w="853439" h="607060">
                  <a:moveTo>
                    <a:pt x="0" y="0"/>
                  </a:moveTo>
                  <a:lnTo>
                    <a:pt x="853300" y="606463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56546" y="4136898"/>
              <a:ext cx="154305" cy="138430"/>
            </a:xfrm>
            <a:custGeom>
              <a:avLst/>
              <a:gdLst/>
              <a:ahLst/>
              <a:cxnLst/>
              <a:rect l="l" t="t" r="r" b="b"/>
              <a:pathLst>
                <a:path w="154304" h="138429">
                  <a:moveTo>
                    <a:pt x="153898" y="137896"/>
                  </a:moveTo>
                  <a:lnTo>
                    <a:pt x="80759" y="0"/>
                  </a:lnTo>
                  <a:lnTo>
                    <a:pt x="0" y="113525"/>
                  </a:lnTo>
                  <a:lnTo>
                    <a:pt x="153898" y="137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770629" y="3971759"/>
            <a:ext cx="1967230" cy="1431290"/>
            <a:chOff x="3770629" y="3971759"/>
            <a:chExt cx="1967230" cy="1431290"/>
          </a:xfrm>
        </p:grpSpPr>
        <p:sp>
          <p:nvSpPr>
            <p:cNvPr id="41" name="object 41"/>
            <p:cNvSpPr/>
            <p:nvPr/>
          </p:nvSpPr>
          <p:spPr>
            <a:xfrm>
              <a:off x="3777297" y="3978427"/>
              <a:ext cx="1953895" cy="1417955"/>
            </a:xfrm>
            <a:custGeom>
              <a:avLst/>
              <a:gdLst/>
              <a:ahLst/>
              <a:cxnLst/>
              <a:rect l="l" t="t" r="r" b="b"/>
              <a:pathLst>
                <a:path w="1953895" h="1417954">
                  <a:moveTo>
                    <a:pt x="1953437" y="1063574"/>
                  </a:moveTo>
                  <a:lnTo>
                    <a:pt x="1953437" y="0"/>
                  </a:lnTo>
                  <a:lnTo>
                    <a:pt x="354266" y="0"/>
                  </a:lnTo>
                  <a:lnTo>
                    <a:pt x="0" y="354279"/>
                  </a:lnTo>
                  <a:lnTo>
                    <a:pt x="0" y="1417853"/>
                  </a:lnTo>
                  <a:lnTo>
                    <a:pt x="1599171" y="1417853"/>
                  </a:lnTo>
                  <a:lnTo>
                    <a:pt x="1953437" y="1063574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777297" y="3978427"/>
              <a:ext cx="1953895" cy="354330"/>
            </a:xfrm>
            <a:custGeom>
              <a:avLst/>
              <a:gdLst/>
              <a:ahLst/>
              <a:cxnLst/>
              <a:rect l="l" t="t" r="r" b="b"/>
              <a:pathLst>
                <a:path w="1953895" h="354329">
                  <a:moveTo>
                    <a:pt x="1953437" y="0"/>
                  </a:moveTo>
                  <a:lnTo>
                    <a:pt x="354266" y="0"/>
                  </a:lnTo>
                  <a:lnTo>
                    <a:pt x="0" y="354279"/>
                  </a:lnTo>
                  <a:lnTo>
                    <a:pt x="1599171" y="354279"/>
                  </a:lnTo>
                  <a:lnTo>
                    <a:pt x="195343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376468" y="3978427"/>
              <a:ext cx="354330" cy="1417955"/>
            </a:xfrm>
            <a:custGeom>
              <a:avLst/>
              <a:gdLst/>
              <a:ahLst/>
              <a:cxnLst/>
              <a:rect l="l" t="t" r="r" b="b"/>
              <a:pathLst>
                <a:path w="354329" h="1417954">
                  <a:moveTo>
                    <a:pt x="354266" y="1063574"/>
                  </a:moveTo>
                  <a:lnTo>
                    <a:pt x="354266" y="0"/>
                  </a:lnTo>
                  <a:lnTo>
                    <a:pt x="0" y="354279"/>
                  </a:lnTo>
                  <a:lnTo>
                    <a:pt x="0" y="1417853"/>
                  </a:lnTo>
                  <a:lnTo>
                    <a:pt x="354266" y="1063574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77297" y="3978427"/>
              <a:ext cx="1953895" cy="1417955"/>
            </a:xfrm>
            <a:custGeom>
              <a:avLst/>
              <a:gdLst/>
              <a:ahLst/>
              <a:cxnLst/>
              <a:rect l="l" t="t" r="r" b="b"/>
              <a:pathLst>
                <a:path w="1953895" h="1417954">
                  <a:moveTo>
                    <a:pt x="354266" y="0"/>
                  </a:moveTo>
                  <a:lnTo>
                    <a:pt x="0" y="354279"/>
                  </a:lnTo>
                  <a:lnTo>
                    <a:pt x="0" y="1417853"/>
                  </a:lnTo>
                  <a:lnTo>
                    <a:pt x="1599171" y="1417853"/>
                  </a:lnTo>
                  <a:lnTo>
                    <a:pt x="1953437" y="1063574"/>
                  </a:lnTo>
                  <a:lnTo>
                    <a:pt x="1953437" y="0"/>
                  </a:lnTo>
                  <a:lnTo>
                    <a:pt x="354266" y="0"/>
                  </a:lnTo>
                  <a:close/>
                </a:path>
                <a:path w="1953895" h="1417954">
                  <a:moveTo>
                    <a:pt x="0" y="354279"/>
                  </a:moveTo>
                  <a:lnTo>
                    <a:pt x="1599171" y="354279"/>
                  </a:lnTo>
                  <a:lnTo>
                    <a:pt x="1953437" y="0"/>
                  </a:lnTo>
                </a:path>
                <a:path w="1953895" h="1417954">
                  <a:moveTo>
                    <a:pt x="1599171" y="354279"/>
                  </a:moveTo>
                  <a:lnTo>
                    <a:pt x="1599171" y="1417853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862878" y="4340574"/>
            <a:ext cx="11379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/>
                <a:cs typeface="Arial"/>
              </a:rPr>
              <a:t>Guest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OS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875733" y="4710023"/>
            <a:ext cx="1585595" cy="584835"/>
            <a:chOff x="4875733" y="4710023"/>
            <a:chExt cx="1585595" cy="584835"/>
          </a:xfrm>
        </p:grpSpPr>
        <p:sp>
          <p:nvSpPr>
            <p:cNvPr id="47" name="object 47"/>
            <p:cNvSpPr/>
            <p:nvPr/>
          </p:nvSpPr>
          <p:spPr>
            <a:xfrm>
              <a:off x="4880495" y="5030584"/>
              <a:ext cx="377190" cy="254635"/>
            </a:xfrm>
            <a:custGeom>
              <a:avLst/>
              <a:gdLst/>
              <a:ahLst/>
              <a:cxnLst/>
              <a:rect l="l" t="t" r="r" b="b"/>
              <a:pathLst>
                <a:path w="377189" h="254635">
                  <a:moveTo>
                    <a:pt x="33515" y="205583"/>
                  </a:moveTo>
                  <a:lnTo>
                    <a:pt x="33515" y="84556"/>
                  </a:lnTo>
                  <a:lnTo>
                    <a:pt x="20241" y="88426"/>
                  </a:lnTo>
                  <a:lnTo>
                    <a:pt x="9613" y="96081"/>
                  </a:lnTo>
                  <a:lnTo>
                    <a:pt x="2557" y="106737"/>
                  </a:lnTo>
                  <a:lnTo>
                    <a:pt x="0" y="119608"/>
                  </a:lnTo>
                  <a:lnTo>
                    <a:pt x="1248" y="128550"/>
                  </a:lnTo>
                  <a:lnTo>
                    <a:pt x="4851" y="136848"/>
                  </a:lnTo>
                  <a:lnTo>
                    <a:pt x="10597" y="144147"/>
                  </a:lnTo>
                  <a:lnTo>
                    <a:pt x="17871" y="149776"/>
                  </a:lnTo>
                  <a:lnTo>
                    <a:pt x="18275" y="149326"/>
                  </a:lnTo>
                  <a:lnTo>
                    <a:pt x="18275" y="196588"/>
                  </a:lnTo>
                  <a:lnTo>
                    <a:pt x="19037" y="197605"/>
                  </a:lnTo>
                  <a:lnTo>
                    <a:pt x="31395" y="205189"/>
                  </a:lnTo>
                  <a:lnTo>
                    <a:pt x="33515" y="205583"/>
                  </a:lnTo>
                  <a:close/>
                </a:path>
                <a:path w="377189" h="254635">
                  <a:moveTo>
                    <a:pt x="18275" y="196588"/>
                  </a:moveTo>
                  <a:lnTo>
                    <a:pt x="18275" y="150088"/>
                  </a:lnTo>
                  <a:lnTo>
                    <a:pt x="17871" y="149776"/>
                  </a:lnTo>
                  <a:lnTo>
                    <a:pt x="13715" y="154403"/>
                  </a:lnTo>
                  <a:lnTo>
                    <a:pt x="10369" y="160269"/>
                  </a:lnTo>
                  <a:lnTo>
                    <a:pt x="8309" y="166566"/>
                  </a:lnTo>
                  <a:lnTo>
                    <a:pt x="7607" y="172935"/>
                  </a:lnTo>
                  <a:lnTo>
                    <a:pt x="10597" y="186091"/>
                  </a:lnTo>
                  <a:lnTo>
                    <a:pt x="10597" y="186340"/>
                  </a:lnTo>
                  <a:lnTo>
                    <a:pt x="18275" y="196588"/>
                  </a:lnTo>
                  <a:close/>
                </a:path>
                <a:path w="377189" h="254635">
                  <a:moveTo>
                    <a:pt x="368744" y="79235"/>
                  </a:moveTo>
                  <a:lnTo>
                    <a:pt x="368744" y="73901"/>
                  </a:lnTo>
                  <a:lnTo>
                    <a:pt x="366279" y="59744"/>
                  </a:lnTo>
                  <a:lnTo>
                    <a:pt x="359314" y="47517"/>
                  </a:lnTo>
                  <a:lnTo>
                    <a:pt x="348491" y="38003"/>
                  </a:lnTo>
                  <a:lnTo>
                    <a:pt x="334454" y="31991"/>
                  </a:lnTo>
                  <a:lnTo>
                    <a:pt x="329192" y="19277"/>
                  </a:lnTo>
                  <a:lnTo>
                    <a:pt x="319787" y="9137"/>
                  </a:lnTo>
                  <a:lnTo>
                    <a:pt x="307242" y="2426"/>
                  </a:lnTo>
                  <a:lnTo>
                    <a:pt x="292557" y="0"/>
                  </a:lnTo>
                  <a:lnTo>
                    <a:pt x="283484" y="962"/>
                  </a:lnTo>
                  <a:lnTo>
                    <a:pt x="274840" y="3708"/>
                  </a:lnTo>
                  <a:lnTo>
                    <a:pt x="267054" y="8026"/>
                  </a:lnTo>
                  <a:lnTo>
                    <a:pt x="260553" y="13703"/>
                  </a:lnTo>
                  <a:lnTo>
                    <a:pt x="260553" y="14465"/>
                  </a:lnTo>
                  <a:lnTo>
                    <a:pt x="254290" y="8347"/>
                  </a:lnTo>
                  <a:lnTo>
                    <a:pt x="247029" y="3803"/>
                  </a:lnTo>
                  <a:lnTo>
                    <a:pt x="238912" y="974"/>
                  </a:lnTo>
                  <a:lnTo>
                    <a:pt x="230085" y="0"/>
                  </a:lnTo>
                  <a:lnTo>
                    <a:pt x="219584" y="1379"/>
                  </a:lnTo>
                  <a:lnTo>
                    <a:pt x="210083" y="5327"/>
                  </a:lnTo>
                  <a:lnTo>
                    <a:pt x="202010" y="11562"/>
                  </a:lnTo>
                  <a:lnTo>
                    <a:pt x="195795" y="19799"/>
                  </a:lnTo>
                  <a:lnTo>
                    <a:pt x="195795" y="20561"/>
                  </a:lnTo>
                  <a:lnTo>
                    <a:pt x="188854" y="15120"/>
                  </a:lnTo>
                  <a:lnTo>
                    <a:pt x="180841" y="11322"/>
                  </a:lnTo>
                  <a:lnTo>
                    <a:pt x="172114" y="9095"/>
                  </a:lnTo>
                  <a:lnTo>
                    <a:pt x="163029" y="8369"/>
                  </a:lnTo>
                  <a:lnTo>
                    <a:pt x="150714" y="9893"/>
                  </a:lnTo>
                  <a:lnTo>
                    <a:pt x="139323" y="14274"/>
                  </a:lnTo>
                  <a:lnTo>
                    <a:pt x="129502" y="21228"/>
                  </a:lnTo>
                  <a:lnTo>
                    <a:pt x="121894" y="30467"/>
                  </a:lnTo>
                  <a:lnTo>
                    <a:pt x="121894" y="31229"/>
                  </a:lnTo>
                  <a:lnTo>
                    <a:pt x="114893" y="27788"/>
                  </a:lnTo>
                  <a:lnTo>
                    <a:pt x="107607" y="25419"/>
                  </a:lnTo>
                  <a:lnTo>
                    <a:pt x="100034" y="24049"/>
                  </a:lnTo>
                  <a:lnTo>
                    <a:pt x="92176" y="23609"/>
                  </a:lnTo>
                  <a:lnTo>
                    <a:pt x="69073" y="27883"/>
                  </a:lnTo>
                  <a:lnTo>
                    <a:pt x="50182" y="39516"/>
                  </a:lnTo>
                  <a:lnTo>
                    <a:pt x="37432" y="56720"/>
                  </a:lnTo>
                  <a:lnTo>
                    <a:pt x="32753" y="77711"/>
                  </a:lnTo>
                  <a:lnTo>
                    <a:pt x="32753" y="79997"/>
                  </a:lnTo>
                  <a:lnTo>
                    <a:pt x="33515" y="82270"/>
                  </a:lnTo>
                  <a:lnTo>
                    <a:pt x="33515" y="205583"/>
                  </a:lnTo>
                  <a:lnTo>
                    <a:pt x="46469" y="207987"/>
                  </a:lnTo>
                  <a:lnTo>
                    <a:pt x="50182" y="207987"/>
                  </a:lnTo>
                  <a:lnTo>
                    <a:pt x="61159" y="220904"/>
                  </a:lnTo>
                  <a:lnTo>
                    <a:pt x="75037" y="230746"/>
                  </a:lnTo>
                  <a:lnTo>
                    <a:pt x="91202" y="237016"/>
                  </a:lnTo>
                  <a:lnTo>
                    <a:pt x="108940" y="239217"/>
                  </a:lnTo>
                  <a:lnTo>
                    <a:pt x="118060" y="238645"/>
                  </a:lnTo>
                  <a:lnTo>
                    <a:pt x="127038" y="236932"/>
                  </a:lnTo>
                  <a:lnTo>
                    <a:pt x="135729" y="234079"/>
                  </a:lnTo>
                  <a:lnTo>
                    <a:pt x="143230" y="230454"/>
                  </a:lnTo>
                  <a:lnTo>
                    <a:pt x="143230" y="230085"/>
                  </a:lnTo>
                  <a:lnTo>
                    <a:pt x="143992" y="230085"/>
                  </a:lnTo>
                  <a:lnTo>
                    <a:pt x="143992" y="230883"/>
                  </a:lnTo>
                  <a:lnTo>
                    <a:pt x="153003" y="240317"/>
                  </a:lnTo>
                  <a:lnTo>
                    <a:pt x="164846" y="247981"/>
                  </a:lnTo>
                  <a:lnTo>
                    <a:pt x="178259" y="252790"/>
                  </a:lnTo>
                  <a:lnTo>
                    <a:pt x="192747" y="254457"/>
                  </a:lnTo>
                  <a:lnTo>
                    <a:pt x="211414" y="251599"/>
                  </a:lnTo>
                  <a:lnTo>
                    <a:pt x="227793" y="243600"/>
                  </a:lnTo>
                  <a:lnTo>
                    <a:pt x="240743" y="231316"/>
                  </a:lnTo>
                  <a:lnTo>
                    <a:pt x="249123" y="215607"/>
                  </a:lnTo>
                  <a:lnTo>
                    <a:pt x="249123" y="216369"/>
                  </a:lnTo>
                  <a:lnTo>
                    <a:pt x="275793" y="223227"/>
                  </a:lnTo>
                  <a:lnTo>
                    <a:pt x="295555" y="219620"/>
                  </a:lnTo>
                  <a:lnTo>
                    <a:pt x="311600" y="209797"/>
                  </a:lnTo>
                  <a:lnTo>
                    <a:pt x="322502" y="195260"/>
                  </a:lnTo>
                  <a:lnTo>
                    <a:pt x="326834" y="177507"/>
                  </a:lnTo>
                  <a:lnTo>
                    <a:pt x="346908" y="171199"/>
                  </a:lnTo>
                  <a:lnTo>
                    <a:pt x="362838" y="159035"/>
                  </a:lnTo>
                  <a:lnTo>
                    <a:pt x="364934" y="155753"/>
                  </a:lnTo>
                  <a:lnTo>
                    <a:pt x="364934" y="90652"/>
                  </a:lnTo>
                  <a:lnTo>
                    <a:pt x="367220" y="85318"/>
                  </a:lnTo>
                  <a:lnTo>
                    <a:pt x="368744" y="79235"/>
                  </a:lnTo>
                  <a:close/>
                </a:path>
                <a:path w="377189" h="254635">
                  <a:moveTo>
                    <a:pt x="143471" y="230337"/>
                  </a:moveTo>
                  <a:lnTo>
                    <a:pt x="143230" y="230085"/>
                  </a:lnTo>
                  <a:lnTo>
                    <a:pt x="143230" y="230454"/>
                  </a:lnTo>
                  <a:lnTo>
                    <a:pt x="143471" y="230337"/>
                  </a:lnTo>
                  <a:close/>
                </a:path>
                <a:path w="377189" h="254635">
                  <a:moveTo>
                    <a:pt x="143992" y="230883"/>
                  </a:moveTo>
                  <a:lnTo>
                    <a:pt x="143992" y="230085"/>
                  </a:lnTo>
                  <a:lnTo>
                    <a:pt x="143471" y="230337"/>
                  </a:lnTo>
                  <a:lnTo>
                    <a:pt x="143992" y="230883"/>
                  </a:lnTo>
                  <a:close/>
                </a:path>
                <a:path w="377189" h="254635">
                  <a:moveTo>
                    <a:pt x="377126" y="123418"/>
                  </a:moveTo>
                  <a:lnTo>
                    <a:pt x="376400" y="114441"/>
                  </a:lnTo>
                  <a:lnTo>
                    <a:pt x="374173" y="105892"/>
                  </a:lnTo>
                  <a:lnTo>
                    <a:pt x="370375" y="97915"/>
                  </a:lnTo>
                  <a:lnTo>
                    <a:pt x="364934" y="90652"/>
                  </a:lnTo>
                  <a:lnTo>
                    <a:pt x="364934" y="155753"/>
                  </a:lnTo>
                  <a:lnTo>
                    <a:pt x="373340" y="142585"/>
                  </a:lnTo>
                  <a:lnTo>
                    <a:pt x="377126" y="123418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80495" y="5030584"/>
              <a:ext cx="377190" cy="254635"/>
            </a:xfrm>
            <a:custGeom>
              <a:avLst/>
              <a:gdLst/>
              <a:ahLst/>
              <a:cxnLst/>
              <a:rect l="l" t="t" r="r" b="b"/>
              <a:pathLst>
                <a:path w="377189" h="254635">
                  <a:moveTo>
                    <a:pt x="33515" y="84556"/>
                  </a:moveTo>
                  <a:lnTo>
                    <a:pt x="20241" y="88426"/>
                  </a:lnTo>
                  <a:lnTo>
                    <a:pt x="9613" y="96081"/>
                  </a:lnTo>
                  <a:lnTo>
                    <a:pt x="2557" y="106737"/>
                  </a:lnTo>
                  <a:lnTo>
                    <a:pt x="0" y="119608"/>
                  </a:lnTo>
                  <a:lnTo>
                    <a:pt x="1248" y="128550"/>
                  </a:lnTo>
                  <a:lnTo>
                    <a:pt x="8309" y="166566"/>
                  </a:lnTo>
                  <a:lnTo>
                    <a:pt x="31395" y="205189"/>
                  </a:lnTo>
                  <a:lnTo>
                    <a:pt x="46469" y="207987"/>
                  </a:lnTo>
                  <a:lnTo>
                    <a:pt x="47231" y="207987"/>
                  </a:lnTo>
                  <a:lnTo>
                    <a:pt x="48755" y="207987"/>
                  </a:lnTo>
                  <a:lnTo>
                    <a:pt x="50279" y="207987"/>
                  </a:lnTo>
                  <a:lnTo>
                    <a:pt x="61159" y="220904"/>
                  </a:lnTo>
                  <a:lnTo>
                    <a:pt x="75037" y="230746"/>
                  </a:lnTo>
                  <a:lnTo>
                    <a:pt x="118060" y="238645"/>
                  </a:lnTo>
                  <a:lnTo>
                    <a:pt x="164846" y="247981"/>
                  </a:lnTo>
                  <a:lnTo>
                    <a:pt x="192747" y="254457"/>
                  </a:lnTo>
                  <a:lnTo>
                    <a:pt x="211414" y="251599"/>
                  </a:lnTo>
                  <a:lnTo>
                    <a:pt x="227793" y="243600"/>
                  </a:lnTo>
                  <a:lnTo>
                    <a:pt x="240743" y="231316"/>
                  </a:lnTo>
                  <a:lnTo>
                    <a:pt x="249123" y="215607"/>
                  </a:lnTo>
                  <a:lnTo>
                    <a:pt x="249123" y="216369"/>
                  </a:lnTo>
                  <a:lnTo>
                    <a:pt x="255540" y="219370"/>
                  </a:lnTo>
                  <a:lnTo>
                    <a:pt x="262172" y="221513"/>
                  </a:lnTo>
                  <a:lnTo>
                    <a:pt x="268947" y="222799"/>
                  </a:lnTo>
                  <a:lnTo>
                    <a:pt x="275793" y="223227"/>
                  </a:lnTo>
                  <a:lnTo>
                    <a:pt x="295555" y="219620"/>
                  </a:lnTo>
                  <a:lnTo>
                    <a:pt x="311600" y="209797"/>
                  </a:lnTo>
                  <a:lnTo>
                    <a:pt x="322502" y="195260"/>
                  </a:lnTo>
                  <a:lnTo>
                    <a:pt x="326834" y="177507"/>
                  </a:lnTo>
                  <a:lnTo>
                    <a:pt x="346908" y="171199"/>
                  </a:lnTo>
                  <a:lnTo>
                    <a:pt x="362838" y="159035"/>
                  </a:lnTo>
                  <a:lnTo>
                    <a:pt x="373340" y="142585"/>
                  </a:lnTo>
                  <a:lnTo>
                    <a:pt x="377126" y="123418"/>
                  </a:lnTo>
                  <a:lnTo>
                    <a:pt x="376400" y="114441"/>
                  </a:lnTo>
                  <a:lnTo>
                    <a:pt x="374173" y="105892"/>
                  </a:lnTo>
                  <a:lnTo>
                    <a:pt x="370375" y="97915"/>
                  </a:lnTo>
                  <a:lnTo>
                    <a:pt x="364934" y="90652"/>
                  </a:lnTo>
                  <a:lnTo>
                    <a:pt x="367220" y="85318"/>
                  </a:lnTo>
                  <a:lnTo>
                    <a:pt x="368744" y="79235"/>
                  </a:lnTo>
                  <a:lnTo>
                    <a:pt x="368744" y="73901"/>
                  </a:lnTo>
                  <a:lnTo>
                    <a:pt x="366279" y="59744"/>
                  </a:lnTo>
                  <a:lnTo>
                    <a:pt x="359314" y="47517"/>
                  </a:lnTo>
                  <a:lnTo>
                    <a:pt x="348491" y="38003"/>
                  </a:lnTo>
                  <a:lnTo>
                    <a:pt x="334454" y="31991"/>
                  </a:lnTo>
                  <a:lnTo>
                    <a:pt x="329192" y="19277"/>
                  </a:lnTo>
                  <a:lnTo>
                    <a:pt x="319787" y="9137"/>
                  </a:lnTo>
                  <a:lnTo>
                    <a:pt x="307242" y="2426"/>
                  </a:lnTo>
                  <a:lnTo>
                    <a:pt x="292557" y="0"/>
                  </a:lnTo>
                  <a:lnTo>
                    <a:pt x="283484" y="962"/>
                  </a:lnTo>
                  <a:lnTo>
                    <a:pt x="274840" y="3708"/>
                  </a:lnTo>
                  <a:lnTo>
                    <a:pt x="267054" y="8026"/>
                  </a:lnTo>
                  <a:lnTo>
                    <a:pt x="260553" y="13703"/>
                  </a:lnTo>
                  <a:lnTo>
                    <a:pt x="260553" y="14465"/>
                  </a:lnTo>
                  <a:lnTo>
                    <a:pt x="254290" y="8347"/>
                  </a:lnTo>
                  <a:lnTo>
                    <a:pt x="247029" y="3803"/>
                  </a:lnTo>
                  <a:lnTo>
                    <a:pt x="238912" y="974"/>
                  </a:lnTo>
                  <a:lnTo>
                    <a:pt x="230085" y="0"/>
                  </a:lnTo>
                  <a:lnTo>
                    <a:pt x="219584" y="1379"/>
                  </a:lnTo>
                  <a:lnTo>
                    <a:pt x="210083" y="5327"/>
                  </a:lnTo>
                  <a:lnTo>
                    <a:pt x="202010" y="11562"/>
                  </a:lnTo>
                  <a:lnTo>
                    <a:pt x="195795" y="19799"/>
                  </a:lnTo>
                  <a:lnTo>
                    <a:pt x="195795" y="20561"/>
                  </a:lnTo>
                  <a:lnTo>
                    <a:pt x="188854" y="15120"/>
                  </a:lnTo>
                  <a:lnTo>
                    <a:pt x="180841" y="11322"/>
                  </a:lnTo>
                  <a:lnTo>
                    <a:pt x="172114" y="9095"/>
                  </a:lnTo>
                  <a:lnTo>
                    <a:pt x="163029" y="8369"/>
                  </a:lnTo>
                  <a:lnTo>
                    <a:pt x="150714" y="9893"/>
                  </a:lnTo>
                  <a:lnTo>
                    <a:pt x="139323" y="14274"/>
                  </a:lnTo>
                  <a:lnTo>
                    <a:pt x="129502" y="21228"/>
                  </a:lnTo>
                  <a:lnTo>
                    <a:pt x="121894" y="30467"/>
                  </a:lnTo>
                  <a:lnTo>
                    <a:pt x="121894" y="31229"/>
                  </a:lnTo>
                  <a:lnTo>
                    <a:pt x="114893" y="27788"/>
                  </a:lnTo>
                  <a:lnTo>
                    <a:pt x="107607" y="25419"/>
                  </a:lnTo>
                  <a:lnTo>
                    <a:pt x="100034" y="24049"/>
                  </a:lnTo>
                  <a:lnTo>
                    <a:pt x="92176" y="23609"/>
                  </a:lnTo>
                  <a:lnTo>
                    <a:pt x="69073" y="27883"/>
                  </a:lnTo>
                  <a:lnTo>
                    <a:pt x="50182" y="39516"/>
                  </a:lnTo>
                  <a:lnTo>
                    <a:pt x="37432" y="56720"/>
                  </a:lnTo>
                  <a:lnTo>
                    <a:pt x="32753" y="77711"/>
                  </a:lnTo>
                  <a:lnTo>
                    <a:pt x="32753" y="79997"/>
                  </a:lnTo>
                  <a:lnTo>
                    <a:pt x="33515" y="82270"/>
                  </a:lnTo>
                  <a:lnTo>
                    <a:pt x="33515" y="84556"/>
                  </a:lnTo>
                  <a:close/>
                </a:path>
                <a:path w="377189" h="254635">
                  <a:moveTo>
                    <a:pt x="18275" y="150088"/>
                  </a:moveTo>
                  <a:lnTo>
                    <a:pt x="24371" y="153136"/>
                  </a:lnTo>
                  <a:lnTo>
                    <a:pt x="31229" y="154647"/>
                  </a:lnTo>
                  <a:lnTo>
                    <a:pt x="37325" y="154647"/>
                  </a:lnTo>
                  <a:lnTo>
                    <a:pt x="38849" y="154647"/>
                  </a:lnTo>
                  <a:lnTo>
                    <a:pt x="39611" y="154647"/>
                  </a:lnTo>
                  <a:lnTo>
                    <a:pt x="40373" y="154647"/>
                  </a:lnTo>
                </a:path>
                <a:path w="377189" h="254635">
                  <a:moveTo>
                    <a:pt x="50279" y="207987"/>
                  </a:moveTo>
                  <a:lnTo>
                    <a:pt x="54089" y="207225"/>
                  </a:lnTo>
                  <a:lnTo>
                    <a:pt x="57137" y="206463"/>
                  </a:lnTo>
                  <a:lnTo>
                    <a:pt x="60185" y="205701"/>
                  </a:lnTo>
                </a:path>
                <a:path w="377189" h="254635">
                  <a:moveTo>
                    <a:pt x="137896" y="220179"/>
                  </a:moveTo>
                  <a:lnTo>
                    <a:pt x="139420" y="223227"/>
                  </a:lnTo>
                  <a:lnTo>
                    <a:pt x="140944" y="227037"/>
                  </a:lnTo>
                  <a:lnTo>
                    <a:pt x="143230" y="230085"/>
                  </a:lnTo>
                </a:path>
                <a:path w="377189" h="254635">
                  <a:moveTo>
                    <a:pt x="249123" y="215607"/>
                  </a:moveTo>
                  <a:lnTo>
                    <a:pt x="250647" y="211797"/>
                  </a:lnTo>
                  <a:lnTo>
                    <a:pt x="251409" y="208749"/>
                  </a:lnTo>
                  <a:lnTo>
                    <a:pt x="251409" y="204939"/>
                  </a:lnTo>
                </a:path>
                <a:path w="377189" h="254635">
                  <a:moveTo>
                    <a:pt x="326834" y="177507"/>
                  </a:moveTo>
                  <a:lnTo>
                    <a:pt x="326834" y="176745"/>
                  </a:lnTo>
                  <a:lnTo>
                    <a:pt x="324774" y="163996"/>
                  </a:lnTo>
                  <a:lnTo>
                    <a:pt x="318930" y="152463"/>
                  </a:lnTo>
                  <a:lnTo>
                    <a:pt x="309802" y="142788"/>
                  </a:lnTo>
                  <a:lnTo>
                    <a:pt x="297891" y="135610"/>
                  </a:lnTo>
                </a:path>
                <a:path w="377189" h="254635">
                  <a:moveTo>
                    <a:pt x="351980" y="105892"/>
                  </a:moveTo>
                  <a:lnTo>
                    <a:pt x="358076" y="102082"/>
                  </a:lnTo>
                  <a:lnTo>
                    <a:pt x="361886" y="96748"/>
                  </a:lnTo>
                  <a:lnTo>
                    <a:pt x="364934" y="90652"/>
                  </a:lnTo>
                </a:path>
                <a:path w="377189" h="254635">
                  <a:moveTo>
                    <a:pt x="335216" y="39611"/>
                  </a:moveTo>
                  <a:lnTo>
                    <a:pt x="335216" y="38849"/>
                  </a:lnTo>
                  <a:lnTo>
                    <a:pt x="335216" y="36563"/>
                  </a:lnTo>
                  <a:lnTo>
                    <a:pt x="335216" y="34277"/>
                  </a:lnTo>
                  <a:lnTo>
                    <a:pt x="334454" y="31991"/>
                  </a:lnTo>
                </a:path>
                <a:path w="377189" h="254635">
                  <a:moveTo>
                    <a:pt x="260553" y="13703"/>
                  </a:moveTo>
                  <a:lnTo>
                    <a:pt x="257505" y="16751"/>
                  </a:lnTo>
                  <a:lnTo>
                    <a:pt x="255219" y="19799"/>
                  </a:lnTo>
                  <a:lnTo>
                    <a:pt x="253695" y="23609"/>
                  </a:lnTo>
                </a:path>
                <a:path w="377189" h="254635">
                  <a:moveTo>
                    <a:pt x="195795" y="19799"/>
                  </a:moveTo>
                  <a:lnTo>
                    <a:pt x="194271" y="22085"/>
                  </a:lnTo>
                  <a:lnTo>
                    <a:pt x="193509" y="25133"/>
                  </a:lnTo>
                  <a:lnTo>
                    <a:pt x="192747" y="28181"/>
                  </a:lnTo>
                </a:path>
                <a:path w="377189" h="254635">
                  <a:moveTo>
                    <a:pt x="133324" y="38849"/>
                  </a:moveTo>
                  <a:lnTo>
                    <a:pt x="130276" y="35801"/>
                  </a:lnTo>
                  <a:lnTo>
                    <a:pt x="126466" y="33515"/>
                  </a:lnTo>
                  <a:lnTo>
                    <a:pt x="121894" y="31229"/>
                  </a:lnTo>
                </a:path>
                <a:path w="377189" h="254635">
                  <a:moveTo>
                    <a:pt x="33515" y="84556"/>
                  </a:moveTo>
                  <a:lnTo>
                    <a:pt x="34277" y="87604"/>
                  </a:lnTo>
                  <a:lnTo>
                    <a:pt x="35039" y="90652"/>
                  </a:lnTo>
                  <a:lnTo>
                    <a:pt x="35801" y="9293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906731" y="4716691"/>
              <a:ext cx="548005" cy="571500"/>
            </a:xfrm>
            <a:custGeom>
              <a:avLst/>
              <a:gdLst/>
              <a:ahLst/>
              <a:cxnLst/>
              <a:rect l="l" t="t" r="r" b="b"/>
              <a:pathLst>
                <a:path w="548004" h="571500">
                  <a:moveTo>
                    <a:pt x="547789" y="499783"/>
                  </a:moveTo>
                  <a:lnTo>
                    <a:pt x="547789" y="71615"/>
                  </a:lnTo>
                  <a:lnTo>
                    <a:pt x="538004" y="52552"/>
                  </a:lnTo>
                  <a:lnTo>
                    <a:pt x="467602" y="20948"/>
                  </a:lnTo>
                  <a:lnTo>
                    <a:pt x="412232" y="9761"/>
                  </a:lnTo>
                  <a:lnTo>
                    <a:pt x="346913" y="2553"/>
                  </a:lnTo>
                  <a:lnTo>
                    <a:pt x="274269" y="0"/>
                  </a:lnTo>
                  <a:lnTo>
                    <a:pt x="201309" y="2553"/>
                  </a:lnTo>
                  <a:lnTo>
                    <a:pt x="135778" y="9761"/>
                  </a:lnTo>
                  <a:lnTo>
                    <a:pt x="80279" y="20948"/>
                  </a:lnTo>
                  <a:lnTo>
                    <a:pt x="37415" y="35437"/>
                  </a:lnTo>
                  <a:lnTo>
                    <a:pt x="0" y="71615"/>
                  </a:lnTo>
                  <a:lnTo>
                    <a:pt x="0" y="499783"/>
                  </a:lnTo>
                  <a:lnTo>
                    <a:pt x="37415" y="535960"/>
                  </a:lnTo>
                  <a:lnTo>
                    <a:pt x="80279" y="550449"/>
                  </a:lnTo>
                  <a:lnTo>
                    <a:pt x="135778" y="561636"/>
                  </a:lnTo>
                  <a:lnTo>
                    <a:pt x="201309" y="568845"/>
                  </a:lnTo>
                  <a:lnTo>
                    <a:pt x="274269" y="571398"/>
                  </a:lnTo>
                  <a:lnTo>
                    <a:pt x="346913" y="568845"/>
                  </a:lnTo>
                  <a:lnTo>
                    <a:pt x="412232" y="561636"/>
                  </a:lnTo>
                  <a:lnTo>
                    <a:pt x="467602" y="550449"/>
                  </a:lnTo>
                  <a:lnTo>
                    <a:pt x="510401" y="535960"/>
                  </a:lnTo>
                  <a:lnTo>
                    <a:pt x="547789" y="499783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06731" y="4716691"/>
              <a:ext cx="548005" cy="142875"/>
            </a:xfrm>
            <a:custGeom>
              <a:avLst/>
              <a:gdLst/>
              <a:ahLst/>
              <a:cxnLst/>
              <a:rect l="l" t="t" r="r" b="b"/>
              <a:pathLst>
                <a:path w="548004" h="142875">
                  <a:moveTo>
                    <a:pt x="547789" y="71615"/>
                  </a:moveTo>
                  <a:lnTo>
                    <a:pt x="510401" y="35437"/>
                  </a:lnTo>
                  <a:lnTo>
                    <a:pt x="467602" y="20948"/>
                  </a:lnTo>
                  <a:lnTo>
                    <a:pt x="412232" y="9761"/>
                  </a:lnTo>
                  <a:lnTo>
                    <a:pt x="346913" y="2553"/>
                  </a:lnTo>
                  <a:lnTo>
                    <a:pt x="274269" y="0"/>
                  </a:lnTo>
                  <a:lnTo>
                    <a:pt x="201309" y="2553"/>
                  </a:lnTo>
                  <a:lnTo>
                    <a:pt x="135778" y="9761"/>
                  </a:lnTo>
                  <a:lnTo>
                    <a:pt x="80279" y="20948"/>
                  </a:lnTo>
                  <a:lnTo>
                    <a:pt x="37415" y="35437"/>
                  </a:lnTo>
                  <a:lnTo>
                    <a:pt x="0" y="71615"/>
                  </a:lnTo>
                  <a:lnTo>
                    <a:pt x="9787" y="90617"/>
                  </a:lnTo>
                  <a:lnTo>
                    <a:pt x="80279" y="121896"/>
                  </a:lnTo>
                  <a:lnTo>
                    <a:pt x="135778" y="132901"/>
                  </a:lnTo>
                  <a:lnTo>
                    <a:pt x="201309" y="139970"/>
                  </a:lnTo>
                  <a:lnTo>
                    <a:pt x="274269" y="142468"/>
                  </a:lnTo>
                  <a:lnTo>
                    <a:pt x="346913" y="139970"/>
                  </a:lnTo>
                  <a:lnTo>
                    <a:pt x="412232" y="132901"/>
                  </a:lnTo>
                  <a:lnTo>
                    <a:pt x="467602" y="121896"/>
                  </a:lnTo>
                  <a:lnTo>
                    <a:pt x="510401" y="107589"/>
                  </a:lnTo>
                  <a:lnTo>
                    <a:pt x="547789" y="71615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06731" y="4716691"/>
              <a:ext cx="548005" cy="571500"/>
            </a:xfrm>
            <a:custGeom>
              <a:avLst/>
              <a:gdLst/>
              <a:ahLst/>
              <a:cxnLst/>
              <a:rect l="l" t="t" r="r" b="b"/>
              <a:pathLst>
                <a:path w="548004" h="571500">
                  <a:moveTo>
                    <a:pt x="274269" y="0"/>
                  </a:moveTo>
                  <a:lnTo>
                    <a:pt x="201309" y="2553"/>
                  </a:lnTo>
                  <a:lnTo>
                    <a:pt x="135778" y="9761"/>
                  </a:lnTo>
                  <a:lnTo>
                    <a:pt x="80279" y="20948"/>
                  </a:lnTo>
                  <a:lnTo>
                    <a:pt x="37415" y="35437"/>
                  </a:lnTo>
                  <a:lnTo>
                    <a:pt x="0" y="71615"/>
                  </a:lnTo>
                  <a:lnTo>
                    <a:pt x="0" y="499783"/>
                  </a:lnTo>
                  <a:lnTo>
                    <a:pt x="37415" y="535960"/>
                  </a:lnTo>
                  <a:lnTo>
                    <a:pt x="80279" y="550449"/>
                  </a:lnTo>
                  <a:lnTo>
                    <a:pt x="135778" y="561636"/>
                  </a:lnTo>
                  <a:lnTo>
                    <a:pt x="201309" y="568845"/>
                  </a:lnTo>
                  <a:lnTo>
                    <a:pt x="274269" y="571398"/>
                  </a:lnTo>
                  <a:lnTo>
                    <a:pt x="346913" y="568845"/>
                  </a:lnTo>
                  <a:lnTo>
                    <a:pt x="412232" y="561636"/>
                  </a:lnTo>
                  <a:lnTo>
                    <a:pt x="467602" y="550449"/>
                  </a:lnTo>
                  <a:lnTo>
                    <a:pt x="510401" y="535960"/>
                  </a:lnTo>
                  <a:lnTo>
                    <a:pt x="547789" y="499783"/>
                  </a:lnTo>
                  <a:lnTo>
                    <a:pt x="547789" y="71615"/>
                  </a:lnTo>
                  <a:lnTo>
                    <a:pt x="510401" y="35437"/>
                  </a:lnTo>
                  <a:lnTo>
                    <a:pt x="467602" y="20948"/>
                  </a:lnTo>
                  <a:lnTo>
                    <a:pt x="412232" y="9761"/>
                  </a:lnTo>
                  <a:lnTo>
                    <a:pt x="346913" y="2553"/>
                  </a:lnTo>
                  <a:lnTo>
                    <a:pt x="274269" y="0"/>
                  </a:lnTo>
                  <a:close/>
                </a:path>
                <a:path w="548004" h="571500">
                  <a:moveTo>
                    <a:pt x="0" y="71615"/>
                  </a:moveTo>
                  <a:lnTo>
                    <a:pt x="37415" y="107589"/>
                  </a:lnTo>
                  <a:lnTo>
                    <a:pt x="80279" y="121896"/>
                  </a:lnTo>
                  <a:lnTo>
                    <a:pt x="135778" y="132901"/>
                  </a:lnTo>
                  <a:lnTo>
                    <a:pt x="201309" y="139970"/>
                  </a:lnTo>
                  <a:lnTo>
                    <a:pt x="274269" y="142468"/>
                  </a:lnTo>
                  <a:lnTo>
                    <a:pt x="346913" y="139970"/>
                  </a:lnTo>
                  <a:lnTo>
                    <a:pt x="412232" y="132901"/>
                  </a:lnTo>
                  <a:lnTo>
                    <a:pt x="467602" y="121896"/>
                  </a:lnTo>
                  <a:lnTo>
                    <a:pt x="510401" y="107589"/>
                  </a:lnTo>
                  <a:lnTo>
                    <a:pt x="538004" y="90617"/>
                  </a:lnTo>
                  <a:lnTo>
                    <a:pt x="547789" y="71615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167536" y="4121150"/>
            <a:ext cx="16243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may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page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virtual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"/>
                <a:cs typeface="Arial"/>
              </a:rPr>
              <a:t>disk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03933" y="4553135"/>
            <a:ext cx="1510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deflate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balloon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195" dirty="0">
                <a:latin typeface="Arial"/>
                <a:cs typeface="Arial"/>
              </a:rPr>
              <a:t>(-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pressure)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586742" y="4904866"/>
            <a:ext cx="419100" cy="219075"/>
            <a:chOff x="5586742" y="4904866"/>
            <a:chExt cx="419100" cy="219075"/>
          </a:xfrm>
        </p:grpSpPr>
        <p:sp>
          <p:nvSpPr>
            <p:cNvPr id="55" name="object 55"/>
            <p:cNvSpPr/>
            <p:nvPr/>
          </p:nvSpPr>
          <p:spPr>
            <a:xfrm>
              <a:off x="5734545" y="5013820"/>
              <a:ext cx="271780" cy="0"/>
            </a:xfrm>
            <a:custGeom>
              <a:avLst/>
              <a:gdLst/>
              <a:ahLst/>
              <a:cxnLst/>
              <a:rect l="l" t="t" r="r" b="b"/>
              <a:pathLst>
                <a:path w="271779">
                  <a:moveTo>
                    <a:pt x="271233" y="0"/>
                  </a:moveTo>
                  <a:lnTo>
                    <a:pt x="0" y="0"/>
                  </a:lnTo>
                </a:path>
              </a:pathLst>
            </a:custGeom>
            <a:ln w="57137">
              <a:solidFill>
                <a:srgbClr val="C5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86742" y="4904866"/>
              <a:ext cx="219710" cy="219075"/>
            </a:xfrm>
            <a:custGeom>
              <a:avLst/>
              <a:gdLst/>
              <a:ahLst/>
              <a:cxnLst/>
              <a:rect l="l" t="t" r="r" b="b"/>
              <a:pathLst>
                <a:path w="219710" h="219075">
                  <a:moveTo>
                    <a:pt x="219417" y="218655"/>
                  </a:moveTo>
                  <a:lnTo>
                    <a:pt x="150088" y="108953"/>
                  </a:lnTo>
                  <a:lnTo>
                    <a:pt x="219417" y="0"/>
                  </a:lnTo>
                  <a:lnTo>
                    <a:pt x="0" y="108953"/>
                  </a:lnTo>
                  <a:lnTo>
                    <a:pt x="219417" y="218655"/>
                  </a:lnTo>
                  <a:close/>
                </a:path>
              </a:pathLst>
            </a:custGeom>
            <a:solidFill>
              <a:srgbClr val="C5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Ballooning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10" dirty="0"/>
              <a:t>Details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7327900" cy="373697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Guest</a:t>
            </a:r>
            <a:r>
              <a:rPr sz="220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drivers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inflate: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allocate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pinned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PPNs;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backing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MPNs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reclaimed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Use</a:t>
            </a:r>
            <a:r>
              <a:rPr sz="180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standard</a:t>
            </a:r>
            <a:r>
              <a:rPr sz="18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Windows/Linux/BSO</a:t>
            </a:r>
            <a:r>
              <a:rPr sz="18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kernel</a:t>
            </a:r>
            <a:r>
              <a:rPr sz="18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10000"/>
                </a:solidFill>
                <a:latin typeface="Arial"/>
                <a:cs typeface="Arial"/>
              </a:rPr>
              <a:t>APis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Related: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Nemesis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"self-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paging"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[Hand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'99],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Collective</a:t>
            </a:r>
            <a:r>
              <a:rPr sz="18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[Sapuntzakis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10000"/>
                </a:solidFill>
                <a:latin typeface="Arial"/>
                <a:cs typeface="Arial"/>
              </a:rPr>
              <a:t>'02]</a:t>
            </a:r>
            <a:endParaRPr sz="16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Performance</a:t>
            </a:r>
            <a:r>
              <a:rPr sz="2200" spc="-7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benchmark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Linux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VM,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memory-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intensive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dbench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workload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Compare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256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MB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with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balloon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sizes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32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39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128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MB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vs.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static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10000"/>
                </a:solidFill>
                <a:latin typeface="Arial"/>
                <a:cs typeface="Arial"/>
              </a:rPr>
              <a:t>VMs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Overhead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1.4%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39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10000"/>
                </a:solidFill>
                <a:latin typeface="Arial"/>
                <a:cs typeface="Arial"/>
              </a:rPr>
              <a:t>4.4%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Some</a:t>
            </a:r>
            <a:r>
              <a:rPr sz="22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limitations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Sharing</a:t>
            </a:r>
            <a:r>
              <a:rPr b="0" spc="85" dirty="0">
                <a:latin typeface="Times New Roman"/>
                <a:cs typeface="Times New Roman"/>
              </a:rPr>
              <a:t> </a:t>
            </a:r>
            <a:r>
              <a:rPr spc="-10" dirty="0"/>
              <a:t>Memory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6758305" cy="373761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Motivation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Multiple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VMs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running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same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OS,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10000"/>
                </a:solidFill>
                <a:latin typeface="Arial"/>
                <a:cs typeface="Arial"/>
              </a:rPr>
              <a:t>apps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Collapse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redundant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copies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of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code,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data,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zeros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Transparent</a:t>
            </a:r>
            <a:r>
              <a:rPr sz="22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r>
              <a:rPr sz="22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sharing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Map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multiple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PPNs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to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single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MPN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copy-on-write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Pioneered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by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Oisco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[Bugnion</a:t>
            </a:r>
            <a:r>
              <a:rPr sz="16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'97]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,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but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required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guest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OS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hooks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New</a:t>
            </a:r>
            <a:r>
              <a:rPr sz="22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twist:</a:t>
            </a:r>
            <a:r>
              <a:rPr sz="22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content-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based</a:t>
            </a:r>
            <a:r>
              <a:rPr sz="22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sharing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General-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purpose,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no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guest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OS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changes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Background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activity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saves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over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10000"/>
                </a:solidFill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Page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dirty="0"/>
              <a:t>Sharing: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dirty="0"/>
              <a:t>Scan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dirty="0"/>
              <a:t>Candidate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5" dirty="0"/>
              <a:t>PPN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1194" y="1992604"/>
            <a:ext cx="7002780" cy="3410585"/>
            <a:chOff x="771194" y="1992604"/>
            <a:chExt cx="7002780" cy="3410585"/>
          </a:xfrm>
        </p:grpSpPr>
        <p:sp>
          <p:nvSpPr>
            <p:cNvPr id="4" name="object 4"/>
            <p:cNvSpPr/>
            <p:nvPr/>
          </p:nvSpPr>
          <p:spPr>
            <a:xfrm>
              <a:off x="7383247" y="3183800"/>
              <a:ext cx="381000" cy="2209800"/>
            </a:xfrm>
            <a:custGeom>
              <a:avLst/>
              <a:gdLst/>
              <a:ahLst/>
              <a:cxnLst/>
              <a:rect l="l" t="t" r="r" b="b"/>
              <a:pathLst>
                <a:path w="381000" h="2209800">
                  <a:moveTo>
                    <a:pt x="380936" y="1875726"/>
                  </a:moveTo>
                  <a:lnTo>
                    <a:pt x="0" y="1875726"/>
                  </a:lnTo>
                  <a:lnTo>
                    <a:pt x="0" y="2209431"/>
                  </a:lnTo>
                  <a:lnTo>
                    <a:pt x="380936" y="2209431"/>
                  </a:lnTo>
                  <a:lnTo>
                    <a:pt x="380936" y="1875726"/>
                  </a:lnTo>
                  <a:close/>
                </a:path>
                <a:path w="381000" h="2209800">
                  <a:moveTo>
                    <a:pt x="380936" y="797674"/>
                  </a:moveTo>
                  <a:lnTo>
                    <a:pt x="0" y="797674"/>
                  </a:lnTo>
                  <a:lnTo>
                    <a:pt x="0" y="1685264"/>
                  </a:lnTo>
                  <a:lnTo>
                    <a:pt x="380936" y="1685264"/>
                  </a:lnTo>
                  <a:lnTo>
                    <a:pt x="380936" y="797674"/>
                  </a:lnTo>
                  <a:close/>
                </a:path>
                <a:path w="381000" h="2209800">
                  <a:moveTo>
                    <a:pt x="380936" y="0"/>
                  </a:moveTo>
                  <a:lnTo>
                    <a:pt x="0" y="0"/>
                  </a:lnTo>
                  <a:lnTo>
                    <a:pt x="0" y="607212"/>
                  </a:lnTo>
                  <a:lnTo>
                    <a:pt x="380936" y="607212"/>
                  </a:lnTo>
                  <a:lnTo>
                    <a:pt x="380936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83246" y="3183801"/>
              <a:ext cx="381000" cy="2209800"/>
            </a:xfrm>
            <a:custGeom>
              <a:avLst/>
              <a:gdLst/>
              <a:ahLst/>
              <a:cxnLst/>
              <a:rect l="l" t="t" r="r" b="b"/>
              <a:pathLst>
                <a:path w="381000" h="2209800">
                  <a:moveTo>
                    <a:pt x="0" y="0"/>
                  </a:moveTo>
                  <a:lnTo>
                    <a:pt x="0" y="2209431"/>
                  </a:lnTo>
                  <a:lnTo>
                    <a:pt x="380936" y="2209431"/>
                  </a:lnTo>
                  <a:lnTo>
                    <a:pt x="380936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3894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228561" y="0"/>
                  </a:moveTo>
                  <a:lnTo>
                    <a:pt x="0" y="0"/>
                  </a:lnTo>
                  <a:lnTo>
                    <a:pt x="0" y="457123"/>
                  </a:lnTo>
                  <a:lnTo>
                    <a:pt x="228561" y="457123"/>
                  </a:lnTo>
                  <a:lnTo>
                    <a:pt x="228561" y="0"/>
                  </a:lnTo>
                  <a:close/>
                </a:path>
                <a:path w="1066800" h="457200">
                  <a:moveTo>
                    <a:pt x="609498" y="0"/>
                  </a:moveTo>
                  <a:lnTo>
                    <a:pt x="304749" y="0"/>
                  </a:lnTo>
                  <a:lnTo>
                    <a:pt x="304749" y="457123"/>
                  </a:lnTo>
                  <a:lnTo>
                    <a:pt x="609498" y="457123"/>
                  </a:lnTo>
                  <a:lnTo>
                    <a:pt x="609498" y="0"/>
                  </a:lnTo>
                  <a:close/>
                </a:path>
                <a:path w="1066800" h="457200">
                  <a:moveTo>
                    <a:pt x="1066622" y="0"/>
                  </a:moveTo>
                  <a:lnTo>
                    <a:pt x="685685" y="0"/>
                  </a:lnTo>
                  <a:lnTo>
                    <a:pt x="685685" y="457123"/>
                  </a:lnTo>
                  <a:lnTo>
                    <a:pt x="1066622" y="457123"/>
                  </a:lnTo>
                  <a:lnTo>
                    <a:pt x="1066622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3894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0" y="0"/>
                  </a:moveTo>
                  <a:lnTo>
                    <a:pt x="0" y="457123"/>
                  </a:lnTo>
                  <a:lnTo>
                    <a:pt x="1066622" y="457123"/>
                  </a:lnTo>
                  <a:lnTo>
                    <a:pt x="1066622" y="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2456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2456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93393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93393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79079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152374" y="0"/>
                  </a:moveTo>
                  <a:lnTo>
                    <a:pt x="0" y="0"/>
                  </a:lnTo>
                  <a:lnTo>
                    <a:pt x="0" y="457123"/>
                  </a:lnTo>
                  <a:lnTo>
                    <a:pt x="152374" y="457123"/>
                  </a:lnTo>
                  <a:lnTo>
                    <a:pt x="152374" y="0"/>
                  </a:lnTo>
                  <a:close/>
                </a:path>
                <a:path w="1066800" h="457200">
                  <a:moveTo>
                    <a:pt x="685685" y="0"/>
                  </a:moveTo>
                  <a:lnTo>
                    <a:pt x="228561" y="0"/>
                  </a:lnTo>
                  <a:lnTo>
                    <a:pt x="228561" y="457123"/>
                  </a:lnTo>
                  <a:lnTo>
                    <a:pt x="685685" y="457123"/>
                  </a:lnTo>
                  <a:lnTo>
                    <a:pt x="685685" y="0"/>
                  </a:lnTo>
                  <a:close/>
                </a:path>
                <a:path w="1066800" h="457200">
                  <a:moveTo>
                    <a:pt x="1066609" y="0"/>
                  </a:moveTo>
                  <a:lnTo>
                    <a:pt x="761873" y="0"/>
                  </a:lnTo>
                  <a:lnTo>
                    <a:pt x="761873" y="457123"/>
                  </a:lnTo>
                  <a:lnTo>
                    <a:pt x="1066609" y="457123"/>
                  </a:lnTo>
                  <a:lnTo>
                    <a:pt x="106660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79078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0" y="0"/>
                  </a:moveTo>
                  <a:lnTo>
                    <a:pt x="0" y="457123"/>
                  </a:lnTo>
                  <a:lnTo>
                    <a:pt x="1066622" y="457123"/>
                  </a:lnTo>
                  <a:lnTo>
                    <a:pt x="1066622" y="0"/>
                  </a:lnTo>
                  <a:lnTo>
                    <a:pt x="0" y="0"/>
                  </a:lnTo>
                  <a:close/>
                </a:path>
              </a:pathLst>
            </a:custGeom>
            <a:ln w="25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31453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31453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64764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64764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74263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609498" y="0"/>
                  </a:moveTo>
                  <a:lnTo>
                    <a:pt x="0" y="0"/>
                  </a:lnTo>
                  <a:lnTo>
                    <a:pt x="0" y="457123"/>
                  </a:lnTo>
                  <a:lnTo>
                    <a:pt x="609498" y="457123"/>
                  </a:lnTo>
                  <a:lnTo>
                    <a:pt x="609498" y="0"/>
                  </a:lnTo>
                  <a:close/>
                </a:path>
                <a:path w="1066800" h="457200">
                  <a:moveTo>
                    <a:pt x="1066622" y="0"/>
                  </a:moveTo>
                  <a:lnTo>
                    <a:pt x="685685" y="0"/>
                  </a:lnTo>
                  <a:lnTo>
                    <a:pt x="685685" y="457123"/>
                  </a:lnTo>
                  <a:lnTo>
                    <a:pt x="1066622" y="457123"/>
                  </a:lnTo>
                  <a:lnTo>
                    <a:pt x="1066622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74263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0" y="0"/>
                  </a:moveTo>
                  <a:lnTo>
                    <a:pt x="0" y="457123"/>
                  </a:lnTo>
                  <a:lnTo>
                    <a:pt x="1066622" y="457123"/>
                  </a:lnTo>
                  <a:lnTo>
                    <a:pt x="1066622" y="0"/>
                  </a:lnTo>
                  <a:lnTo>
                    <a:pt x="0" y="0"/>
                  </a:lnTo>
                  <a:close/>
                </a:path>
              </a:pathLst>
            </a:custGeom>
            <a:ln w="25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83761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83761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64002" y="2002129"/>
              <a:ext cx="990600" cy="304800"/>
            </a:xfrm>
            <a:custGeom>
              <a:avLst/>
              <a:gdLst/>
              <a:ahLst/>
              <a:cxnLst/>
              <a:rect l="l" t="t" r="r" b="b"/>
              <a:pathLst>
                <a:path w="990600" h="304800">
                  <a:moveTo>
                    <a:pt x="0" y="304749"/>
                  </a:moveTo>
                  <a:lnTo>
                    <a:pt x="380936" y="0"/>
                  </a:lnTo>
                </a:path>
                <a:path w="990600" h="304800">
                  <a:moveTo>
                    <a:pt x="76187" y="304749"/>
                  </a:moveTo>
                  <a:lnTo>
                    <a:pt x="990434" y="0"/>
                  </a:lnTo>
                </a:path>
              </a:pathLst>
            </a:custGeom>
            <a:ln w="1905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12456" y="3298075"/>
              <a:ext cx="3124200" cy="457200"/>
            </a:xfrm>
            <a:custGeom>
              <a:avLst/>
              <a:gdLst/>
              <a:ahLst/>
              <a:cxnLst/>
              <a:rect l="l" t="t" r="r" b="b"/>
              <a:pathLst>
                <a:path w="3124200" h="457200">
                  <a:moveTo>
                    <a:pt x="609498" y="0"/>
                  </a:moveTo>
                  <a:lnTo>
                    <a:pt x="0" y="0"/>
                  </a:lnTo>
                  <a:lnTo>
                    <a:pt x="0" y="457123"/>
                  </a:lnTo>
                  <a:lnTo>
                    <a:pt x="609498" y="457123"/>
                  </a:lnTo>
                  <a:lnTo>
                    <a:pt x="609498" y="0"/>
                  </a:lnTo>
                  <a:close/>
                </a:path>
                <a:path w="3124200" h="457200">
                  <a:moveTo>
                    <a:pt x="2133231" y="0"/>
                  </a:moveTo>
                  <a:lnTo>
                    <a:pt x="685685" y="0"/>
                  </a:lnTo>
                  <a:lnTo>
                    <a:pt x="685685" y="457123"/>
                  </a:lnTo>
                  <a:lnTo>
                    <a:pt x="2133231" y="457123"/>
                  </a:lnTo>
                  <a:lnTo>
                    <a:pt x="2133231" y="0"/>
                  </a:lnTo>
                  <a:close/>
                </a:path>
                <a:path w="3124200" h="457200">
                  <a:moveTo>
                    <a:pt x="2666555" y="0"/>
                  </a:moveTo>
                  <a:lnTo>
                    <a:pt x="2209431" y="0"/>
                  </a:lnTo>
                  <a:lnTo>
                    <a:pt x="2209431" y="457123"/>
                  </a:lnTo>
                  <a:lnTo>
                    <a:pt x="2666555" y="457123"/>
                  </a:lnTo>
                  <a:lnTo>
                    <a:pt x="2666555" y="0"/>
                  </a:lnTo>
                  <a:close/>
                </a:path>
                <a:path w="3124200" h="457200">
                  <a:moveTo>
                    <a:pt x="3123679" y="0"/>
                  </a:moveTo>
                  <a:lnTo>
                    <a:pt x="2742742" y="0"/>
                  </a:lnTo>
                  <a:lnTo>
                    <a:pt x="2742742" y="457123"/>
                  </a:lnTo>
                  <a:lnTo>
                    <a:pt x="3123679" y="457123"/>
                  </a:lnTo>
                  <a:lnTo>
                    <a:pt x="312367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12456" y="3298075"/>
              <a:ext cx="3124200" cy="457200"/>
            </a:xfrm>
            <a:custGeom>
              <a:avLst/>
              <a:gdLst/>
              <a:ahLst/>
              <a:cxnLst/>
              <a:rect l="l" t="t" r="r" b="b"/>
              <a:pathLst>
                <a:path w="3124200" h="457200">
                  <a:moveTo>
                    <a:pt x="0" y="0"/>
                  </a:moveTo>
                  <a:lnTo>
                    <a:pt x="0" y="457123"/>
                  </a:lnTo>
                  <a:lnTo>
                    <a:pt x="3123679" y="457123"/>
                  </a:lnTo>
                  <a:lnTo>
                    <a:pt x="3123679" y="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21955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21955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45701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45701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79012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79012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980291" y="3267095"/>
            <a:ext cx="838835" cy="48323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680"/>
              </a:lnSpc>
              <a:spcBef>
                <a:spcPts val="355"/>
              </a:spcBef>
            </a:pPr>
            <a:r>
              <a:rPr sz="1600" b="1" spc="-10" dirty="0">
                <a:latin typeface="Arial"/>
                <a:cs typeface="Arial"/>
              </a:rPr>
              <a:t>Machine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Memory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26553" y="2754477"/>
            <a:ext cx="5966460" cy="1743710"/>
            <a:chOff x="1026553" y="2754477"/>
            <a:chExt cx="5966460" cy="1743710"/>
          </a:xfrm>
        </p:grpSpPr>
        <p:sp>
          <p:nvSpPr>
            <p:cNvPr id="33" name="object 33"/>
            <p:cNvSpPr/>
            <p:nvPr/>
          </p:nvSpPr>
          <p:spPr>
            <a:xfrm>
              <a:off x="3762819" y="2764002"/>
              <a:ext cx="265430" cy="434340"/>
            </a:xfrm>
            <a:custGeom>
              <a:avLst/>
              <a:gdLst/>
              <a:ahLst/>
              <a:cxnLst/>
              <a:rect l="l" t="t" r="r" b="b"/>
              <a:pathLst>
                <a:path w="265429" h="434339">
                  <a:moveTo>
                    <a:pt x="265137" y="0"/>
                  </a:moveTo>
                  <a:lnTo>
                    <a:pt x="0" y="43427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11778" y="3164751"/>
              <a:ext cx="106045" cy="100330"/>
            </a:xfrm>
            <a:custGeom>
              <a:avLst/>
              <a:gdLst/>
              <a:ahLst/>
              <a:cxnLst/>
              <a:rect l="l" t="t" r="r" b="b"/>
              <a:pathLst>
                <a:path w="106045" h="100329">
                  <a:moveTo>
                    <a:pt x="105892" y="64757"/>
                  </a:moveTo>
                  <a:lnTo>
                    <a:pt x="0" y="0"/>
                  </a:lnTo>
                  <a:lnTo>
                    <a:pt x="11429" y="99809"/>
                  </a:lnTo>
                  <a:lnTo>
                    <a:pt x="105892" y="647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36078" y="2764002"/>
              <a:ext cx="585470" cy="473709"/>
            </a:xfrm>
            <a:custGeom>
              <a:avLst/>
              <a:gdLst/>
              <a:ahLst/>
              <a:cxnLst/>
              <a:rect l="l" t="t" r="r" b="b"/>
              <a:pathLst>
                <a:path w="585469" h="473710">
                  <a:moveTo>
                    <a:pt x="0" y="0"/>
                  </a:moveTo>
                  <a:lnTo>
                    <a:pt x="585114" y="473125"/>
                  </a:lnTo>
                </a:path>
                <a:path w="585469" h="473710">
                  <a:moveTo>
                    <a:pt x="382460" y="0"/>
                  </a:moveTo>
                  <a:lnTo>
                    <a:pt x="575208" y="44569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54911" y="3183801"/>
              <a:ext cx="113664" cy="97790"/>
            </a:xfrm>
            <a:custGeom>
              <a:avLst/>
              <a:gdLst/>
              <a:ahLst/>
              <a:cxnLst/>
              <a:rect l="l" t="t" r="r" b="b"/>
              <a:pathLst>
                <a:path w="113664" h="97789">
                  <a:moveTo>
                    <a:pt x="113525" y="0"/>
                  </a:moveTo>
                  <a:lnTo>
                    <a:pt x="0" y="48755"/>
                  </a:lnTo>
                  <a:lnTo>
                    <a:pt x="88379" y="97523"/>
                  </a:lnTo>
                  <a:lnTo>
                    <a:pt x="1135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29384" y="2764002"/>
              <a:ext cx="513080" cy="461009"/>
            </a:xfrm>
            <a:custGeom>
              <a:avLst/>
              <a:gdLst/>
              <a:ahLst/>
              <a:cxnLst/>
              <a:rect l="l" t="t" r="r" b="b"/>
              <a:pathLst>
                <a:path w="513080" h="461010">
                  <a:moveTo>
                    <a:pt x="512737" y="0"/>
                  </a:moveTo>
                  <a:lnTo>
                    <a:pt x="0" y="46093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72247" y="3177705"/>
              <a:ext cx="100965" cy="99060"/>
            </a:xfrm>
            <a:custGeom>
              <a:avLst/>
              <a:gdLst/>
              <a:ahLst/>
              <a:cxnLst/>
              <a:rect l="l" t="t" r="r" b="b"/>
              <a:pathLst>
                <a:path w="100964" h="99060">
                  <a:moveTo>
                    <a:pt x="100558" y="92189"/>
                  </a:moveTo>
                  <a:lnTo>
                    <a:pt x="17513" y="0"/>
                  </a:lnTo>
                  <a:lnTo>
                    <a:pt x="0" y="99047"/>
                  </a:lnTo>
                  <a:lnTo>
                    <a:pt x="100558" y="921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50002" y="3269132"/>
              <a:ext cx="1733550" cy="1219200"/>
            </a:xfrm>
            <a:custGeom>
              <a:avLst/>
              <a:gdLst/>
              <a:ahLst/>
              <a:cxnLst/>
              <a:rect l="l" t="t" r="r" b="b"/>
              <a:pathLst>
                <a:path w="1733550" h="1219200">
                  <a:moveTo>
                    <a:pt x="0" y="0"/>
                  </a:moveTo>
                  <a:lnTo>
                    <a:pt x="0" y="1218996"/>
                  </a:lnTo>
                  <a:lnTo>
                    <a:pt x="1733257" y="1218996"/>
                  </a:lnTo>
                  <a:lnTo>
                    <a:pt x="1733257" y="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963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310426" y="3331065"/>
            <a:ext cx="1522730" cy="1125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425"/>
              </a:spcBef>
              <a:tabLst>
                <a:tab pos="761365" algn="l"/>
              </a:tabLst>
            </a:pPr>
            <a:r>
              <a:rPr sz="2000" dirty="0">
                <a:latin typeface="Arial"/>
                <a:cs typeface="Arial"/>
              </a:rPr>
              <a:t>Hash: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270" dirty="0">
                <a:latin typeface="Arial"/>
                <a:cs typeface="Arial"/>
              </a:rPr>
              <a:t>.06af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VM: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Arial"/>
                <a:cs typeface="Arial"/>
              </a:rPr>
              <a:t>3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PPN: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Arial"/>
                <a:cs typeface="Arial"/>
              </a:rPr>
              <a:t>43f8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MPN: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123b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3133128" y="1304632"/>
          <a:ext cx="3801745" cy="683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10160" algn="ctr">
                        <a:lnSpc>
                          <a:spcPts val="131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011010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9635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75945">
                        <a:lnSpc>
                          <a:spcPts val="190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hash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page</a:t>
                      </a:r>
                      <a:r>
                        <a:rPr sz="16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contents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139">
                <a:tc rowSpan="2">
                  <a:txBody>
                    <a:bodyPr/>
                    <a:lstStyle/>
                    <a:p>
                      <a:pPr marL="56515">
                        <a:lnSpc>
                          <a:spcPts val="115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110101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9635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96350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10160" algn="ctr">
                        <a:lnSpc>
                          <a:spcPts val="115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010111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9635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10160" algn="ctr">
                        <a:lnSpc>
                          <a:spcPts val="128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101100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635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object 42"/>
          <p:cNvSpPr/>
          <p:nvPr/>
        </p:nvSpPr>
        <p:spPr>
          <a:xfrm>
            <a:off x="6936028" y="1542719"/>
            <a:ext cx="80010" cy="124460"/>
          </a:xfrm>
          <a:custGeom>
            <a:avLst/>
            <a:gdLst/>
            <a:ahLst/>
            <a:cxnLst/>
            <a:rect l="l" t="t" r="r" b="b"/>
            <a:pathLst>
              <a:path w="80009" h="124460">
                <a:moveTo>
                  <a:pt x="79997" y="62484"/>
                </a:moveTo>
                <a:lnTo>
                  <a:pt x="0" y="0"/>
                </a:lnTo>
                <a:lnTo>
                  <a:pt x="0" y="124193"/>
                </a:lnTo>
                <a:lnTo>
                  <a:pt x="79997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2794863" y="1683283"/>
            <a:ext cx="5274310" cy="3385820"/>
            <a:chOff x="2794863" y="1683283"/>
            <a:chExt cx="5274310" cy="3385820"/>
          </a:xfrm>
        </p:grpSpPr>
        <p:sp>
          <p:nvSpPr>
            <p:cNvPr id="44" name="object 44"/>
            <p:cNvSpPr/>
            <p:nvPr/>
          </p:nvSpPr>
          <p:spPr>
            <a:xfrm>
              <a:off x="7383246" y="3791013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380936" y="190461"/>
                  </a:moveTo>
                  <a:lnTo>
                    <a:pt x="380936" y="0"/>
                  </a:lnTo>
                  <a:lnTo>
                    <a:pt x="0" y="0"/>
                  </a:lnTo>
                  <a:lnTo>
                    <a:pt x="0" y="190461"/>
                  </a:lnTo>
                  <a:lnTo>
                    <a:pt x="380936" y="190461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83246" y="3791013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0" y="190461"/>
                  </a:lnTo>
                  <a:lnTo>
                    <a:pt x="380936" y="190461"/>
                  </a:lnTo>
                  <a:lnTo>
                    <a:pt x="380936" y="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83246" y="486906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380936" y="190461"/>
                  </a:moveTo>
                  <a:lnTo>
                    <a:pt x="380936" y="0"/>
                  </a:lnTo>
                  <a:lnTo>
                    <a:pt x="0" y="0"/>
                  </a:lnTo>
                  <a:lnTo>
                    <a:pt x="0" y="190461"/>
                  </a:lnTo>
                  <a:lnTo>
                    <a:pt x="380936" y="190461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83246" y="486906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0" y="190461"/>
                  </a:lnTo>
                  <a:lnTo>
                    <a:pt x="380936" y="190461"/>
                  </a:lnTo>
                  <a:lnTo>
                    <a:pt x="380936" y="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83260" y="3269132"/>
              <a:ext cx="400050" cy="1219200"/>
            </a:xfrm>
            <a:custGeom>
              <a:avLst/>
              <a:gdLst/>
              <a:ahLst/>
              <a:cxnLst/>
              <a:rect l="l" t="t" r="r" b="b"/>
              <a:pathLst>
                <a:path w="400050" h="1219200">
                  <a:moveTo>
                    <a:pt x="399986" y="521881"/>
                  </a:moveTo>
                  <a:lnTo>
                    <a:pt x="0" y="0"/>
                  </a:lnTo>
                </a:path>
                <a:path w="400050" h="1219200">
                  <a:moveTo>
                    <a:pt x="399986" y="712343"/>
                  </a:moveTo>
                  <a:lnTo>
                    <a:pt x="0" y="1218996"/>
                  </a:lnTo>
                </a:path>
              </a:pathLst>
            </a:custGeom>
            <a:ln w="190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18636" y="3859580"/>
              <a:ext cx="1527175" cy="447675"/>
            </a:xfrm>
            <a:custGeom>
              <a:avLst/>
              <a:gdLst/>
              <a:ahLst/>
              <a:cxnLst/>
              <a:rect l="l" t="t" r="r" b="b"/>
              <a:pathLst>
                <a:path w="1527175" h="447675">
                  <a:moveTo>
                    <a:pt x="1526794" y="438073"/>
                  </a:moveTo>
                  <a:lnTo>
                    <a:pt x="0" y="438073"/>
                  </a:lnTo>
                </a:path>
                <a:path w="1527175" h="447675">
                  <a:moveTo>
                    <a:pt x="4572" y="447217"/>
                  </a:moveTo>
                  <a:lnTo>
                    <a:pt x="4572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61498" y="3782631"/>
              <a:ext cx="124460" cy="79375"/>
            </a:xfrm>
            <a:custGeom>
              <a:avLst/>
              <a:gdLst/>
              <a:ahLst/>
              <a:cxnLst/>
              <a:rect l="l" t="t" r="r" b="b"/>
              <a:pathLst>
                <a:path w="124460" h="79375">
                  <a:moveTo>
                    <a:pt x="124180" y="79235"/>
                  </a:moveTo>
                  <a:lnTo>
                    <a:pt x="61709" y="0"/>
                  </a:lnTo>
                  <a:lnTo>
                    <a:pt x="0" y="79235"/>
                  </a:lnTo>
                  <a:lnTo>
                    <a:pt x="124180" y="792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04388" y="1692808"/>
              <a:ext cx="5255260" cy="2189480"/>
            </a:xfrm>
            <a:custGeom>
              <a:avLst/>
              <a:gdLst/>
              <a:ahLst/>
              <a:cxnLst/>
              <a:rect l="l" t="t" r="r" b="b"/>
              <a:pathLst>
                <a:path w="5255259" h="2189479">
                  <a:moveTo>
                    <a:pt x="5254637" y="2188870"/>
                  </a:moveTo>
                  <a:lnTo>
                    <a:pt x="5254637" y="0"/>
                  </a:lnTo>
                </a:path>
                <a:path w="5255259" h="2189479">
                  <a:moveTo>
                    <a:pt x="0" y="1076528"/>
                  </a:moveTo>
                  <a:lnTo>
                    <a:pt x="331406" y="152527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084753" y="3179991"/>
              <a:ext cx="100330" cy="101600"/>
            </a:xfrm>
            <a:custGeom>
              <a:avLst/>
              <a:gdLst/>
              <a:ahLst/>
              <a:cxnLst/>
              <a:rect l="l" t="t" r="r" b="b"/>
              <a:pathLst>
                <a:path w="100330" h="101600">
                  <a:moveTo>
                    <a:pt x="99809" y="0"/>
                  </a:moveTo>
                  <a:lnTo>
                    <a:pt x="0" y="73901"/>
                  </a:lnTo>
                  <a:lnTo>
                    <a:pt x="97523" y="101333"/>
                  </a:lnTo>
                  <a:lnTo>
                    <a:pt x="998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141981" y="1423362"/>
            <a:ext cx="1108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105" dirty="0">
                <a:latin typeface="Arial"/>
                <a:cs typeface="Arial"/>
              </a:rPr>
              <a:t>.2bd806af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785506" y="1683283"/>
            <a:ext cx="480059" cy="2254885"/>
            <a:chOff x="7785506" y="1683283"/>
            <a:chExt cx="480059" cy="2254885"/>
          </a:xfrm>
        </p:grpSpPr>
        <p:sp>
          <p:nvSpPr>
            <p:cNvPr id="55" name="object 55"/>
            <p:cNvSpPr/>
            <p:nvPr/>
          </p:nvSpPr>
          <p:spPr>
            <a:xfrm>
              <a:off x="7840370" y="1692808"/>
              <a:ext cx="425450" cy="2183130"/>
            </a:xfrm>
            <a:custGeom>
              <a:avLst/>
              <a:gdLst/>
              <a:ahLst/>
              <a:cxnLst/>
              <a:rect l="l" t="t" r="r" b="b"/>
              <a:pathLst>
                <a:path w="425450" h="2183129">
                  <a:moveTo>
                    <a:pt x="0" y="0"/>
                  </a:moveTo>
                  <a:lnTo>
                    <a:pt x="425119" y="0"/>
                  </a:lnTo>
                </a:path>
                <a:path w="425450" h="2183129">
                  <a:moveTo>
                    <a:pt x="218655" y="2182774"/>
                  </a:moveTo>
                  <a:lnTo>
                    <a:pt x="22085" y="218277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785506" y="3813873"/>
              <a:ext cx="79375" cy="124460"/>
            </a:xfrm>
            <a:custGeom>
              <a:avLst/>
              <a:gdLst/>
              <a:ahLst/>
              <a:cxnLst/>
              <a:rect l="l" t="t" r="r" b="b"/>
              <a:pathLst>
                <a:path w="79375" h="124460">
                  <a:moveTo>
                    <a:pt x="79235" y="124180"/>
                  </a:moveTo>
                  <a:lnTo>
                    <a:pt x="79235" y="0"/>
                  </a:lnTo>
                  <a:lnTo>
                    <a:pt x="0" y="61709"/>
                  </a:lnTo>
                  <a:lnTo>
                    <a:pt x="79235" y="124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86436" y="2005433"/>
            <a:ext cx="499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VM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8" name="object 58"/>
          <p:cNvSpPr txBox="1"/>
          <p:nvPr/>
        </p:nvSpPr>
        <p:spPr>
          <a:xfrm>
            <a:off x="2081504" y="2005433"/>
            <a:ext cx="5003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VM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37503" y="2005433"/>
            <a:ext cx="5003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VM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240346" y="2910537"/>
            <a:ext cx="1009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hint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frame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935851" y="4103631"/>
            <a:ext cx="499745" cy="48260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ts val="1670"/>
              </a:lnSpc>
              <a:spcBef>
                <a:spcPts val="365"/>
              </a:spcBef>
            </a:pPr>
            <a:r>
              <a:rPr sz="1600" b="1" spc="-20" dirty="0">
                <a:latin typeface="Arial"/>
                <a:cs typeface="Arial"/>
              </a:rPr>
              <a:t>hash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table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Page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dirty="0"/>
              <a:t>Sharing: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dirty="0"/>
              <a:t>Successful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0" dirty="0"/>
              <a:t>Match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1194" y="2294940"/>
            <a:ext cx="3683000" cy="1473200"/>
            <a:chOff x="771194" y="2294940"/>
            <a:chExt cx="3683000" cy="1473200"/>
          </a:xfrm>
        </p:grpSpPr>
        <p:sp>
          <p:nvSpPr>
            <p:cNvPr id="4" name="object 4"/>
            <p:cNvSpPr/>
            <p:nvPr/>
          </p:nvSpPr>
          <p:spPr>
            <a:xfrm>
              <a:off x="783894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228561" y="0"/>
                  </a:moveTo>
                  <a:lnTo>
                    <a:pt x="0" y="0"/>
                  </a:lnTo>
                  <a:lnTo>
                    <a:pt x="0" y="457123"/>
                  </a:lnTo>
                  <a:lnTo>
                    <a:pt x="228561" y="457123"/>
                  </a:lnTo>
                  <a:lnTo>
                    <a:pt x="228561" y="0"/>
                  </a:lnTo>
                  <a:close/>
                </a:path>
                <a:path w="1066800" h="457200">
                  <a:moveTo>
                    <a:pt x="609498" y="0"/>
                  </a:moveTo>
                  <a:lnTo>
                    <a:pt x="304749" y="0"/>
                  </a:lnTo>
                  <a:lnTo>
                    <a:pt x="304749" y="457123"/>
                  </a:lnTo>
                  <a:lnTo>
                    <a:pt x="609498" y="457123"/>
                  </a:lnTo>
                  <a:lnTo>
                    <a:pt x="609498" y="0"/>
                  </a:lnTo>
                  <a:close/>
                </a:path>
                <a:path w="1066800" h="457200">
                  <a:moveTo>
                    <a:pt x="1066622" y="0"/>
                  </a:moveTo>
                  <a:lnTo>
                    <a:pt x="685685" y="0"/>
                  </a:lnTo>
                  <a:lnTo>
                    <a:pt x="685685" y="457123"/>
                  </a:lnTo>
                  <a:lnTo>
                    <a:pt x="1066622" y="457123"/>
                  </a:lnTo>
                  <a:lnTo>
                    <a:pt x="1066622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894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0" y="0"/>
                  </a:moveTo>
                  <a:lnTo>
                    <a:pt x="0" y="457123"/>
                  </a:lnTo>
                  <a:lnTo>
                    <a:pt x="1066622" y="457123"/>
                  </a:lnTo>
                  <a:lnTo>
                    <a:pt x="1066622" y="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2456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2456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3393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93393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79079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152374" y="0"/>
                  </a:moveTo>
                  <a:lnTo>
                    <a:pt x="0" y="0"/>
                  </a:lnTo>
                  <a:lnTo>
                    <a:pt x="0" y="457123"/>
                  </a:lnTo>
                  <a:lnTo>
                    <a:pt x="152374" y="457123"/>
                  </a:lnTo>
                  <a:lnTo>
                    <a:pt x="152374" y="0"/>
                  </a:lnTo>
                  <a:close/>
                </a:path>
                <a:path w="1066800" h="457200">
                  <a:moveTo>
                    <a:pt x="685685" y="0"/>
                  </a:moveTo>
                  <a:lnTo>
                    <a:pt x="228561" y="0"/>
                  </a:lnTo>
                  <a:lnTo>
                    <a:pt x="228561" y="457123"/>
                  </a:lnTo>
                  <a:lnTo>
                    <a:pt x="685685" y="457123"/>
                  </a:lnTo>
                  <a:lnTo>
                    <a:pt x="685685" y="0"/>
                  </a:lnTo>
                  <a:close/>
                </a:path>
                <a:path w="1066800" h="457200">
                  <a:moveTo>
                    <a:pt x="1066609" y="0"/>
                  </a:moveTo>
                  <a:lnTo>
                    <a:pt x="761873" y="0"/>
                  </a:lnTo>
                  <a:lnTo>
                    <a:pt x="761873" y="457123"/>
                  </a:lnTo>
                  <a:lnTo>
                    <a:pt x="1066609" y="457123"/>
                  </a:lnTo>
                  <a:lnTo>
                    <a:pt x="106660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79078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0" y="0"/>
                  </a:moveTo>
                  <a:lnTo>
                    <a:pt x="0" y="457123"/>
                  </a:lnTo>
                  <a:lnTo>
                    <a:pt x="1066622" y="457123"/>
                  </a:lnTo>
                  <a:lnTo>
                    <a:pt x="1066622" y="0"/>
                  </a:lnTo>
                  <a:lnTo>
                    <a:pt x="0" y="0"/>
                  </a:lnTo>
                  <a:close/>
                </a:path>
              </a:pathLst>
            </a:custGeom>
            <a:ln w="25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31453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31453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64764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64764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74263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609498" y="0"/>
                  </a:moveTo>
                  <a:lnTo>
                    <a:pt x="0" y="0"/>
                  </a:lnTo>
                  <a:lnTo>
                    <a:pt x="0" y="457123"/>
                  </a:lnTo>
                  <a:lnTo>
                    <a:pt x="609498" y="457123"/>
                  </a:lnTo>
                  <a:lnTo>
                    <a:pt x="609498" y="0"/>
                  </a:lnTo>
                  <a:close/>
                </a:path>
                <a:path w="1066800" h="457200">
                  <a:moveTo>
                    <a:pt x="1066622" y="0"/>
                  </a:moveTo>
                  <a:lnTo>
                    <a:pt x="685685" y="0"/>
                  </a:lnTo>
                  <a:lnTo>
                    <a:pt x="685685" y="457123"/>
                  </a:lnTo>
                  <a:lnTo>
                    <a:pt x="1066622" y="457123"/>
                  </a:lnTo>
                  <a:lnTo>
                    <a:pt x="1066622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74263" y="230764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0" y="0"/>
                  </a:moveTo>
                  <a:lnTo>
                    <a:pt x="0" y="457123"/>
                  </a:lnTo>
                  <a:lnTo>
                    <a:pt x="1066622" y="457123"/>
                  </a:lnTo>
                  <a:lnTo>
                    <a:pt x="1066622" y="0"/>
                  </a:lnTo>
                  <a:lnTo>
                    <a:pt x="0" y="0"/>
                  </a:lnTo>
                  <a:close/>
                </a:path>
              </a:pathLst>
            </a:custGeom>
            <a:ln w="25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83761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83761" y="230764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12456" y="3298075"/>
              <a:ext cx="3124200" cy="457200"/>
            </a:xfrm>
            <a:custGeom>
              <a:avLst/>
              <a:gdLst/>
              <a:ahLst/>
              <a:cxnLst/>
              <a:rect l="l" t="t" r="r" b="b"/>
              <a:pathLst>
                <a:path w="3124200" h="457200">
                  <a:moveTo>
                    <a:pt x="609498" y="0"/>
                  </a:moveTo>
                  <a:lnTo>
                    <a:pt x="0" y="0"/>
                  </a:lnTo>
                  <a:lnTo>
                    <a:pt x="0" y="457123"/>
                  </a:lnTo>
                  <a:lnTo>
                    <a:pt x="609498" y="457123"/>
                  </a:lnTo>
                  <a:lnTo>
                    <a:pt x="609498" y="0"/>
                  </a:lnTo>
                  <a:close/>
                </a:path>
                <a:path w="3124200" h="457200">
                  <a:moveTo>
                    <a:pt x="2133231" y="0"/>
                  </a:moveTo>
                  <a:lnTo>
                    <a:pt x="685685" y="0"/>
                  </a:lnTo>
                  <a:lnTo>
                    <a:pt x="685685" y="457123"/>
                  </a:lnTo>
                  <a:lnTo>
                    <a:pt x="2133231" y="457123"/>
                  </a:lnTo>
                  <a:lnTo>
                    <a:pt x="2133231" y="0"/>
                  </a:lnTo>
                  <a:close/>
                </a:path>
                <a:path w="3124200" h="457200">
                  <a:moveTo>
                    <a:pt x="2666555" y="0"/>
                  </a:moveTo>
                  <a:lnTo>
                    <a:pt x="2209431" y="0"/>
                  </a:lnTo>
                  <a:lnTo>
                    <a:pt x="2209431" y="457123"/>
                  </a:lnTo>
                  <a:lnTo>
                    <a:pt x="2666555" y="457123"/>
                  </a:lnTo>
                  <a:lnTo>
                    <a:pt x="2666555" y="0"/>
                  </a:lnTo>
                  <a:close/>
                </a:path>
                <a:path w="3124200" h="457200">
                  <a:moveTo>
                    <a:pt x="3123679" y="0"/>
                  </a:moveTo>
                  <a:lnTo>
                    <a:pt x="2742742" y="0"/>
                  </a:lnTo>
                  <a:lnTo>
                    <a:pt x="2742742" y="457123"/>
                  </a:lnTo>
                  <a:lnTo>
                    <a:pt x="3123679" y="457123"/>
                  </a:lnTo>
                  <a:lnTo>
                    <a:pt x="312367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12456" y="3298075"/>
              <a:ext cx="3124200" cy="457200"/>
            </a:xfrm>
            <a:custGeom>
              <a:avLst/>
              <a:gdLst/>
              <a:ahLst/>
              <a:cxnLst/>
              <a:rect l="l" t="t" r="r" b="b"/>
              <a:pathLst>
                <a:path w="3124200" h="457200">
                  <a:moveTo>
                    <a:pt x="0" y="0"/>
                  </a:moveTo>
                  <a:lnTo>
                    <a:pt x="0" y="457123"/>
                  </a:lnTo>
                  <a:lnTo>
                    <a:pt x="3123679" y="457123"/>
                  </a:lnTo>
                  <a:lnTo>
                    <a:pt x="3123679" y="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21955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21955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45701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3596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45701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79012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187" y="457123"/>
                  </a:moveTo>
                  <a:lnTo>
                    <a:pt x="76187" y="0"/>
                  </a:lnTo>
                  <a:lnTo>
                    <a:pt x="0" y="0"/>
                  </a:lnTo>
                  <a:lnTo>
                    <a:pt x="0" y="457123"/>
                  </a:lnTo>
                  <a:lnTo>
                    <a:pt x="76187" y="457123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79012" y="3298075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0" y="457123"/>
                  </a:lnTo>
                  <a:lnTo>
                    <a:pt x="76187" y="457123"/>
                  </a:lnTo>
                  <a:lnTo>
                    <a:pt x="76187" y="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980291" y="3267095"/>
            <a:ext cx="838835" cy="48323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680"/>
              </a:lnSpc>
              <a:spcBef>
                <a:spcPts val="355"/>
              </a:spcBef>
            </a:pPr>
            <a:r>
              <a:rPr sz="1600" b="1" spc="-10" dirty="0">
                <a:latin typeface="Arial"/>
                <a:cs typeface="Arial"/>
              </a:rPr>
              <a:t>Machine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Memory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26553" y="2754477"/>
            <a:ext cx="6747509" cy="2648585"/>
            <a:chOff x="1026553" y="2754477"/>
            <a:chExt cx="6747509" cy="2648585"/>
          </a:xfrm>
        </p:grpSpPr>
        <p:sp>
          <p:nvSpPr>
            <p:cNvPr id="30" name="object 30"/>
            <p:cNvSpPr/>
            <p:nvPr/>
          </p:nvSpPr>
          <p:spPr>
            <a:xfrm>
              <a:off x="3762819" y="2764002"/>
              <a:ext cx="265430" cy="434340"/>
            </a:xfrm>
            <a:custGeom>
              <a:avLst/>
              <a:gdLst/>
              <a:ahLst/>
              <a:cxnLst/>
              <a:rect l="l" t="t" r="r" b="b"/>
              <a:pathLst>
                <a:path w="265429" h="434339">
                  <a:moveTo>
                    <a:pt x="265137" y="0"/>
                  </a:moveTo>
                  <a:lnTo>
                    <a:pt x="0" y="43427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11778" y="3164751"/>
              <a:ext cx="106045" cy="100330"/>
            </a:xfrm>
            <a:custGeom>
              <a:avLst/>
              <a:gdLst/>
              <a:ahLst/>
              <a:cxnLst/>
              <a:rect l="l" t="t" r="r" b="b"/>
              <a:pathLst>
                <a:path w="106045" h="100329">
                  <a:moveTo>
                    <a:pt x="105892" y="64757"/>
                  </a:moveTo>
                  <a:lnTo>
                    <a:pt x="0" y="0"/>
                  </a:lnTo>
                  <a:lnTo>
                    <a:pt x="11429" y="99809"/>
                  </a:lnTo>
                  <a:lnTo>
                    <a:pt x="105892" y="647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36078" y="2764002"/>
              <a:ext cx="585470" cy="473709"/>
            </a:xfrm>
            <a:custGeom>
              <a:avLst/>
              <a:gdLst/>
              <a:ahLst/>
              <a:cxnLst/>
              <a:rect l="l" t="t" r="r" b="b"/>
              <a:pathLst>
                <a:path w="585469" h="473710">
                  <a:moveTo>
                    <a:pt x="0" y="0"/>
                  </a:moveTo>
                  <a:lnTo>
                    <a:pt x="585114" y="473125"/>
                  </a:lnTo>
                </a:path>
                <a:path w="585469" h="473710">
                  <a:moveTo>
                    <a:pt x="382460" y="0"/>
                  </a:moveTo>
                  <a:lnTo>
                    <a:pt x="575208" y="44569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54911" y="3183801"/>
              <a:ext cx="113664" cy="97790"/>
            </a:xfrm>
            <a:custGeom>
              <a:avLst/>
              <a:gdLst/>
              <a:ahLst/>
              <a:cxnLst/>
              <a:rect l="l" t="t" r="r" b="b"/>
              <a:pathLst>
                <a:path w="113664" h="97789">
                  <a:moveTo>
                    <a:pt x="113525" y="0"/>
                  </a:moveTo>
                  <a:lnTo>
                    <a:pt x="0" y="48755"/>
                  </a:lnTo>
                  <a:lnTo>
                    <a:pt x="88379" y="97523"/>
                  </a:lnTo>
                  <a:lnTo>
                    <a:pt x="1135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29384" y="2764002"/>
              <a:ext cx="513080" cy="461009"/>
            </a:xfrm>
            <a:custGeom>
              <a:avLst/>
              <a:gdLst/>
              <a:ahLst/>
              <a:cxnLst/>
              <a:rect l="l" t="t" r="r" b="b"/>
              <a:pathLst>
                <a:path w="513080" h="461010">
                  <a:moveTo>
                    <a:pt x="512737" y="0"/>
                  </a:moveTo>
                  <a:lnTo>
                    <a:pt x="0" y="46093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72247" y="3177705"/>
              <a:ext cx="100965" cy="99060"/>
            </a:xfrm>
            <a:custGeom>
              <a:avLst/>
              <a:gdLst/>
              <a:ahLst/>
              <a:cxnLst/>
              <a:rect l="l" t="t" r="r" b="b"/>
              <a:pathLst>
                <a:path w="100964" h="99060">
                  <a:moveTo>
                    <a:pt x="100558" y="92189"/>
                  </a:moveTo>
                  <a:lnTo>
                    <a:pt x="17513" y="0"/>
                  </a:lnTo>
                  <a:lnTo>
                    <a:pt x="0" y="99047"/>
                  </a:lnTo>
                  <a:lnTo>
                    <a:pt x="100558" y="921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04388" y="2769336"/>
              <a:ext cx="805815" cy="432434"/>
            </a:xfrm>
            <a:custGeom>
              <a:avLst/>
              <a:gdLst/>
              <a:ahLst/>
              <a:cxnLst/>
              <a:rect l="l" t="t" r="r" b="b"/>
              <a:pathLst>
                <a:path w="805814" h="432435">
                  <a:moveTo>
                    <a:pt x="0" y="0"/>
                  </a:moveTo>
                  <a:lnTo>
                    <a:pt x="805294" y="43199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79215" y="3145701"/>
              <a:ext cx="100330" cy="109220"/>
            </a:xfrm>
            <a:custGeom>
              <a:avLst/>
              <a:gdLst/>
              <a:ahLst/>
              <a:cxnLst/>
              <a:rect l="l" t="t" r="r" b="b"/>
              <a:pathLst>
                <a:path w="100329" h="109220">
                  <a:moveTo>
                    <a:pt x="99796" y="91427"/>
                  </a:moveTo>
                  <a:lnTo>
                    <a:pt x="58661" y="0"/>
                  </a:lnTo>
                  <a:lnTo>
                    <a:pt x="0" y="108953"/>
                  </a:lnTo>
                  <a:lnTo>
                    <a:pt x="99796" y="91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83247" y="3183800"/>
              <a:ext cx="381000" cy="2209800"/>
            </a:xfrm>
            <a:custGeom>
              <a:avLst/>
              <a:gdLst/>
              <a:ahLst/>
              <a:cxnLst/>
              <a:rect l="l" t="t" r="r" b="b"/>
              <a:pathLst>
                <a:path w="381000" h="2209800">
                  <a:moveTo>
                    <a:pt x="380936" y="1875726"/>
                  </a:moveTo>
                  <a:lnTo>
                    <a:pt x="0" y="1875726"/>
                  </a:lnTo>
                  <a:lnTo>
                    <a:pt x="0" y="2209431"/>
                  </a:lnTo>
                  <a:lnTo>
                    <a:pt x="380936" y="2209431"/>
                  </a:lnTo>
                  <a:lnTo>
                    <a:pt x="380936" y="1875726"/>
                  </a:lnTo>
                  <a:close/>
                </a:path>
                <a:path w="381000" h="2209800">
                  <a:moveTo>
                    <a:pt x="380936" y="797674"/>
                  </a:moveTo>
                  <a:lnTo>
                    <a:pt x="0" y="797674"/>
                  </a:lnTo>
                  <a:lnTo>
                    <a:pt x="0" y="1685264"/>
                  </a:lnTo>
                  <a:lnTo>
                    <a:pt x="380936" y="1685264"/>
                  </a:lnTo>
                  <a:lnTo>
                    <a:pt x="380936" y="797674"/>
                  </a:lnTo>
                  <a:close/>
                </a:path>
                <a:path w="381000" h="2209800">
                  <a:moveTo>
                    <a:pt x="380936" y="0"/>
                  </a:moveTo>
                  <a:lnTo>
                    <a:pt x="0" y="0"/>
                  </a:lnTo>
                  <a:lnTo>
                    <a:pt x="0" y="607212"/>
                  </a:lnTo>
                  <a:lnTo>
                    <a:pt x="380936" y="607212"/>
                  </a:lnTo>
                  <a:lnTo>
                    <a:pt x="380936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83246" y="3183801"/>
              <a:ext cx="381000" cy="2209800"/>
            </a:xfrm>
            <a:custGeom>
              <a:avLst/>
              <a:gdLst/>
              <a:ahLst/>
              <a:cxnLst/>
              <a:rect l="l" t="t" r="r" b="b"/>
              <a:pathLst>
                <a:path w="381000" h="2209800">
                  <a:moveTo>
                    <a:pt x="0" y="0"/>
                  </a:moveTo>
                  <a:lnTo>
                    <a:pt x="0" y="2209431"/>
                  </a:lnTo>
                  <a:lnTo>
                    <a:pt x="380936" y="2209431"/>
                  </a:lnTo>
                  <a:lnTo>
                    <a:pt x="380936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50002" y="3269132"/>
              <a:ext cx="1733550" cy="1219200"/>
            </a:xfrm>
            <a:custGeom>
              <a:avLst/>
              <a:gdLst/>
              <a:ahLst/>
              <a:cxnLst/>
              <a:rect l="l" t="t" r="r" b="b"/>
              <a:pathLst>
                <a:path w="1733550" h="1219200">
                  <a:moveTo>
                    <a:pt x="0" y="0"/>
                  </a:moveTo>
                  <a:lnTo>
                    <a:pt x="0" y="1218996"/>
                  </a:lnTo>
                  <a:lnTo>
                    <a:pt x="1733257" y="1218996"/>
                  </a:lnTo>
                  <a:lnTo>
                    <a:pt x="1733257" y="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963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6436" y="2005433"/>
            <a:ext cx="499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VM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81504" y="2005433"/>
            <a:ext cx="5003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VM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37503" y="2005433"/>
            <a:ext cx="5003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VM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10426" y="3435441"/>
            <a:ext cx="1522730" cy="860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425"/>
              </a:spcBef>
              <a:tabLst>
                <a:tab pos="761365" algn="l"/>
              </a:tabLst>
            </a:pPr>
            <a:r>
              <a:rPr sz="2000" dirty="0">
                <a:latin typeface="Arial"/>
                <a:cs typeface="Arial"/>
              </a:rPr>
              <a:t>Hash: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270" dirty="0">
                <a:latin typeface="Arial"/>
                <a:cs typeface="Arial"/>
              </a:rPr>
              <a:t>.06af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Refs: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Arial"/>
                <a:cs typeface="Arial"/>
              </a:rPr>
              <a:t>2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MPN: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123b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661498" y="3259607"/>
            <a:ext cx="4112260" cy="1809750"/>
            <a:chOff x="3661498" y="3259607"/>
            <a:chExt cx="4112260" cy="1809750"/>
          </a:xfrm>
        </p:grpSpPr>
        <p:sp>
          <p:nvSpPr>
            <p:cNvPr id="46" name="object 46"/>
            <p:cNvSpPr/>
            <p:nvPr/>
          </p:nvSpPr>
          <p:spPr>
            <a:xfrm>
              <a:off x="7383246" y="3791013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380936" y="190461"/>
                  </a:moveTo>
                  <a:lnTo>
                    <a:pt x="380936" y="0"/>
                  </a:lnTo>
                  <a:lnTo>
                    <a:pt x="0" y="0"/>
                  </a:lnTo>
                  <a:lnTo>
                    <a:pt x="0" y="190461"/>
                  </a:lnTo>
                  <a:lnTo>
                    <a:pt x="380936" y="190461"/>
                  </a:lnTo>
                  <a:close/>
                </a:path>
              </a:pathLst>
            </a:custGeom>
            <a:solidFill>
              <a:srgbClr val="963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83246" y="3791013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0" y="190461"/>
                  </a:lnTo>
                  <a:lnTo>
                    <a:pt x="380936" y="190461"/>
                  </a:lnTo>
                  <a:lnTo>
                    <a:pt x="380936" y="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83246" y="486906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380936" y="190461"/>
                  </a:moveTo>
                  <a:lnTo>
                    <a:pt x="380936" y="0"/>
                  </a:lnTo>
                  <a:lnTo>
                    <a:pt x="0" y="0"/>
                  </a:lnTo>
                  <a:lnTo>
                    <a:pt x="0" y="190461"/>
                  </a:lnTo>
                  <a:lnTo>
                    <a:pt x="380936" y="190461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83246" y="486906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0" y="190461"/>
                  </a:lnTo>
                  <a:lnTo>
                    <a:pt x="380936" y="190461"/>
                  </a:lnTo>
                  <a:lnTo>
                    <a:pt x="380936" y="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83260" y="3269132"/>
              <a:ext cx="400050" cy="1219200"/>
            </a:xfrm>
            <a:custGeom>
              <a:avLst/>
              <a:gdLst/>
              <a:ahLst/>
              <a:cxnLst/>
              <a:rect l="l" t="t" r="r" b="b"/>
              <a:pathLst>
                <a:path w="400050" h="1219200">
                  <a:moveTo>
                    <a:pt x="399986" y="521881"/>
                  </a:moveTo>
                  <a:lnTo>
                    <a:pt x="0" y="0"/>
                  </a:lnTo>
                </a:path>
                <a:path w="400050" h="1219200">
                  <a:moveTo>
                    <a:pt x="399986" y="712343"/>
                  </a:moveTo>
                  <a:lnTo>
                    <a:pt x="0" y="1218996"/>
                  </a:lnTo>
                </a:path>
              </a:pathLst>
            </a:custGeom>
            <a:ln w="190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18636" y="3859580"/>
              <a:ext cx="1527175" cy="447675"/>
            </a:xfrm>
            <a:custGeom>
              <a:avLst/>
              <a:gdLst/>
              <a:ahLst/>
              <a:cxnLst/>
              <a:rect l="l" t="t" r="r" b="b"/>
              <a:pathLst>
                <a:path w="1527175" h="447675">
                  <a:moveTo>
                    <a:pt x="1526794" y="438073"/>
                  </a:moveTo>
                  <a:lnTo>
                    <a:pt x="0" y="438073"/>
                  </a:lnTo>
                </a:path>
                <a:path w="1527175" h="447675">
                  <a:moveTo>
                    <a:pt x="4572" y="447217"/>
                  </a:moveTo>
                  <a:lnTo>
                    <a:pt x="4572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61498" y="3782631"/>
              <a:ext cx="124460" cy="79375"/>
            </a:xfrm>
            <a:custGeom>
              <a:avLst/>
              <a:gdLst/>
              <a:ahLst/>
              <a:cxnLst/>
              <a:rect l="l" t="t" r="r" b="b"/>
              <a:pathLst>
                <a:path w="124460" h="79375">
                  <a:moveTo>
                    <a:pt x="124180" y="79235"/>
                  </a:moveTo>
                  <a:lnTo>
                    <a:pt x="61709" y="0"/>
                  </a:lnTo>
                  <a:lnTo>
                    <a:pt x="0" y="79235"/>
                  </a:lnTo>
                  <a:lnTo>
                    <a:pt x="124180" y="792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40346" y="2910537"/>
            <a:ext cx="1301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shared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frame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4" name="object 54"/>
          <p:cNvSpPr txBox="1"/>
          <p:nvPr/>
        </p:nvSpPr>
        <p:spPr>
          <a:xfrm>
            <a:off x="7935851" y="4103631"/>
            <a:ext cx="499745" cy="48260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ts val="1670"/>
              </a:lnSpc>
              <a:spcBef>
                <a:spcPts val="365"/>
              </a:spcBef>
            </a:pPr>
            <a:r>
              <a:rPr sz="1600" b="1" spc="-20" dirty="0">
                <a:latin typeface="Arial"/>
                <a:cs typeface="Arial"/>
              </a:rPr>
              <a:t>hash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table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Page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dirty="0"/>
              <a:t>Sharing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0" dirty="0"/>
              <a:t>Performance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08965" y="1535273"/>
            <a:ext cx="3965575" cy="2547620"/>
            <a:chOff x="1208965" y="1535273"/>
            <a:chExt cx="3965575" cy="2547620"/>
          </a:xfrm>
        </p:grpSpPr>
        <p:sp>
          <p:nvSpPr>
            <p:cNvPr id="4" name="object 4"/>
            <p:cNvSpPr/>
            <p:nvPr/>
          </p:nvSpPr>
          <p:spPr>
            <a:xfrm>
              <a:off x="1208965" y="1540360"/>
              <a:ext cx="3960495" cy="2542540"/>
            </a:xfrm>
            <a:custGeom>
              <a:avLst/>
              <a:gdLst/>
              <a:ahLst/>
              <a:cxnLst/>
              <a:rect l="l" t="t" r="r" b="b"/>
              <a:pathLst>
                <a:path w="3960495" h="2542540">
                  <a:moveTo>
                    <a:pt x="51040" y="0"/>
                  </a:moveTo>
                  <a:lnTo>
                    <a:pt x="3960059" y="0"/>
                  </a:lnTo>
                  <a:lnTo>
                    <a:pt x="3960059" y="2481320"/>
                  </a:lnTo>
                  <a:lnTo>
                    <a:pt x="51040" y="2481320"/>
                  </a:lnTo>
                  <a:lnTo>
                    <a:pt x="51040" y="0"/>
                  </a:lnTo>
                  <a:lnTo>
                    <a:pt x="51040" y="2481320"/>
                  </a:lnTo>
                </a:path>
                <a:path w="3960495" h="2542540">
                  <a:moveTo>
                    <a:pt x="17521" y="2481320"/>
                  </a:moveTo>
                  <a:lnTo>
                    <a:pt x="51040" y="2481320"/>
                  </a:lnTo>
                </a:path>
                <a:path w="3960495" h="2542540">
                  <a:moveTo>
                    <a:pt x="17521" y="2359431"/>
                  </a:moveTo>
                  <a:lnTo>
                    <a:pt x="51040" y="2359431"/>
                  </a:lnTo>
                </a:path>
                <a:path w="3960495" h="2542540">
                  <a:moveTo>
                    <a:pt x="17521" y="2237529"/>
                  </a:moveTo>
                  <a:lnTo>
                    <a:pt x="51040" y="2237529"/>
                  </a:lnTo>
                </a:path>
                <a:path w="3960495" h="2542540">
                  <a:moveTo>
                    <a:pt x="17521" y="2104966"/>
                  </a:moveTo>
                  <a:lnTo>
                    <a:pt x="51040" y="2104966"/>
                  </a:lnTo>
                </a:path>
                <a:path w="3960495" h="2542540">
                  <a:moveTo>
                    <a:pt x="17521" y="1983077"/>
                  </a:moveTo>
                  <a:lnTo>
                    <a:pt x="51040" y="1983077"/>
                  </a:lnTo>
                </a:path>
                <a:path w="3960495" h="2542540">
                  <a:moveTo>
                    <a:pt x="17521" y="1861174"/>
                  </a:moveTo>
                  <a:lnTo>
                    <a:pt x="51040" y="1861174"/>
                  </a:lnTo>
                </a:path>
                <a:path w="3960495" h="2542540">
                  <a:moveTo>
                    <a:pt x="17521" y="1739285"/>
                  </a:moveTo>
                  <a:lnTo>
                    <a:pt x="51040" y="1739285"/>
                  </a:lnTo>
                </a:path>
                <a:path w="3960495" h="2542540">
                  <a:moveTo>
                    <a:pt x="17521" y="1617396"/>
                  </a:moveTo>
                  <a:lnTo>
                    <a:pt x="51040" y="1617396"/>
                  </a:lnTo>
                </a:path>
                <a:path w="3960495" h="2542540">
                  <a:moveTo>
                    <a:pt x="17521" y="1484833"/>
                  </a:moveTo>
                  <a:lnTo>
                    <a:pt x="51040" y="1484833"/>
                  </a:lnTo>
                </a:path>
                <a:path w="3960495" h="2542540">
                  <a:moveTo>
                    <a:pt x="17521" y="1362930"/>
                  </a:moveTo>
                  <a:lnTo>
                    <a:pt x="51040" y="1362930"/>
                  </a:lnTo>
                </a:path>
                <a:path w="3960495" h="2542540">
                  <a:moveTo>
                    <a:pt x="17521" y="1241041"/>
                  </a:moveTo>
                  <a:lnTo>
                    <a:pt x="51040" y="1241041"/>
                  </a:lnTo>
                </a:path>
                <a:path w="3960495" h="2542540">
                  <a:moveTo>
                    <a:pt x="17521" y="1119138"/>
                  </a:moveTo>
                  <a:lnTo>
                    <a:pt x="51040" y="1119138"/>
                  </a:lnTo>
                </a:path>
                <a:path w="3960495" h="2542540">
                  <a:moveTo>
                    <a:pt x="17521" y="996487"/>
                  </a:moveTo>
                  <a:lnTo>
                    <a:pt x="51040" y="996487"/>
                  </a:lnTo>
                </a:path>
                <a:path w="3960495" h="2542540">
                  <a:moveTo>
                    <a:pt x="17521" y="864686"/>
                  </a:moveTo>
                  <a:lnTo>
                    <a:pt x="51040" y="864686"/>
                  </a:lnTo>
                </a:path>
                <a:path w="3960495" h="2542540">
                  <a:moveTo>
                    <a:pt x="17521" y="742797"/>
                  </a:moveTo>
                  <a:lnTo>
                    <a:pt x="51040" y="742797"/>
                  </a:lnTo>
                </a:path>
                <a:path w="3960495" h="2542540">
                  <a:moveTo>
                    <a:pt x="17521" y="620132"/>
                  </a:moveTo>
                  <a:lnTo>
                    <a:pt x="51040" y="620132"/>
                  </a:lnTo>
                </a:path>
                <a:path w="3960495" h="2542540">
                  <a:moveTo>
                    <a:pt x="17521" y="498243"/>
                  </a:moveTo>
                  <a:lnTo>
                    <a:pt x="51040" y="498243"/>
                  </a:lnTo>
                </a:path>
                <a:path w="3960495" h="2542540">
                  <a:moveTo>
                    <a:pt x="17521" y="376354"/>
                  </a:moveTo>
                  <a:lnTo>
                    <a:pt x="51040" y="376354"/>
                  </a:lnTo>
                </a:path>
                <a:path w="3960495" h="2542540">
                  <a:moveTo>
                    <a:pt x="17521" y="243791"/>
                  </a:moveTo>
                  <a:lnTo>
                    <a:pt x="51040" y="243791"/>
                  </a:lnTo>
                </a:path>
                <a:path w="3960495" h="2542540">
                  <a:moveTo>
                    <a:pt x="17521" y="121889"/>
                  </a:moveTo>
                  <a:lnTo>
                    <a:pt x="51040" y="121889"/>
                  </a:lnTo>
                </a:path>
                <a:path w="3960495" h="2542540">
                  <a:moveTo>
                    <a:pt x="17521" y="0"/>
                  </a:moveTo>
                  <a:lnTo>
                    <a:pt x="51040" y="0"/>
                  </a:lnTo>
                </a:path>
                <a:path w="3960495" h="2542540">
                  <a:moveTo>
                    <a:pt x="0" y="2481320"/>
                  </a:moveTo>
                  <a:lnTo>
                    <a:pt x="51040" y="2481320"/>
                  </a:lnTo>
                </a:path>
                <a:path w="3960495" h="2542540">
                  <a:moveTo>
                    <a:pt x="0" y="1861174"/>
                  </a:moveTo>
                  <a:lnTo>
                    <a:pt x="51040" y="1861174"/>
                  </a:lnTo>
                </a:path>
                <a:path w="3960495" h="2542540">
                  <a:moveTo>
                    <a:pt x="0" y="1241041"/>
                  </a:moveTo>
                  <a:lnTo>
                    <a:pt x="51040" y="1241041"/>
                  </a:lnTo>
                </a:path>
                <a:path w="3960495" h="2542540">
                  <a:moveTo>
                    <a:pt x="0" y="620132"/>
                  </a:moveTo>
                  <a:lnTo>
                    <a:pt x="51040" y="620132"/>
                  </a:lnTo>
                </a:path>
                <a:path w="3960495" h="2542540">
                  <a:moveTo>
                    <a:pt x="0" y="0"/>
                  </a:moveTo>
                  <a:lnTo>
                    <a:pt x="51040" y="0"/>
                  </a:lnTo>
                </a:path>
                <a:path w="3960495" h="2542540">
                  <a:moveTo>
                    <a:pt x="51040" y="2481320"/>
                  </a:moveTo>
                  <a:lnTo>
                    <a:pt x="3960059" y="2481320"/>
                  </a:lnTo>
                </a:path>
                <a:path w="3960495" h="2542540">
                  <a:moveTo>
                    <a:pt x="51040" y="2542272"/>
                  </a:moveTo>
                  <a:lnTo>
                    <a:pt x="51040" y="2481320"/>
                  </a:lnTo>
                </a:path>
                <a:path w="3960495" h="2542540">
                  <a:moveTo>
                    <a:pt x="444145" y="2542272"/>
                  </a:moveTo>
                  <a:lnTo>
                    <a:pt x="444145" y="2481320"/>
                  </a:lnTo>
                </a:path>
                <a:path w="3960495" h="2542540">
                  <a:moveTo>
                    <a:pt x="836506" y="2542272"/>
                  </a:moveTo>
                  <a:lnTo>
                    <a:pt x="836506" y="2481320"/>
                  </a:lnTo>
                </a:path>
                <a:path w="3960495" h="2542540">
                  <a:moveTo>
                    <a:pt x="1220467" y="2542272"/>
                  </a:moveTo>
                  <a:lnTo>
                    <a:pt x="1220467" y="2481320"/>
                  </a:lnTo>
                </a:path>
                <a:path w="3960495" h="2542540">
                  <a:moveTo>
                    <a:pt x="1613584" y="2542272"/>
                  </a:moveTo>
                  <a:lnTo>
                    <a:pt x="1613584" y="2481320"/>
                  </a:lnTo>
                </a:path>
                <a:path w="3960495" h="2542540">
                  <a:moveTo>
                    <a:pt x="2005933" y="2542272"/>
                  </a:moveTo>
                  <a:lnTo>
                    <a:pt x="2005933" y="2481320"/>
                  </a:lnTo>
                </a:path>
                <a:path w="3960495" h="2542540">
                  <a:moveTo>
                    <a:pt x="2398283" y="2542272"/>
                  </a:moveTo>
                  <a:lnTo>
                    <a:pt x="2398283" y="2481320"/>
                  </a:lnTo>
                </a:path>
                <a:path w="3960495" h="2542540">
                  <a:moveTo>
                    <a:pt x="2791388" y="2542272"/>
                  </a:moveTo>
                  <a:lnTo>
                    <a:pt x="2791388" y="2481320"/>
                  </a:lnTo>
                </a:path>
                <a:path w="3960495" h="2542540">
                  <a:moveTo>
                    <a:pt x="3175361" y="2542272"/>
                  </a:moveTo>
                  <a:lnTo>
                    <a:pt x="3175361" y="2481320"/>
                  </a:lnTo>
                </a:path>
                <a:path w="3960495" h="2542540">
                  <a:moveTo>
                    <a:pt x="3567710" y="2542272"/>
                  </a:moveTo>
                  <a:lnTo>
                    <a:pt x="3567710" y="2481320"/>
                  </a:lnTo>
                </a:path>
                <a:path w="3960495" h="2542540">
                  <a:moveTo>
                    <a:pt x="3960059" y="2542272"/>
                  </a:moveTo>
                  <a:lnTo>
                    <a:pt x="3960059" y="2481320"/>
                  </a:lnTo>
                </a:path>
              </a:pathLst>
            </a:custGeom>
            <a:ln w="93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6558" y="1601312"/>
              <a:ext cx="3517265" cy="2176780"/>
            </a:xfrm>
            <a:custGeom>
              <a:avLst/>
              <a:gdLst/>
              <a:ahLst/>
              <a:cxnLst/>
              <a:rect l="l" t="t" r="r" b="b"/>
              <a:pathLst>
                <a:path w="3517265" h="2176779">
                  <a:moveTo>
                    <a:pt x="0" y="2176577"/>
                  </a:moveTo>
                  <a:lnTo>
                    <a:pt x="392349" y="1932785"/>
                  </a:lnTo>
                  <a:lnTo>
                    <a:pt x="785466" y="1688231"/>
                  </a:lnTo>
                  <a:lnTo>
                    <a:pt x="1169438" y="1454350"/>
                  </a:lnTo>
                  <a:lnTo>
                    <a:pt x="1561788" y="1210559"/>
                  </a:lnTo>
                  <a:lnTo>
                    <a:pt x="1954893" y="966004"/>
                  </a:lnTo>
                  <a:lnTo>
                    <a:pt x="2739591" y="478434"/>
                  </a:lnTo>
                  <a:lnTo>
                    <a:pt x="3123564" y="233880"/>
                  </a:lnTo>
                  <a:lnTo>
                    <a:pt x="3516681" y="0"/>
                  </a:lnTo>
                </a:path>
              </a:pathLst>
            </a:custGeom>
            <a:ln w="1943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56558" y="2394387"/>
              <a:ext cx="3517265" cy="1587500"/>
            </a:xfrm>
            <a:custGeom>
              <a:avLst/>
              <a:gdLst/>
              <a:ahLst/>
              <a:cxnLst/>
              <a:rect l="l" t="t" r="r" b="b"/>
              <a:pathLst>
                <a:path w="3517265" h="1587500">
                  <a:moveTo>
                    <a:pt x="0" y="1586913"/>
                  </a:moveTo>
                  <a:lnTo>
                    <a:pt x="392349" y="1332461"/>
                  </a:lnTo>
                  <a:lnTo>
                    <a:pt x="785466" y="1159518"/>
                  </a:lnTo>
                  <a:lnTo>
                    <a:pt x="1169438" y="986589"/>
                  </a:lnTo>
                  <a:lnTo>
                    <a:pt x="1561788" y="824306"/>
                  </a:lnTo>
                  <a:lnTo>
                    <a:pt x="1954893" y="651377"/>
                  </a:lnTo>
                  <a:lnTo>
                    <a:pt x="2347242" y="499006"/>
                  </a:lnTo>
                  <a:lnTo>
                    <a:pt x="2739591" y="326063"/>
                  </a:lnTo>
                  <a:lnTo>
                    <a:pt x="3123564" y="163031"/>
                  </a:lnTo>
                  <a:lnTo>
                    <a:pt x="3516681" y="0"/>
                  </a:lnTo>
                </a:path>
              </a:pathLst>
            </a:custGeom>
            <a:ln w="19782">
              <a:solidFill>
                <a:srgbClr val="3596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56558" y="2567316"/>
              <a:ext cx="3517265" cy="1424305"/>
            </a:xfrm>
            <a:custGeom>
              <a:avLst/>
              <a:gdLst/>
              <a:ahLst/>
              <a:cxnLst/>
              <a:rect l="l" t="t" r="r" b="b"/>
              <a:pathLst>
                <a:path w="3517265" h="1424304">
                  <a:moveTo>
                    <a:pt x="0" y="1423895"/>
                  </a:moveTo>
                  <a:lnTo>
                    <a:pt x="392349" y="1281421"/>
                  </a:lnTo>
                  <a:lnTo>
                    <a:pt x="785466" y="1119152"/>
                  </a:lnTo>
                  <a:lnTo>
                    <a:pt x="1169438" y="956121"/>
                  </a:lnTo>
                  <a:lnTo>
                    <a:pt x="1561788" y="793851"/>
                  </a:lnTo>
                  <a:lnTo>
                    <a:pt x="1954893" y="640717"/>
                  </a:lnTo>
                  <a:lnTo>
                    <a:pt x="2347242" y="488346"/>
                  </a:lnTo>
                  <a:lnTo>
                    <a:pt x="2739591" y="315403"/>
                  </a:lnTo>
                  <a:lnTo>
                    <a:pt x="3123564" y="163045"/>
                  </a:lnTo>
                  <a:lnTo>
                    <a:pt x="3516681" y="0"/>
                  </a:lnTo>
                </a:path>
              </a:pathLst>
            </a:custGeom>
            <a:ln w="19875">
              <a:solidFill>
                <a:srgbClr val="6396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22283" y="3737523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60185" y="70848"/>
                  </a:moveTo>
                  <a:lnTo>
                    <a:pt x="0" y="70848"/>
                  </a:lnTo>
                  <a:lnTo>
                    <a:pt x="0" y="0"/>
                  </a:lnTo>
                  <a:lnTo>
                    <a:pt x="60185" y="0"/>
                  </a:lnTo>
                  <a:lnTo>
                    <a:pt x="60185" y="7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22283" y="3737523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0" y="70848"/>
                  </a:moveTo>
                  <a:lnTo>
                    <a:pt x="60185" y="70848"/>
                  </a:lnTo>
                  <a:lnTo>
                    <a:pt x="60185" y="0"/>
                  </a:lnTo>
                  <a:lnTo>
                    <a:pt x="0" y="0"/>
                  </a:lnTo>
                  <a:lnTo>
                    <a:pt x="0" y="70848"/>
                  </a:lnTo>
                  <a:close/>
                </a:path>
              </a:pathLst>
            </a:custGeom>
            <a:ln w="92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15389" y="3492969"/>
              <a:ext cx="59690" cy="71755"/>
            </a:xfrm>
            <a:custGeom>
              <a:avLst/>
              <a:gdLst/>
              <a:ahLst/>
              <a:cxnLst/>
              <a:rect l="l" t="t" r="r" b="b"/>
              <a:pathLst>
                <a:path w="59689" h="71754">
                  <a:moveTo>
                    <a:pt x="59428" y="71611"/>
                  </a:moveTo>
                  <a:lnTo>
                    <a:pt x="0" y="71611"/>
                  </a:lnTo>
                  <a:lnTo>
                    <a:pt x="0" y="0"/>
                  </a:lnTo>
                  <a:lnTo>
                    <a:pt x="59428" y="0"/>
                  </a:lnTo>
                  <a:lnTo>
                    <a:pt x="59428" y="7161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15389" y="3492969"/>
              <a:ext cx="59690" cy="71755"/>
            </a:xfrm>
            <a:custGeom>
              <a:avLst/>
              <a:gdLst/>
              <a:ahLst/>
              <a:cxnLst/>
              <a:rect l="l" t="t" r="r" b="b"/>
              <a:pathLst>
                <a:path w="59689" h="71754">
                  <a:moveTo>
                    <a:pt x="0" y="71611"/>
                  </a:moveTo>
                  <a:lnTo>
                    <a:pt x="59428" y="71611"/>
                  </a:lnTo>
                  <a:lnTo>
                    <a:pt x="59428" y="0"/>
                  </a:lnTo>
                  <a:lnTo>
                    <a:pt x="0" y="0"/>
                  </a:lnTo>
                  <a:lnTo>
                    <a:pt x="0" y="71611"/>
                  </a:lnTo>
                  <a:close/>
                </a:path>
              </a:pathLst>
            </a:custGeom>
            <a:ln w="920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07738" y="3249177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20">
                  <a:moveTo>
                    <a:pt x="59428" y="70848"/>
                  </a:moveTo>
                  <a:lnTo>
                    <a:pt x="0" y="70848"/>
                  </a:lnTo>
                  <a:lnTo>
                    <a:pt x="0" y="0"/>
                  </a:lnTo>
                  <a:lnTo>
                    <a:pt x="59428" y="0"/>
                  </a:lnTo>
                  <a:lnTo>
                    <a:pt x="59428" y="7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07738" y="3249177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20">
                  <a:moveTo>
                    <a:pt x="0" y="70848"/>
                  </a:moveTo>
                  <a:lnTo>
                    <a:pt x="59428" y="70848"/>
                  </a:lnTo>
                  <a:lnTo>
                    <a:pt x="59428" y="0"/>
                  </a:lnTo>
                  <a:lnTo>
                    <a:pt x="0" y="0"/>
                  </a:lnTo>
                  <a:lnTo>
                    <a:pt x="0" y="70848"/>
                  </a:lnTo>
                  <a:close/>
                </a:path>
              </a:pathLst>
            </a:custGeom>
            <a:ln w="92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91710" y="3015282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19">
                  <a:moveTo>
                    <a:pt x="59428" y="70848"/>
                  </a:moveTo>
                  <a:lnTo>
                    <a:pt x="0" y="70848"/>
                  </a:lnTo>
                  <a:lnTo>
                    <a:pt x="0" y="0"/>
                  </a:lnTo>
                  <a:lnTo>
                    <a:pt x="59428" y="0"/>
                  </a:lnTo>
                  <a:lnTo>
                    <a:pt x="59428" y="7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91710" y="3015282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19">
                  <a:moveTo>
                    <a:pt x="0" y="70848"/>
                  </a:moveTo>
                  <a:lnTo>
                    <a:pt x="59428" y="70848"/>
                  </a:lnTo>
                  <a:lnTo>
                    <a:pt x="59428" y="0"/>
                  </a:lnTo>
                  <a:lnTo>
                    <a:pt x="0" y="0"/>
                  </a:lnTo>
                  <a:lnTo>
                    <a:pt x="0" y="70848"/>
                  </a:lnTo>
                  <a:close/>
                </a:path>
              </a:pathLst>
            </a:custGeom>
            <a:ln w="92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84060" y="2770742"/>
              <a:ext cx="60325" cy="71755"/>
            </a:xfrm>
            <a:custGeom>
              <a:avLst/>
              <a:gdLst/>
              <a:ahLst/>
              <a:cxnLst/>
              <a:rect l="l" t="t" r="r" b="b"/>
              <a:pathLst>
                <a:path w="60325" h="71755">
                  <a:moveTo>
                    <a:pt x="60185" y="71611"/>
                  </a:moveTo>
                  <a:lnTo>
                    <a:pt x="0" y="71611"/>
                  </a:lnTo>
                  <a:lnTo>
                    <a:pt x="0" y="0"/>
                  </a:lnTo>
                  <a:lnTo>
                    <a:pt x="60185" y="0"/>
                  </a:lnTo>
                  <a:lnTo>
                    <a:pt x="60185" y="7161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84060" y="2770742"/>
              <a:ext cx="60325" cy="71755"/>
            </a:xfrm>
            <a:custGeom>
              <a:avLst/>
              <a:gdLst/>
              <a:ahLst/>
              <a:cxnLst/>
              <a:rect l="l" t="t" r="r" b="b"/>
              <a:pathLst>
                <a:path w="60325" h="71755">
                  <a:moveTo>
                    <a:pt x="0" y="71611"/>
                  </a:moveTo>
                  <a:lnTo>
                    <a:pt x="60185" y="71611"/>
                  </a:lnTo>
                  <a:lnTo>
                    <a:pt x="60185" y="0"/>
                  </a:lnTo>
                  <a:lnTo>
                    <a:pt x="0" y="0"/>
                  </a:lnTo>
                  <a:lnTo>
                    <a:pt x="0" y="71611"/>
                  </a:lnTo>
                  <a:close/>
                </a:path>
              </a:pathLst>
            </a:custGeom>
            <a:ln w="921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77165" y="2526950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19">
                  <a:moveTo>
                    <a:pt x="59428" y="70848"/>
                  </a:moveTo>
                  <a:lnTo>
                    <a:pt x="0" y="70848"/>
                  </a:lnTo>
                  <a:lnTo>
                    <a:pt x="0" y="0"/>
                  </a:lnTo>
                  <a:lnTo>
                    <a:pt x="59428" y="0"/>
                  </a:lnTo>
                  <a:lnTo>
                    <a:pt x="59428" y="7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77165" y="2526950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19">
                  <a:moveTo>
                    <a:pt x="0" y="70848"/>
                  </a:moveTo>
                  <a:lnTo>
                    <a:pt x="59428" y="70848"/>
                  </a:lnTo>
                  <a:lnTo>
                    <a:pt x="59428" y="0"/>
                  </a:lnTo>
                  <a:lnTo>
                    <a:pt x="0" y="0"/>
                  </a:lnTo>
                  <a:lnTo>
                    <a:pt x="0" y="70848"/>
                  </a:lnTo>
                  <a:close/>
                </a:path>
              </a:pathLst>
            </a:custGeom>
            <a:ln w="92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69526" y="2283158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60185" y="70848"/>
                  </a:moveTo>
                  <a:lnTo>
                    <a:pt x="0" y="70848"/>
                  </a:lnTo>
                  <a:lnTo>
                    <a:pt x="0" y="0"/>
                  </a:lnTo>
                  <a:lnTo>
                    <a:pt x="60185" y="0"/>
                  </a:lnTo>
                  <a:lnTo>
                    <a:pt x="60185" y="7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69526" y="2283158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19">
                  <a:moveTo>
                    <a:pt x="0" y="70848"/>
                  </a:moveTo>
                  <a:lnTo>
                    <a:pt x="60185" y="70848"/>
                  </a:lnTo>
                  <a:lnTo>
                    <a:pt x="60185" y="0"/>
                  </a:lnTo>
                  <a:lnTo>
                    <a:pt x="0" y="0"/>
                  </a:lnTo>
                  <a:lnTo>
                    <a:pt x="0" y="70848"/>
                  </a:lnTo>
                  <a:close/>
                </a:path>
              </a:pathLst>
            </a:custGeom>
            <a:ln w="92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61875" y="2038604"/>
              <a:ext cx="60325" cy="71755"/>
            </a:xfrm>
            <a:custGeom>
              <a:avLst/>
              <a:gdLst/>
              <a:ahLst/>
              <a:cxnLst/>
              <a:rect l="l" t="t" r="r" b="b"/>
              <a:pathLst>
                <a:path w="60325" h="71755">
                  <a:moveTo>
                    <a:pt x="60185" y="71611"/>
                  </a:moveTo>
                  <a:lnTo>
                    <a:pt x="0" y="71611"/>
                  </a:lnTo>
                  <a:lnTo>
                    <a:pt x="0" y="0"/>
                  </a:lnTo>
                  <a:lnTo>
                    <a:pt x="60185" y="0"/>
                  </a:lnTo>
                  <a:lnTo>
                    <a:pt x="60185" y="7161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61875" y="2038604"/>
              <a:ext cx="60325" cy="71755"/>
            </a:xfrm>
            <a:custGeom>
              <a:avLst/>
              <a:gdLst/>
              <a:ahLst/>
              <a:cxnLst/>
              <a:rect l="l" t="t" r="r" b="b"/>
              <a:pathLst>
                <a:path w="60325" h="71755">
                  <a:moveTo>
                    <a:pt x="0" y="71611"/>
                  </a:moveTo>
                  <a:lnTo>
                    <a:pt x="60185" y="71611"/>
                  </a:lnTo>
                  <a:lnTo>
                    <a:pt x="60185" y="0"/>
                  </a:lnTo>
                  <a:lnTo>
                    <a:pt x="0" y="0"/>
                  </a:lnTo>
                  <a:lnTo>
                    <a:pt x="0" y="71611"/>
                  </a:lnTo>
                  <a:close/>
                </a:path>
              </a:pathLst>
            </a:custGeom>
            <a:ln w="921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46604" y="1794812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19">
                  <a:moveTo>
                    <a:pt x="59428" y="70848"/>
                  </a:moveTo>
                  <a:lnTo>
                    <a:pt x="0" y="70848"/>
                  </a:lnTo>
                  <a:lnTo>
                    <a:pt x="0" y="0"/>
                  </a:lnTo>
                  <a:lnTo>
                    <a:pt x="59428" y="0"/>
                  </a:lnTo>
                  <a:lnTo>
                    <a:pt x="59428" y="7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46604" y="1794812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19">
                  <a:moveTo>
                    <a:pt x="0" y="70848"/>
                  </a:moveTo>
                  <a:lnTo>
                    <a:pt x="59428" y="70848"/>
                  </a:lnTo>
                  <a:lnTo>
                    <a:pt x="59428" y="0"/>
                  </a:lnTo>
                  <a:lnTo>
                    <a:pt x="0" y="0"/>
                  </a:lnTo>
                  <a:lnTo>
                    <a:pt x="0" y="70848"/>
                  </a:lnTo>
                  <a:close/>
                </a:path>
              </a:pathLst>
            </a:custGeom>
            <a:ln w="92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38953" y="1560931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19">
                  <a:moveTo>
                    <a:pt x="59428" y="70848"/>
                  </a:moveTo>
                  <a:lnTo>
                    <a:pt x="0" y="70848"/>
                  </a:lnTo>
                  <a:lnTo>
                    <a:pt x="0" y="0"/>
                  </a:lnTo>
                  <a:lnTo>
                    <a:pt x="59428" y="0"/>
                  </a:lnTo>
                  <a:lnTo>
                    <a:pt x="59428" y="7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38953" y="1560931"/>
              <a:ext cx="59690" cy="71120"/>
            </a:xfrm>
            <a:custGeom>
              <a:avLst/>
              <a:gdLst/>
              <a:ahLst/>
              <a:cxnLst/>
              <a:rect l="l" t="t" r="r" b="b"/>
              <a:pathLst>
                <a:path w="59689" h="71119">
                  <a:moveTo>
                    <a:pt x="0" y="70848"/>
                  </a:moveTo>
                  <a:lnTo>
                    <a:pt x="59428" y="70848"/>
                  </a:lnTo>
                  <a:lnTo>
                    <a:pt x="59428" y="0"/>
                  </a:lnTo>
                  <a:lnTo>
                    <a:pt x="0" y="0"/>
                  </a:lnTo>
                  <a:lnTo>
                    <a:pt x="0" y="70848"/>
                  </a:lnTo>
                  <a:close/>
                </a:path>
              </a:pathLst>
            </a:custGeom>
            <a:ln w="92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22283" y="3940921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29702" y="70862"/>
                  </a:moveTo>
                  <a:lnTo>
                    <a:pt x="18312" y="68051"/>
                  </a:lnTo>
                  <a:lnTo>
                    <a:pt x="8852" y="60381"/>
                  </a:lnTo>
                  <a:lnTo>
                    <a:pt x="2391" y="48996"/>
                  </a:lnTo>
                  <a:lnTo>
                    <a:pt x="0" y="35043"/>
                  </a:lnTo>
                  <a:lnTo>
                    <a:pt x="2391" y="21538"/>
                  </a:lnTo>
                  <a:lnTo>
                    <a:pt x="8852" y="10384"/>
                  </a:lnTo>
                  <a:lnTo>
                    <a:pt x="18312" y="2799"/>
                  </a:lnTo>
                  <a:lnTo>
                    <a:pt x="29702" y="0"/>
                  </a:lnTo>
                  <a:lnTo>
                    <a:pt x="41538" y="2799"/>
                  </a:lnTo>
                  <a:lnTo>
                    <a:pt x="51230" y="10384"/>
                  </a:lnTo>
                  <a:lnTo>
                    <a:pt x="57779" y="21538"/>
                  </a:lnTo>
                  <a:lnTo>
                    <a:pt x="60185" y="35043"/>
                  </a:lnTo>
                  <a:lnTo>
                    <a:pt x="57779" y="48996"/>
                  </a:lnTo>
                  <a:lnTo>
                    <a:pt x="51230" y="60381"/>
                  </a:lnTo>
                  <a:lnTo>
                    <a:pt x="41538" y="68051"/>
                  </a:lnTo>
                  <a:lnTo>
                    <a:pt x="29702" y="70862"/>
                  </a:lnTo>
                  <a:close/>
                </a:path>
              </a:pathLst>
            </a:custGeom>
            <a:solidFill>
              <a:srgbClr val="3596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22283" y="3940921"/>
              <a:ext cx="60325" cy="71120"/>
            </a:xfrm>
            <a:custGeom>
              <a:avLst/>
              <a:gdLst/>
              <a:ahLst/>
              <a:cxnLst/>
              <a:rect l="l" t="t" r="r" b="b"/>
              <a:pathLst>
                <a:path w="60325" h="71120">
                  <a:moveTo>
                    <a:pt x="60185" y="35043"/>
                  </a:moveTo>
                  <a:lnTo>
                    <a:pt x="57779" y="21538"/>
                  </a:lnTo>
                  <a:lnTo>
                    <a:pt x="51230" y="10384"/>
                  </a:lnTo>
                  <a:lnTo>
                    <a:pt x="41538" y="2799"/>
                  </a:lnTo>
                  <a:lnTo>
                    <a:pt x="29702" y="0"/>
                  </a:lnTo>
                  <a:lnTo>
                    <a:pt x="18312" y="2799"/>
                  </a:lnTo>
                  <a:lnTo>
                    <a:pt x="8852" y="10384"/>
                  </a:lnTo>
                  <a:lnTo>
                    <a:pt x="2391" y="21538"/>
                  </a:lnTo>
                  <a:lnTo>
                    <a:pt x="0" y="35043"/>
                  </a:lnTo>
                  <a:lnTo>
                    <a:pt x="2391" y="48996"/>
                  </a:lnTo>
                  <a:lnTo>
                    <a:pt x="8852" y="60381"/>
                  </a:lnTo>
                  <a:lnTo>
                    <a:pt x="18312" y="68051"/>
                  </a:lnTo>
                  <a:lnTo>
                    <a:pt x="29702" y="70862"/>
                  </a:lnTo>
                  <a:lnTo>
                    <a:pt x="41538" y="68051"/>
                  </a:lnTo>
                  <a:lnTo>
                    <a:pt x="51230" y="60381"/>
                  </a:lnTo>
                  <a:lnTo>
                    <a:pt x="57779" y="48996"/>
                  </a:lnTo>
                  <a:lnTo>
                    <a:pt x="60185" y="35043"/>
                  </a:lnTo>
                  <a:close/>
                </a:path>
              </a:pathLst>
            </a:custGeom>
            <a:ln w="9224">
              <a:solidFill>
                <a:srgbClr val="3596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0710" y="3681791"/>
              <a:ext cx="68785" cy="8020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3060" y="3508848"/>
              <a:ext cx="68785" cy="802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7032" y="3335919"/>
              <a:ext cx="68773" cy="8020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9380" y="3172886"/>
              <a:ext cx="69543" cy="8096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2491" y="2999948"/>
              <a:ext cx="68776" cy="809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4847" y="2847572"/>
              <a:ext cx="69543" cy="8096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57196" y="2674629"/>
              <a:ext cx="69543" cy="8098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41926" y="2512360"/>
              <a:ext cx="68773" cy="8020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34275" y="2349329"/>
              <a:ext cx="68785" cy="8020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422283" y="3950832"/>
              <a:ext cx="68580" cy="81915"/>
            </a:xfrm>
            <a:custGeom>
              <a:avLst/>
              <a:gdLst/>
              <a:ahLst/>
              <a:cxnLst/>
              <a:rect l="l" t="t" r="r" b="b"/>
              <a:pathLst>
                <a:path w="68580" h="81914">
                  <a:moveTo>
                    <a:pt x="68561" y="81508"/>
                  </a:moveTo>
                  <a:lnTo>
                    <a:pt x="0" y="81508"/>
                  </a:lnTo>
                  <a:lnTo>
                    <a:pt x="34275" y="0"/>
                  </a:lnTo>
                  <a:lnTo>
                    <a:pt x="68561" y="81508"/>
                  </a:lnTo>
                  <a:close/>
                </a:path>
              </a:pathLst>
            </a:custGeom>
            <a:solidFill>
              <a:srgbClr val="6396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22283" y="3950832"/>
              <a:ext cx="68580" cy="81915"/>
            </a:xfrm>
            <a:custGeom>
              <a:avLst/>
              <a:gdLst/>
              <a:ahLst/>
              <a:cxnLst/>
              <a:rect l="l" t="t" r="r" b="b"/>
              <a:pathLst>
                <a:path w="68580" h="81914">
                  <a:moveTo>
                    <a:pt x="34275" y="0"/>
                  </a:moveTo>
                  <a:lnTo>
                    <a:pt x="68561" y="81508"/>
                  </a:lnTo>
                  <a:lnTo>
                    <a:pt x="0" y="81508"/>
                  </a:lnTo>
                  <a:lnTo>
                    <a:pt x="34275" y="0"/>
                  </a:lnTo>
                  <a:close/>
                </a:path>
              </a:pathLst>
            </a:custGeom>
            <a:ln w="9217">
              <a:solidFill>
                <a:srgbClr val="6396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10714" y="3803697"/>
              <a:ext cx="77155" cy="9085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03059" y="3640647"/>
              <a:ext cx="77920" cy="9088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87031" y="3478378"/>
              <a:ext cx="77920" cy="9088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79380" y="3315346"/>
              <a:ext cx="77920" cy="9086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72490" y="3162979"/>
              <a:ext cx="77155" cy="9087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64847" y="3010603"/>
              <a:ext cx="77920" cy="9088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57196" y="2837674"/>
              <a:ext cx="77920" cy="9086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41925" y="2685303"/>
              <a:ext cx="77163" cy="9010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34274" y="2522271"/>
              <a:ext cx="77920" cy="90867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864165" y="1413289"/>
            <a:ext cx="4207510" cy="3308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latin typeface="Arial"/>
                <a:cs typeface="Arial"/>
              </a:rPr>
              <a:t>400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50" b="1" spc="-25" dirty="0">
                <a:latin typeface="Arial"/>
                <a:cs typeface="Arial"/>
              </a:rPr>
              <a:t>300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50" b="1" spc="-25" dirty="0">
                <a:latin typeface="Arial"/>
                <a:cs typeface="Arial"/>
              </a:rPr>
              <a:t>200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50" b="1" spc="-25" dirty="0">
                <a:latin typeface="Arial"/>
                <a:cs typeface="Arial"/>
              </a:rPr>
              <a:t>100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45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</a:pPr>
            <a:r>
              <a:rPr sz="1450" b="1" spc="-50" dirty="0">
                <a:latin typeface="Arial"/>
                <a:cs typeface="Arial"/>
              </a:rPr>
              <a:t>0</a:t>
            </a:r>
            <a:endParaRPr sz="1450">
              <a:latin typeface="Arial"/>
              <a:cs typeface="Arial"/>
            </a:endParaRPr>
          </a:p>
          <a:p>
            <a:pPr marL="550545">
              <a:lnSpc>
                <a:spcPct val="100000"/>
              </a:lnSpc>
              <a:spcBef>
                <a:spcPts val="425"/>
              </a:spcBef>
              <a:tabLst>
                <a:tab pos="942975" algn="l"/>
                <a:tab pos="1335405" algn="l"/>
                <a:tab pos="1719580" algn="l"/>
                <a:tab pos="2112010" algn="l"/>
                <a:tab pos="2504440" algn="l"/>
                <a:tab pos="2896870" algn="l"/>
                <a:tab pos="3289300" algn="l"/>
                <a:tab pos="3673475" algn="l"/>
                <a:tab pos="4023360" algn="l"/>
              </a:tabLst>
            </a:pPr>
            <a:r>
              <a:rPr sz="1450" b="1" spc="-50" dirty="0">
                <a:latin typeface="Arial"/>
                <a:cs typeface="Arial"/>
              </a:rPr>
              <a:t>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50" dirty="0">
                <a:latin typeface="Arial"/>
                <a:cs typeface="Arial"/>
              </a:rPr>
              <a:t>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50" dirty="0">
                <a:latin typeface="Arial"/>
                <a:cs typeface="Arial"/>
              </a:rPr>
              <a:t>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50" dirty="0">
                <a:latin typeface="Arial"/>
                <a:cs typeface="Arial"/>
              </a:rPr>
              <a:t>4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50" dirty="0">
                <a:latin typeface="Arial"/>
                <a:cs typeface="Arial"/>
              </a:rPr>
              <a:t>5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50" dirty="0">
                <a:latin typeface="Arial"/>
                <a:cs typeface="Arial"/>
              </a:rPr>
              <a:t>6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50" dirty="0">
                <a:latin typeface="Arial"/>
                <a:cs typeface="Arial"/>
              </a:rPr>
              <a:t>7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50" dirty="0">
                <a:latin typeface="Arial"/>
                <a:cs typeface="Arial"/>
              </a:rPr>
              <a:t>8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50" dirty="0">
                <a:latin typeface="Arial"/>
                <a:cs typeface="Arial"/>
              </a:rPr>
              <a:t>9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120" dirty="0">
                <a:latin typeface="Arial"/>
                <a:cs typeface="Arial"/>
              </a:rPr>
              <a:t>10</a:t>
            </a:r>
            <a:endParaRPr sz="1450">
              <a:latin typeface="Arial"/>
              <a:cs typeface="Arial"/>
            </a:endParaRPr>
          </a:p>
          <a:p>
            <a:pPr marL="1590040">
              <a:lnSpc>
                <a:spcPct val="100000"/>
              </a:lnSpc>
              <a:spcBef>
                <a:spcPts val="490"/>
              </a:spcBef>
            </a:pPr>
            <a:r>
              <a:rPr sz="1600" b="1" dirty="0">
                <a:latin typeface="Arial"/>
                <a:cs typeface="Arial"/>
              </a:rPr>
              <a:t>Number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Arial"/>
                <a:cs typeface="Arial"/>
              </a:rPr>
              <a:t>VMs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1" name="object 51"/>
          <p:cNvSpPr txBox="1"/>
          <p:nvPr/>
        </p:nvSpPr>
        <p:spPr>
          <a:xfrm>
            <a:off x="5500994" y="893704"/>
            <a:ext cx="2828925" cy="396240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9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"Best-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case"</a:t>
            </a:r>
            <a:r>
              <a:rPr sz="22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workload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9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identical</a:t>
            </a:r>
            <a:r>
              <a:rPr sz="16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Linux</a:t>
            </a:r>
            <a:r>
              <a:rPr sz="16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010000"/>
                </a:solidFill>
                <a:latin typeface="Arial"/>
                <a:cs typeface="Arial"/>
              </a:rPr>
              <a:t>VMs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SPEC95</a:t>
            </a:r>
            <a:r>
              <a:rPr sz="16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benchmarks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Lots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of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potential</a:t>
            </a:r>
            <a:r>
              <a:rPr sz="16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sharing</a:t>
            </a:r>
            <a:endParaRPr sz="16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3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latin typeface="Arial"/>
                <a:cs typeface="Arial"/>
              </a:rPr>
              <a:t>Metrics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0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Total</a:t>
            </a:r>
            <a:r>
              <a:rPr sz="1600" spc="20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guest</a:t>
            </a:r>
            <a:r>
              <a:rPr sz="1600" spc="20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C50000"/>
                </a:solidFill>
                <a:latin typeface="Arial"/>
                <a:cs typeface="Arial"/>
              </a:rPr>
              <a:t>PPNs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0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359663"/>
                </a:solidFill>
                <a:latin typeface="Arial"/>
                <a:cs typeface="Arial"/>
              </a:rPr>
              <a:t>Shared</a:t>
            </a:r>
            <a:r>
              <a:rPr sz="1600" spc="25" dirty="0">
                <a:solidFill>
                  <a:srgbClr val="35966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59663"/>
                </a:solidFill>
                <a:latin typeface="Arial"/>
                <a:cs typeface="Arial"/>
              </a:rPr>
              <a:t>PPNs</a:t>
            </a:r>
            <a:r>
              <a:rPr sz="1600" spc="20" dirty="0">
                <a:solidFill>
                  <a:srgbClr val="35966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59663"/>
                </a:solidFill>
                <a:latin typeface="Symbol"/>
                <a:cs typeface="Symbol"/>
              </a:rPr>
              <a:t></a:t>
            </a:r>
            <a:r>
              <a:rPr sz="1600" spc="30" dirty="0">
                <a:solidFill>
                  <a:srgbClr val="359663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359663"/>
                </a:solidFill>
                <a:latin typeface="Arial"/>
                <a:cs typeface="Arial"/>
              </a:rPr>
              <a:t>67%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6396C9"/>
                </a:solidFill>
                <a:latin typeface="Arial"/>
                <a:cs typeface="Arial"/>
              </a:rPr>
              <a:t>Saved</a:t>
            </a:r>
            <a:r>
              <a:rPr sz="1600" spc="25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6396C9"/>
                </a:solidFill>
                <a:latin typeface="Arial"/>
                <a:cs typeface="Arial"/>
              </a:rPr>
              <a:t>MPNs</a:t>
            </a:r>
            <a:r>
              <a:rPr sz="1600" spc="30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6396C9"/>
                </a:solidFill>
                <a:latin typeface="Symbol"/>
                <a:cs typeface="Symbol"/>
              </a:rPr>
              <a:t></a:t>
            </a:r>
            <a:r>
              <a:rPr sz="1600" spc="30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6396C9"/>
                </a:solidFill>
                <a:latin typeface="Arial"/>
                <a:cs typeface="Arial"/>
              </a:rPr>
              <a:t>60%</a:t>
            </a:r>
            <a:endParaRPr sz="16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0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latin typeface="Arial"/>
                <a:cs typeface="Arial"/>
              </a:rPr>
              <a:t>Effective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rial"/>
                <a:cs typeface="Arial"/>
              </a:rPr>
              <a:t>sharing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latin typeface="Arial"/>
                <a:cs typeface="Arial"/>
              </a:rPr>
              <a:t>Negligible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rial"/>
                <a:cs typeface="Arial"/>
              </a:rPr>
              <a:t>overhead</a:t>
            </a:r>
            <a:endParaRPr sz="2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04780" y="2061972"/>
            <a:ext cx="252729" cy="13157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dirty="0">
                <a:latin typeface="Arial"/>
                <a:cs typeface="Arial"/>
              </a:rPr>
              <a:t>Memory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Arial"/>
                <a:cs typeface="Arial"/>
              </a:rPr>
              <a:t>(MB)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Real-</a:t>
            </a:r>
            <a:r>
              <a:rPr dirty="0"/>
              <a:t>World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dirty="0"/>
              <a:t>Page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spc="-10" dirty="0"/>
              <a:t>Sharing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24838" y="1416634"/>
          <a:ext cx="5941060" cy="1981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49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Saved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Workload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Guest</a:t>
                      </a:r>
                      <a:r>
                        <a:rPr sz="2000" spc="45" dirty="0">
                          <a:solidFill>
                            <a:srgbClr val="01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Types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MB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MB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5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solidFill>
                            <a:srgbClr val="359663"/>
                          </a:solidFill>
                          <a:latin typeface="Arial"/>
                          <a:cs typeface="Arial"/>
                        </a:rPr>
                        <a:t>Corporate</a:t>
                      </a:r>
                      <a:r>
                        <a:rPr sz="2000" spc="-80" dirty="0">
                          <a:solidFill>
                            <a:srgbClr val="35966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solidFill>
                            <a:srgbClr val="359663"/>
                          </a:solidFill>
                          <a:latin typeface="Arial"/>
                          <a:cs typeface="Arial"/>
                        </a:rPr>
                        <a:t>iT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  <a:tabLst>
                          <a:tab pos="514350" algn="l"/>
                        </a:tabLst>
                      </a:pPr>
                      <a:r>
                        <a:rPr sz="2000" spc="-25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2000" dirty="0">
                          <a:solidFill>
                            <a:srgbClr val="0100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1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Windows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2048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673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32.9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solidFill>
                            <a:srgbClr val="C50000"/>
                          </a:solidFill>
                          <a:latin typeface="Arial"/>
                          <a:cs typeface="Arial"/>
                        </a:rPr>
                        <a:t>Nonprofit</a:t>
                      </a:r>
                      <a:r>
                        <a:rPr sz="2000" spc="-75" dirty="0">
                          <a:solidFill>
                            <a:srgbClr val="C5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solidFill>
                            <a:srgbClr val="C50000"/>
                          </a:solidFill>
                          <a:latin typeface="Arial"/>
                          <a:cs typeface="Arial"/>
                        </a:rPr>
                        <a:t>Org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513715" algn="l"/>
                        </a:tabLst>
                      </a:pPr>
                      <a:r>
                        <a:rPr sz="2000" spc="-5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sz="2000" dirty="0">
                          <a:solidFill>
                            <a:srgbClr val="0100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1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Linux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1846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5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345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18.7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solidFill>
                            <a:srgbClr val="6396C9"/>
                          </a:solidFill>
                          <a:latin typeface="Arial"/>
                          <a:cs typeface="Arial"/>
                        </a:rPr>
                        <a:t>VMware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513715" algn="l"/>
                        </a:tabLst>
                      </a:pPr>
                      <a:r>
                        <a:rPr sz="2000" spc="-5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solidFill>
                            <a:srgbClr val="0100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1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Linux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0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1658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5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120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25" dirty="0">
                          <a:solidFill>
                            <a:srgbClr val="010000"/>
                          </a:solidFill>
                          <a:latin typeface="Arial"/>
                          <a:cs typeface="Arial"/>
                        </a:rPr>
                        <a:t>7.2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28161" y="3719951"/>
            <a:ext cx="762127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0600"/>
              </a:lnSpc>
              <a:spcBef>
                <a:spcPts val="100"/>
              </a:spcBef>
            </a:pPr>
            <a:r>
              <a:rPr sz="1600" dirty="0">
                <a:solidFill>
                  <a:srgbClr val="359663"/>
                </a:solidFill>
                <a:latin typeface="Arial"/>
                <a:cs typeface="Arial"/>
              </a:rPr>
              <a:t>Corporate</a:t>
            </a:r>
            <a:r>
              <a:rPr sz="1600" spc="40" dirty="0">
                <a:solidFill>
                  <a:srgbClr val="35966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59663"/>
                </a:solidFill>
                <a:latin typeface="Arial"/>
                <a:cs typeface="Arial"/>
              </a:rPr>
              <a:t>iT</a:t>
            </a:r>
            <a:r>
              <a:rPr sz="1600" spc="40" dirty="0">
                <a:solidFill>
                  <a:srgbClr val="359663"/>
                </a:solidFill>
                <a:latin typeface="Times New Roman"/>
                <a:cs typeface="Times New Roman"/>
              </a:rPr>
              <a:t> </a:t>
            </a:r>
            <a:r>
              <a:rPr sz="1600" spc="34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6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database,</a:t>
            </a:r>
            <a:r>
              <a:rPr sz="16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web,</a:t>
            </a:r>
            <a:r>
              <a:rPr sz="16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development</a:t>
            </a:r>
            <a:r>
              <a:rPr sz="16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servers</a:t>
            </a:r>
            <a:r>
              <a:rPr sz="16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(Oracle,</a:t>
            </a:r>
            <a:r>
              <a:rPr sz="14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Websphere,</a:t>
            </a:r>
            <a:r>
              <a:rPr sz="14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iiS,</a:t>
            </a:r>
            <a:r>
              <a:rPr sz="14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Java,</a:t>
            </a:r>
            <a:r>
              <a:rPr sz="14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10000"/>
                </a:solidFill>
                <a:latin typeface="Arial"/>
                <a:cs typeface="Arial"/>
              </a:rPr>
              <a:t>etc.)</a:t>
            </a:r>
            <a:r>
              <a:rPr sz="14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Nonprofit</a:t>
            </a:r>
            <a:r>
              <a:rPr sz="1600" spc="25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Org</a:t>
            </a:r>
            <a:r>
              <a:rPr sz="1600" spc="20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spc="34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6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web,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mail,</a:t>
            </a:r>
            <a:r>
              <a:rPr sz="16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anti-virus,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other</a:t>
            </a:r>
            <a:r>
              <a:rPr sz="16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servers</a:t>
            </a:r>
            <a:r>
              <a:rPr sz="16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(Apache,</a:t>
            </a:r>
            <a:r>
              <a:rPr sz="14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Majordomo,</a:t>
            </a:r>
            <a:r>
              <a:rPr sz="14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MailArmor,</a:t>
            </a:r>
            <a:r>
              <a:rPr sz="14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10000"/>
                </a:solidFill>
                <a:latin typeface="Arial"/>
                <a:cs typeface="Arial"/>
              </a:rPr>
              <a:t>etc.)</a:t>
            </a:r>
            <a:r>
              <a:rPr sz="14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6396C9"/>
                </a:solidFill>
                <a:latin typeface="Arial"/>
                <a:cs typeface="Arial"/>
              </a:rPr>
              <a:t>VMware</a:t>
            </a:r>
            <a:r>
              <a:rPr sz="1600" spc="10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1600" spc="34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web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proxy,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mail,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remote</a:t>
            </a:r>
            <a:r>
              <a:rPr sz="16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access</a:t>
            </a:r>
            <a:r>
              <a:rPr sz="16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(Squid,</a:t>
            </a:r>
            <a:r>
              <a:rPr sz="14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Postfix,</a:t>
            </a:r>
            <a:r>
              <a:rPr sz="14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RAV,</a:t>
            </a:r>
            <a:r>
              <a:rPr sz="14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10000"/>
                </a:solidFill>
                <a:latin typeface="Arial"/>
                <a:cs typeface="Arial"/>
              </a:rPr>
              <a:t>ssh,</a:t>
            </a:r>
            <a:r>
              <a:rPr sz="14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10000"/>
                </a:solidFill>
                <a:latin typeface="Arial"/>
                <a:cs typeface="Arial"/>
              </a:rPr>
              <a:t>etc.)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Allocation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0" dirty="0"/>
              <a:t>Parameters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5344160" cy="373761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Min</a:t>
            </a:r>
            <a:r>
              <a:rPr sz="22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010000"/>
                </a:solidFill>
                <a:latin typeface="Arial"/>
                <a:cs typeface="Arial"/>
              </a:rPr>
              <a:t>size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Guaranteed,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even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when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overcommitted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Enforced</a:t>
            </a:r>
            <a:r>
              <a:rPr sz="18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by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admission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control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Max</a:t>
            </a:r>
            <a:r>
              <a:rPr sz="22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010000"/>
                </a:solidFill>
                <a:latin typeface="Arial"/>
                <a:cs typeface="Arial"/>
              </a:rPr>
              <a:t>size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Amount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of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"physical"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seen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by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guest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10000"/>
                </a:solidFill>
                <a:latin typeface="Arial"/>
                <a:cs typeface="Arial"/>
              </a:rPr>
              <a:t>OS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Allocation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when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undercommitted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Shares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Specify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relative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importance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Proportional-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share</a:t>
            </a:r>
            <a:r>
              <a:rPr sz="1800" spc="9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fairness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Allocation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10" dirty="0"/>
              <a:t>Policy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7002145" cy="373761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Traditional</a:t>
            </a:r>
            <a:r>
              <a:rPr sz="2200" spc="-4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approach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Optimize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aggregate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system-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wide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metric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Problem: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no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QoS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guarantees,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importance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varies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Pure</a:t>
            </a:r>
            <a:r>
              <a:rPr sz="2200" spc="5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010000"/>
                </a:solidFill>
                <a:latin typeface="Arial"/>
                <a:cs typeface="Arial"/>
              </a:rPr>
              <a:t>share-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based</a:t>
            </a:r>
            <a:r>
              <a:rPr sz="2200" spc="6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approach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Revoke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from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with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min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shares-per-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ratio</a:t>
            </a:r>
            <a:r>
              <a:rPr sz="1800" spc="5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[Waldspurger</a:t>
            </a:r>
            <a:r>
              <a:rPr sz="16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10000"/>
                </a:solidFill>
                <a:latin typeface="Arial"/>
                <a:cs typeface="Arial"/>
              </a:rPr>
              <a:t>'95]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Problem:</a:t>
            </a:r>
            <a:r>
              <a:rPr sz="1800" spc="-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ignores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usage,</a:t>
            </a:r>
            <a:r>
              <a:rPr sz="18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unproductive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hoarding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[Sullivan</a:t>
            </a:r>
            <a:r>
              <a:rPr sz="16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10000"/>
                </a:solidFill>
                <a:latin typeface="Arial"/>
                <a:cs typeface="Arial"/>
              </a:rPr>
              <a:t>'00]</a:t>
            </a:r>
            <a:endParaRPr sz="16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Oesired</a:t>
            </a:r>
            <a:r>
              <a:rPr sz="2200" spc="-1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behavior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gets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full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share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when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actively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using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may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lose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pages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when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working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set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shrinks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Reclaiming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dirty="0"/>
              <a:t>Idle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0" dirty="0"/>
              <a:t>Memory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5386070" cy="373761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Tax</a:t>
            </a:r>
            <a:r>
              <a:rPr sz="22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on</a:t>
            </a:r>
            <a:r>
              <a:rPr sz="22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idle</a:t>
            </a:r>
            <a:r>
              <a:rPr sz="22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Charge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more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for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idle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than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active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idle-adjusted</a:t>
            </a:r>
            <a:r>
              <a:rPr sz="1800" spc="8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shares-per-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r>
              <a:rPr sz="1800" spc="8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ratio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Tax</a:t>
            </a:r>
            <a:r>
              <a:rPr sz="22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010000"/>
                </a:solidFill>
                <a:latin typeface="Arial"/>
                <a:cs typeface="Arial"/>
              </a:rPr>
              <a:t>rate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Explicit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administrative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parameter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9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0%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Symbol"/>
                <a:cs typeface="Symbol"/>
              </a:rPr>
              <a:t>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"plutocracy"</a:t>
            </a:r>
            <a:r>
              <a:rPr sz="1800" spc="5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1300" dirty="0">
                <a:solidFill>
                  <a:srgbClr val="010000"/>
                </a:solidFill>
                <a:latin typeface="Arial"/>
                <a:cs typeface="Arial"/>
              </a:rPr>
              <a:t>.</a:t>
            </a:r>
            <a:r>
              <a:rPr sz="1800" spc="5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100%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Symbol"/>
                <a:cs typeface="Symbol"/>
              </a:rPr>
              <a:t>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"socialism"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19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High</a:t>
            </a:r>
            <a:r>
              <a:rPr sz="22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default</a:t>
            </a:r>
            <a:r>
              <a:rPr sz="22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010000"/>
                </a:solidFill>
                <a:latin typeface="Arial"/>
                <a:cs typeface="Arial"/>
              </a:rPr>
              <a:t>rate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Reclaim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most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idle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Some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buffer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against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rapid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working-set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increases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Measuring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dirty="0"/>
              <a:t>Active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0" dirty="0"/>
              <a:t>Memory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5722" y="1610652"/>
            <a:ext cx="3916045" cy="2599055"/>
            <a:chOff x="1085722" y="1610652"/>
            <a:chExt cx="3916045" cy="2599055"/>
          </a:xfrm>
        </p:grpSpPr>
        <p:sp>
          <p:nvSpPr>
            <p:cNvPr id="4" name="object 4"/>
            <p:cNvSpPr/>
            <p:nvPr/>
          </p:nvSpPr>
          <p:spPr>
            <a:xfrm>
              <a:off x="1090167" y="1615097"/>
              <a:ext cx="3907154" cy="2590165"/>
            </a:xfrm>
            <a:custGeom>
              <a:avLst/>
              <a:gdLst/>
              <a:ahLst/>
              <a:cxnLst/>
              <a:rect l="l" t="t" r="r" b="b"/>
              <a:pathLst>
                <a:path w="3907154" h="2590165">
                  <a:moveTo>
                    <a:pt x="43434" y="0"/>
                  </a:moveTo>
                  <a:lnTo>
                    <a:pt x="3906888" y="0"/>
                  </a:lnTo>
                  <a:lnTo>
                    <a:pt x="3906888" y="2546184"/>
                  </a:lnTo>
                  <a:lnTo>
                    <a:pt x="43434" y="2546184"/>
                  </a:lnTo>
                  <a:lnTo>
                    <a:pt x="43434" y="0"/>
                  </a:lnTo>
                  <a:lnTo>
                    <a:pt x="43434" y="2546184"/>
                  </a:lnTo>
                </a:path>
                <a:path w="3907154" h="2590165">
                  <a:moveTo>
                    <a:pt x="8382" y="2546184"/>
                  </a:moveTo>
                  <a:lnTo>
                    <a:pt x="43434" y="2546184"/>
                  </a:lnTo>
                </a:path>
                <a:path w="3907154" h="2590165">
                  <a:moveTo>
                    <a:pt x="8382" y="2459329"/>
                  </a:moveTo>
                  <a:lnTo>
                    <a:pt x="43434" y="2459329"/>
                  </a:lnTo>
                </a:path>
                <a:path w="3907154" h="2590165">
                  <a:moveTo>
                    <a:pt x="8382" y="2372474"/>
                  </a:moveTo>
                  <a:lnTo>
                    <a:pt x="43434" y="2372474"/>
                  </a:lnTo>
                </a:path>
                <a:path w="3907154" h="2590165">
                  <a:moveTo>
                    <a:pt x="8381" y="2294763"/>
                  </a:moveTo>
                  <a:lnTo>
                    <a:pt x="43434" y="2294763"/>
                  </a:lnTo>
                </a:path>
                <a:path w="3907154" h="2590165">
                  <a:moveTo>
                    <a:pt x="8381" y="2207907"/>
                  </a:moveTo>
                  <a:lnTo>
                    <a:pt x="43434" y="2207907"/>
                  </a:lnTo>
                </a:path>
                <a:path w="3907154" h="2590165">
                  <a:moveTo>
                    <a:pt x="8381" y="2121827"/>
                  </a:moveTo>
                  <a:lnTo>
                    <a:pt x="43434" y="2121827"/>
                  </a:lnTo>
                </a:path>
                <a:path w="3907154" h="2590165">
                  <a:moveTo>
                    <a:pt x="8381" y="2034971"/>
                  </a:moveTo>
                  <a:lnTo>
                    <a:pt x="43434" y="2034971"/>
                  </a:lnTo>
                </a:path>
                <a:path w="3907154" h="2590165">
                  <a:moveTo>
                    <a:pt x="8381" y="1948116"/>
                  </a:moveTo>
                  <a:lnTo>
                    <a:pt x="43434" y="1948116"/>
                  </a:lnTo>
                </a:path>
                <a:path w="3907154" h="2590165">
                  <a:moveTo>
                    <a:pt x="8381" y="1870405"/>
                  </a:moveTo>
                  <a:lnTo>
                    <a:pt x="43434" y="1870405"/>
                  </a:lnTo>
                </a:path>
                <a:path w="3907154" h="2590165">
                  <a:moveTo>
                    <a:pt x="8381" y="1784311"/>
                  </a:moveTo>
                  <a:lnTo>
                    <a:pt x="43434" y="1784311"/>
                  </a:lnTo>
                </a:path>
                <a:path w="3907154" h="2590165">
                  <a:moveTo>
                    <a:pt x="8381" y="1697456"/>
                  </a:moveTo>
                  <a:lnTo>
                    <a:pt x="43434" y="1697456"/>
                  </a:lnTo>
                </a:path>
                <a:path w="3907154" h="2590165">
                  <a:moveTo>
                    <a:pt x="8381" y="1610601"/>
                  </a:moveTo>
                  <a:lnTo>
                    <a:pt x="43434" y="1610601"/>
                  </a:lnTo>
                </a:path>
                <a:path w="3907154" h="2590165">
                  <a:moveTo>
                    <a:pt x="8381" y="1524508"/>
                  </a:moveTo>
                  <a:lnTo>
                    <a:pt x="43434" y="1524508"/>
                  </a:lnTo>
                </a:path>
                <a:path w="3907154" h="2590165">
                  <a:moveTo>
                    <a:pt x="8381" y="1446034"/>
                  </a:moveTo>
                  <a:lnTo>
                    <a:pt x="43434" y="1446034"/>
                  </a:lnTo>
                </a:path>
                <a:path w="3907154" h="2590165">
                  <a:moveTo>
                    <a:pt x="8381" y="1359954"/>
                  </a:moveTo>
                  <a:lnTo>
                    <a:pt x="43434" y="1359954"/>
                  </a:lnTo>
                </a:path>
                <a:path w="3907154" h="2590165">
                  <a:moveTo>
                    <a:pt x="8381" y="1273098"/>
                  </a:moveTo>
                  <a:lnTo>
                    <a:pt x="43434" y="1273098"/>
                  </a:lnTo>
                </a:path>
                <a:path w="3907154" h="2590165">
                  <a:moveTo>
                    <a:pt x="8381" y="1186243"/>
                  </a:moveTo>
                  <a:lnTo>
                    <a:pt x="43434" y="1186243"/>
                  </a:lnTo>
                </a:path>
                <a:path w="3907154" h="2590165">
                  <a:moveTo>
                    <a:pt x="8381" y="1100150"/>
                  </a:moveTo>
                  <a:lnTo>
                    <a:pt x="43434" y="1100150"/>
                  </a:lnTo>
                </a:path>
                <a:path w="3907154" h="2590165">
                  <a:moveTo>
                    <a:pt x="8381" y="1021676"/>
                  </a:moveTo>
                  <a:lnTo>
                    <a:pt x="43434" y="1021676"/>
                  </a:lnTo>
                </a:path>
                <a:path w="3907154" h="2590165">
                  <a:moveTo>
                    <a:pt x="8381" y="935583"/>
                  </a:moveTo>
                  <a:lnTo>
                    <a:pt x="43434" y="935583"/>
                  </a:lnTo>
                </a:path>
                <a:path w="3907154" h="2590165">
                  <a:moveTo>
                    <a:pt x="8381" y="848728"/>
                  </a:moveTo>
                  <a:lnTo>
                    <a:pt x="43434" y="848728"/>
                  </a:lnTo>
                </a:path>
                <a:path w="3907154" h="2590165">
                  <a:moveTo>
                    <a:pt x="8381" y="761873"/>
                  </a:moveTo>
                  <a:lnTo>
                    <a:pt x="43434" y="761873"/>
                  </a:lnTo>
                </a:path>
                <a:path w="3907154" h="2590165">
                  <a:moveTo>
                    <a:pt x="8381" y="675792"/>
                  </a:moveTo>
                  <a:lnTo>
                    <a:pt x="43434" y="675792"/>
                  </a:lnTo>
                </a:path>
                <a:path w="3907154" h="2590165">
                  <a:moveTo>
                    <a:pt x="8381" y="597319"/>
                  </a:moveTo>
                  <a:lnTo>
                    <a:pt x="43434" y="597319"/>
                  </a:lnTo>
                </a:path>
                <a:path w="3907154" h="2590165">
                  <a:moveTo>
                    <a:pt x="8381" y="511225"/>
                  </a:moveTo>
                  <a:lnTo>
                    <a:pt x="43434" y="511225"/>
                  </a:lnTo>
                </a:path>
                <a:path w="3907154" h="2590165">
                  <a:moveTo>
                    <a:pt x="8381" y="424370"/>
                  </a:moveTo>
                  <a:lnTo>
                    <a:pt x="43434" y="424370"/>
                  </a:lnTo>
                </a:path>
                <a:path w="3907154" h="2590165">
                  <a:moveTo>
                    <a:pt x="8381" y="337515"/>
                  </a:moveTo>
                  <a:lnTo>
                    <a:pt x="43434" y="337515"/>
                  </a:lnTo>
                </a:path>
                <a:path w="3907154" h="2590165">
                  <a:moveTo>
                    <a:pt x="8381" y="251421"/>
                  </a:moveTo>
                  <a:lnTo>
                    <a:pt x="43434" y="251421"/>
                  </a:lnTo>
                </a:path>
                <a:path w="3907154" h="2590165">
                  <a:moveTo>
                    <a:pt x="8381" y="172948"/>
                  </a:moveTo>
                  <a:lnTo>
                    <a:pt x="43434" y="172948"/>
                  </a:lnTo>
                </a:path>
                <a:path w="3907154" h="2590165">
                  <a:moveTo>
                    <a:pt x="8381" y="86855"/>
                  </a:moveTo>
                  <a:lnTo>
                    <a:pt x="43434" y="86855"/>
                  </a:lnTo>
                </a:path>
                <a:path w="3907154" h="2590165">
                  <a:moveTo>
                    <a:pt x="8381" y="0"/>
                  </a:moveTo>
                  <a:lnTo>
                    <a:pt x="43434" y="0"/>
                  </a:lnTo>
                </a:path>
                <a:path w="3907154" h="2590165">
                  <a:moveTo>
                    <a:pt x="0" y="2546184"/>
                  </a:moveTo>
                  <a:lnTo>
                    <a:pt x="43434" y="2546184"/>
                  </a:lnTo>
                </a:path>
                <a:path w="3907154" h="2590165">
                  <a:moveTo>
                    <a:pt x="0" y="2121827"/>
                  </a:moveTo>
                  <a:lnTo>
                    <a:pt x="43434" y="2121827"/>
                  </a:lnTo>
                </a:path>
                <a:path w="3907154" h="2590165">
                  <a:moveTo>
                    <a:pt x="0" y="1697456"/>
                  </a:moveTo>
                  <a:lnTo>
                    <a:pt x="43434" y="1697456"/>
                  </a:lnTo>
                </a:path>
                <a:path w="3907154" h="2590165">
                  <a:moveTo>
                    <a:pt x="0" y="1273098"/>
                  </a:moveTo>
                  <a:lnTo>
                    <a:pt x="43434" y="1273098"/>
                  </a:lnTo>
                </a:path>
                <a:path w="3907154" h="2590165">
                  <a:moveTo>
                    <a:pt x="0" y="848728"/>
                  </a:moveTo>
                  <a:lnTo>
                    <a:pt x="43434" y="848728"/>
                  </a:lnTo>
                </a:path>
                <a:path w="3907154" h="2590165">
                  <a:moveTo>
                    <a:pt x="0" y="424370"/>
                  </a:moveTo>
                  <a:lnTo>
                    <a:pt x="43434" y="424370"/>
                  </a:lnTo>
                </a:path>
                <a:path w="3907154" h="2590165">
                  <a:moveTo>
                    <a:pt x="0" y="0"/>
                  </a:moveTo>
                  <a:lnTo>
                    <a:pt x="43434" y="0"/>
                  </a:lnTo>
                </a:path>
                <a:path w="3907154" h="2590165">
                  <a:moveTo>
                    <a:pt x="43434" y="2546184"/>
                  </a:moveTo>
                  <a:lnTo>
                    <a:pt x="3906888" y="2546184"/>
                  </a:lnTo>
                </a:path>
                <a:path w="3907154" h="2590165">
                  <a:moveTo>
                    <a:pt x="43434" y="2580474"/>
                  </a:moveTo>
                  <a:lnTo>
                    <a:pt x="43434" y="2546184"/>
                  </a:lnTo>
                </a:path>
                <a:path w="3907154" h="2590165">
                  <a:moveTo>
                    <a:pt x="233895" y="2580474"/>
                  </a:moveTo>
                  <a:lnTo>
                    <a:pt x="233895" y="2546184"/>
                  </a:lnTo>
                </a:path>
                <a:path w="3907154" h="2590165">
                  <a:moveTo>
                    <a:pt x="433514" y="2580474"/>
                  </a:moveTo>
                  <a:lnTo>
                    <a:pt x="433514" y="2546184"/>
                  </a:lnTo>
                </a:path>
                <a:path w="3907154" h="2590165">
                  <a:moveTo>
                    <a:pt x="623976" y="2580474"/>
                  </a:moveTo>
                  <a:lnTo>
                    <a:pt x="623976" y="2546184"/>
                  </a:lnTo>
                </a:path>
                <a:path w="3907154" h="2590165">
                  <a:moveTo>
                    <a:pt x="814451" y="2580474"/>
                  </a:moveTo>
                  <a:lnTo>
                    <a:pt x="814451" y="2546184"/>
                  </a:lnTo>
                </a:path>
                <a:path w="3907154" h="2590165">
                  <a:moveTo>
                    <a:pt x="1013294" y="2580474"/>
                  </a:moveTo>
                  <a:lnTo>
                    <a:pt x="1013294" y="2546184"/>
                  </a:lnTo>
                </a:path>
                <a:path w="3907154" h="2590165">
                  <a:moveTo>
                    <a:pt x="1203769" y="2580474"/>
                  </a:moveTo>
                  <a:lnTo>
                    <a:pt x="1203769" y="2546184"/>
                  </a:lnTo>
                </a:path>
                <a:path w="3907154" h="2590165">
                  <a:moveTo>
                    <a:pt x="1394993" y="2580474"/>
                  </a:moveTo>
                  <a:lnTo>
                    <a:pt x="1394993" y="2546184"/>
                  </a:lnTo>
                </a:path>
                <a:path w="3907154" h="2590165">
                  <a:moveTo>
                    <a:pt x="1585455" y="2580474"/>
                  </a:moveTo>
                  <a:lnTo>
                    <a:pt x="1585455" y="2546184"/>
                  </a:lnTo>
                </a:path>
                <a:path w="3907154" h="2590165">
                  <a:moveTo>
                    <a:pt x="1784311" y="2580474"/>
                  </a:moveTo>
                  <a:lnTo>
                    <a:pt x="1784311" y="2546184"/>
                  </a:lnTo>
                </a:path>
                <a:path w="3907154" h="2590165">
                  <a:moveTo>
                    <a:pt x="1974773" y="2580474"/>
                  </a:moveTo>
                  <a:lnTo>
                    <a:pt x="1974773" y="2546184"/>
                  </a:lnTo>
                </a:path>
                <a:path w="3907154" h="2590165">
                  <a:moveTo>
                    <a:pt x="2165248" y="2580474"/>
                  </a:moveTo>
                  <a:lnTo>
                    <a:pt x="2165248" y="2546184"/>
                  </a:lnTo>
                </a:path>
                <a:path w="3907154" h="2590165">
                  <a:moveTo>
                    <a:pt x="2364854" y="2580474"/>
                  </a:moveTo>
                  <a:lnTo>
                    <a:pt x="2364854" y="2546184"/>
                  </a:lnTo>
                </a:path>
                <a:path w="3907154" h="2590165">
                  <a:moveTo>
                    <a:pt x="2555328" y="2580474"/>
                  </a:moveTo>
                  <a:lnTo>
                    <a:pt x="2555328" y="2546184"/>
                  </a:lnTo>
                </a:path>
                <a:path w="3907154" h="2590165">
                  <a:moveTo>
                    <a:pt x="2745790" y="2580474"/>
                  </a:moveTo>
                  <a:lnTo>
                    <a:pt x="2745790" y="2546184"/>
                  </a:lnTo>
                </a:path>
                <a:path w="3907154" h="2590165">
                  <a:moveTo>
                    <a:pt x="2945409" y="2580474"/>
                  </a:moveTo>
                  <a:lnTo>
                    <a:pt x="2945409" y="2546184"/>
                  </a:lnTo>
                </a:path>
                <a:path w="3907154" h="2590165">
                  <a:moveTo>
                    <a:pt x="3135871" y="2580474"/>
                  </a:moveTo>
                  <a:lnTo>
                    <a:pt x="3135871" y="2546184"/>
                  </a:lnTo>
                </a:path>
                <a:path w="3907154" h="2590165">
                  <a:moveTo>
                    <a:pt x="3326345" y="2580474"/>
                  </a:moveTo>
                  <a:lnTo>
                    <a:pt x="3326345" y="2546184"/>
                  </a:lnTo>
                </a:path>
                <a:path w="3907154" h="2590165">
                  <a:moveTo>
                    <a:pt x="3516807" y="2580474"/>
                  </a:moveTo>
                  <a:lnTo>
                    <a:pt x="3516807" y="2546184"/>
                  </a:lnTo>
                </a:path>
                <a:path w="3907154" h="2590165">
                  <a:moveTo>
                    <a:pt x="3715664" y="2580474"/>
                  </a:moveTo>
                  <a:lnTo>
                    <a:pt x="3715664" y="2546184"/>
                  </a:lnTo>
                </a:path>
                <a:path w="3907154" h="2590165">
                  <a:moveTo>
                    <a:pt x="3906888" y="2580474"/>
                  </a:moveTo>
                  <a:lnTo>
                    <a:pt x="3906888" y="2546184"/>
                  </a:lnTo>
                </a:path>
                <a:path w="3907154" h="2590165">
                  <a:moveTo>
                    <a:pt x="43434" y="2589606"/>
                  </a:moveTo>
                  <a:lnTo>
                    <a:pt x="43434" y="2546184"/>
                  </a:lnTo>
                </a:path>
                <a:path w="3907154" h="2590165">
                  <a:moveTo>
                    <a:pt x="1013294" y="2589606"/>
                  </a:moveTo>
                  <a:lnTo>
                    <a:pt x="1013294" y="2546184"/>
                  </a:lnTo>
                </a:path>
                <a:path w="3907154" h="2590165">
                  <a:moveTo>
                    <a:pt x="1974773" y="2589606"/>
                  </a:moveTo>
                  <a:lnTo>
                    <a:pt x="1974773" y="2546184"/>
                  </a:lnTo>
                </a:path>
                <a:path w="3907154" h="2590165">
                  <a:moveTo>
                    <a:pt x="2945409" y="2589606"/>
                  </a:moveTo>
                  <a:lnTo>
                    <a:pt x="2945409" y="2546184"/>
                  </a:lnTo>
                </a:path>
                <a:path w="3907154" h="2590165">
                  <a:moveTo>
                    <a:pt x="3906888" y="2589606"/>
                  </a:moveTo>
                  <a:lnTo>
                    <a:pt x="3906888" y="2546184"/>
                  </a:lnTo>
                </a:path>
              </a:pathLst>
            </a:custGeom>
            <a:ln w="86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1983" y="1745386"/>
              <a:ext cx="3846195" cy="2364105"/>
            </a:xfrm>
            <a:custGeom>
              <a:avLst/>
              <a:gdLst/>
              <a:ahLst/>
              <a:cxnLst/>
              <a:rect l="l" t="t" r="r" b="b"/>
              <a:pathLst>
                <a:path w="3846195" h="2364104">
                  <a:moveTo>
                    <a:pt x="0" y="2277237"/>
                  </a:moveTo>
                  <a:lnTo>
                    <a:pt x="25895" y="2277237"/>
                  </a:lnTo>
                  <a:lnTo>
                    <a:pt x="35039" y="2303132"/>
                  </a:lnTo>
                  <a:lnTo>
                    <a:pt x="69329" y="2303132"/>
                  </a:lnTo>
                  <a:lnTo>
                    <a:pt x="78473" y="2337422"/>
                  </a:lnTo>
                  <a:lnTo>
                    <a:pt x="173697" y="2337422"/>
                  </a:lnTo>
                  <a:lnTo>
                    <a:pt x="173697" y="2303132"/>
                  </a:lnTo>
                  <a:lnTo>
                    <a:pt x="217131" y="2303132"/>
                  </a:lnTo>
                  <a:lnTo>
                    <a:pt x="225513" y="2337422"/>
                  </a:lnTo>
                  <a:lnTo>
                    <a:pt x="285699" y="2337422"/>
                  </a:lnTo>
                  <a:lnTo>
                    <a:pt x="285699" y="2303132"/>
                  </a:lnTo>
                  <a:lnTo>
                    <a:pt x="312369" y="2303132"/>
                  </a:lnTo>
                  <a:lnTo>
                    <a:pt x="320738" y="2277237"/>
                  </a:lnTo>
                  <a:lnTo>
                    <a:pt x="364172" y="2277237"/>
                  </a:lnTo>
                  <a:lnTo>
                    <a:pt x="372554" y="2364092"/>
                  </a:lnTo>
                  <a:lnTo>
                    <a:pt x="390080" y="2364092"/>
                  </a:lnTo>
                  <a:lnTo>
                    <a:pt x="398449" y="2337422"/>
                  </a:lnTo>
                  <a:lnTo>
                    <a:pt x="606450" y="2337422"/>
                  </a:lnTo>
                  <a:lnTo>
                    <a:pt x="615594" y="2303132"/>
                  </a:lnTo>
                  <a:lnTo>
                    <a:pt x="693305" y="2303132"/>
                  </a:lnTo>
                  <a:lnTo>
                    <a:pt x="701674" y="2277237"/>
                  </a:lnTo>
                  <a:lnTo>
                    <a:pt x="796912" y="2277237"/>
                  </a:lnTo>
                  <a:lnTo>
                    <a:pt x="806056" y="2303132"/>
                  </a:lnTo>
                  <a:lnTo>
                    <a:pt x="814438" y="2303132"/>
                  </a:lnTo>
                  <a:lnTo>
                    <a:pt x="822820" y="2086762"/>
                  </a:lnTo>
                  <a:lnTo>
                    <a:pt x="831964" y="2060867"/>
                  </a:lnTo>
                  <a:lnTo>
                    <a:pt x="840346" y="2060867"/>
                  </a:lnTo>
                  <a:lnTo>
                    <a:pt x="848715" y="2034959"/>
                  </a:lnTo>
                  <a:lnTo>
                    <a:pt x="857859" y="2034959"/>
                  </a:lnTo>
                  <a:lnTo>
                    <a:pt x="866241" y="2009051"/>
                  </a:lnTo>
                  <a:lnTo>
                    <a:pt x="875385" y="1982393"/>
                  </a:lnTo>
                  <a:lnTo>
                    <a:pt x="883767" y="1956485"/>
                  </a:lnTo>
                  <a:lnTo>
                    <a:pt x="901293" y="1956485"/>
                  </a:lnTo>
                  <a:lnTo>
                    <a:pt x="909675" y="1930577"/>
                  </a:lnTo>
                  <a:lnTo>
                    <a:pt x="927188" y="1930577"/>
                  </a:lnTo>
                  <a:lnTo>
                    <a:pt x="935570" y="1896300"/>
                  </a:lnTo>
                  <a:lnTo>
                    <a:pt x="944714" y="1844484"/>
                  </a:lnTo>
                  <a:lnTo>
                    <a:pt x="1013282" y="1844484"/>
                  </a:lnTo>
                  <a:lnTo>
                    <a:pt x="1022426" y="1333271"/>
                  </a:lnTo>
                  <a:lnTo>
                    <a:pt x="1030808" y="1107757"/>
                  </a:lnTo>
                  <a:lnTo>
                    <a:pt x="1039952" y="1107757"/>
                  </a:lnTo>
                  <a:lnTo>
                    <a:pt x="1048334" y="1081849"/>
                  </a:lnTo>
                  <a:lnTo>
                    <a:pt x="1109281" y="1081849"/>
                  </a:lnTo>
                  <a:lnTo>
                    <a:pt x="1117663" y="1004150"/>
                  </a:lnTo>
                  <a:lnTo>
                    <a:pt x="1126045" y="952334"/>
                  </a:lnTo>
                  <a:lnTo>
                    <a:pt x="1204518" y="952334"/>
                  </a:lnTo>
                  <a:lnTo>
                    <a:pt x="1212900" y="839584"/>
                  </a:lnTo>
                  <a:lnTo>
                    <a:pt x="1221282" y="623201"/>
                  </a:lnTo>
                  <a:lnTo>
                    <a:pt x="1273848" y="623201"/>
                  </a:lnTo>
                  <a:lnTo>
                    <a:pt x="1282230" y="571398"/>
                  </a:lnTo>
                  <a:lnTo>
                    <a:pt x="1369085" y="571398"/>
                  </a:lnTo>
                  <a:lnTo>
                    <a:pt x="1377467" y="597306"/>
                  </a:lnTo>
                  <a:lnTo>
                    <a:pt x="1394980" y="597306"/>
                  </a:lnTo>
                  <a:lnTo>
                    <a:pt x="1403362" y="545503"/>
                  </a:lnTo>
                  <a:lnTo>
                    <a:pt x="1411744" y="329120"/>
                  </a:lnTo>
                  <a:lnTo>
                    <a:pt x="1420888" y="268173"/>
                  </a:lnTo>
                  <a:lnTo>
                    <a:pt x="1429270" y="268173"/>
                  </a:lnTo>
                  <a:lnTo>
                    <a:pt x="1438414" y="242277"/>
                  </a:lnTo>
                  <a:lnTo>
                    <a:pt x="1455178" y="242277"/>
                  </a:lnTo>
                  <a:lnTo>
                    <a:pt x="1464309" y="216369"/>
                  </a:lnTo>
                  <a:lnTo>
                    <a:pt x="1472691" y="216369"/>
                  </a:lnTo>
                  <a:lnTo>
                    <a:pt x="1481073" y="190461"/>
                  </a:lnTo>
                  <a:lnTo>
                    <a:pt x="1490217" y="190461"/>
                  </a:lnTo>
                  <a:lnTo>
                    <a:pt x="1498599" y="137896"/>
                  </a:lnTo>
                  <a:lnTo>
                    <a:pt x="1516125" y="137896"/>
                  </a:lnTo>
                  <a:lnTo>
                    <a:pt x="1524507" y="51803"/>
                  </a:lnTo>
                  <a:lnTo>
                    <a:pt x="1533639" y="25895"/>
                  </a:lnTo>
                  <a:lnTo>
                    <a:pt x="1542021" y="0"/>
                  </a:lnTo>
                  <a:lnTo>
                    <a:pt x="1619732" y="0"/>
                  </a:lnTo>
                  <a:lnTo>
                    <a:pt x="1628876" y="0"/>
                  </a:lnTo>
                  <a:lnTo>
                    <a:pt x="1628876" y="164566"/>
                  </a:lnTo>
                  <a:lnTo>
                    <a:pt x="1672310" y="164566"/>
                  </a:lnTo>
                  <a:lnTo>
                    <a:pt x="1680692" y="190461"/>
                  </a:lnTo>
                  <a:lnTo>
                    <a:pt x="1689061" y="164566"/>
                  </a:lnTo>
                  <a:lnTo>
                    <a:pt x="1767535" y="164566"/>
                  </a:lnTo>
                  <a:lnTo>
                    <a:pt x="1775917" y="380936"/>
                  </a:lnTo>
                  <a:lnTo>
                    <a:pt x="1827733" y="380936"/>
                  </a:lnTo>
                  <a:lnTo>
                    <a:pt x="1836877" y="484543"/>
                  </a:lnTo>
                  <a:lnTo>
                    <a:pt x="1871154" y="484543"/>
                  </a:lnTo>
                  <a:lnTo>
                    <a:pt x="1879536" y="545503"/>
                  </a:lnTo>
                  <a:lnTo>
                    <a:pt x="1983917" y="545503"/>
                  </a:lnTo>
                  <a:lnTo>
                    <a:pt x="1992287" y="761873"/>
                  </a:lnTo>
                  <a:lnTo>
                    <a:pt x="2027339" y="761873"/>
                  </a:lnTo>
                  <a:lnTo>
                    <a:pt x="2035721" y="1004150"/>
                  </a:lnTo>
                  <a:lnTo>
                    <a:pt x="2079142" y="1004150"/>
                  </a:lnTo>
                  <a:lnTo>
                    <a:pt x="2087524" y="1030046"/>
                  </a:lnTo>
                  <a:lnTo>
                    <a:pt x="2096668" y="787768"/>
                  </a:lnTo>
                  <a:lnTo>
                    <a:pt x="2105050" y="761873"/>
                  </a:lnTo>
                  <a:lnTo>
                    <a:pt x="2130958" y="761873"/>
                  </a:lnTo>
                  <a:lnTo>
                    <a:pt x="2139340" y="675017"/>
                  </a:lnTo>
                  <a:lnTo>
                    <a:pt x="2148471" y="649109"/>
                  </a:lnTo>
                  <a:lnTo>
                    <a:pt x="2156853" y="649109"/>
                  </a:lnTo>
                  <a:lnTo>
                    <a:pt x="2165997" y="623201"/>
                  </a:lnTo>
                  <a:lnTo>
                    <a:pt x="2235327" y="623201"/>
                  </a:lnTo>
                  <a:lnTo>
                    <a:pt x="2243708" y="597306"/>
                  </a:lnTo>
                  <a:lnTo>
                    <a:pt x="2252091" y="597306"/>
                  </a:lnTo>
                  <a:lnTo>
                    <a:pt x="2261235" y="571398"/>
                  </a:lnTo>
                  <a:lnTo>
                    <a:pt x="2269616" y="545503"/>
                  </a:lnTo>
                  <a:lnTo>
                    <a:pt x="2277999" y="510451"/>
                  </a:lnTo>
                  <a:lnTo>
                    <a:pt x="2338946" y="510451"/>
                  </a:lnTo>
                  <a:lnTo>
                    <a:pt x="2347328" y="761873"/>
                  </a:lnTo>
                  <a:lnTo>
                    <a:pt x="2382367" y="761873"/>
                  </a:lnTo>
                  <a:lnTo>
                    <a:pt x="2390749" y="839584"/>
                  </a:lnTo>
                  <a:lnTo>
                    <a:pt x="2434183" y="839584"/>
                  </a:lnTo>
                  <a:lnTo>
                    <a:pt x="2442565" y="926439"/>
                  </a:lnTo>
                  <a:lnTo>
                    <a:pt x="2485986" y="926439"/>
                  </a:lnTo>
                  <a:lnTo>
                    <a:pt x="2495130" y="952334"/>
                  </a:lnTo>
                  <a:lnTo>
                    <a:pt x="2537790" y="952334"/>
                  </a:lnTo>
                  <a:lnTo>
                    <a:pt x="2546934" y="978242"/>
                  </a:lnTo>
                  <a:lnTo>
                    <a:pt x="2642171" y="978242"/>
                  </a:lnTo>
                  <a:lnTo>
                    <a:pt x="2650553" y="1055954"/>
                  </a:lnTo>
                  <a:lnTo>
                    <a:pt x="2659697" y="1055954"/>
                  </a:lnTo>
                  <a:lnTo>
                    <a:pt x="2668079" y="510451"/>
                  </a:lnTo>
                  <a:lnTo>
                    <a:pt x="2737408" y="510451"/>
                  </a:lnTo>
                  <a:lnTo>
                    <a:pt x="2745790" y="1220520"/>
                  </a:lnTo>
                  <a:lnTo>
                    <a:pt x="2798356" y="1220520"/>
                  </a:lnTo>
                  <a:lnTo>
                    <a:pt x="2806738" y="1489456"/>
                  </a:lnTo>
                  <a:lnTo>
                    <a:pt x="2841015" y="1489456"/>
                  </a:lnTo>
                  <a:lnTo>
                    <a:pt x="2850159" y="1705825"/>
                  </a:lnTo>
                  <a:lnTo>
                    <a:pt x="2893593" y="1705825"/>
                  </a:lnTo>
                  <a:lnTo>
                    <a:pt x="2901975" y="1896300"/>
                  </a:lnTo>
                  <a:lnTo>
                    <a:pt x="2945396" y="1896300"/>
                  </a:lnTo>
                  <a:lnTo>
                    <a:pt x="2953778" y="2009051"/>
                  </a:lnTo>
                  <a:lnTo>
                    <a:pt x="2988817" y="2009051"/>
                  </a:lnTo>
                  <a:lnTo>
                    <a:pt x="2997200" y="2086762"/>
                  </a:lnTo>
                  <a:lnTo>
                    <a:pt x="3040633" y="2086762"/>
                  </a:lnTo>
                  <a:lnTo>
                    <a:pt x="3049016" y="2172855"/>
                  </a:lnTo>
                  <a:lnTo>
                    <a:pt x="3084055" y="2172855"/>
                  </a:lnTo>
                  <a:lnTo>
                    <a:pt x="3092437" y="2199525"/>
                  </a:lnTo>
                  <a:lnTo>
                    <a:pt x="3135858" y="2199525"/>
                  </a:lnTo>
                  <a:lnTo>
                    <a:pt x="3144240" y="2225421"/>
                  </a:lnTo>
                  <a:lnTo>
                    <a:pt x="3187674" y="2225421"/>
                  </a:lnTo>
                  <a:lnTo>
                    <a:pt x="3196818" y="2277237"/>
                  </a:lnTo>
                  <a:lnTo>
                    <a:pt x="3231095" y="2277237"/>
                  </a:lnTo>
                  <a:lnTo>
                    <a:pt x="3239477" y="2303132"/>
                  </a:lnTo>
                  <a:lnTo>
                    <a:pt x="3265385" y="2303132"/>
                  </a:lnTo>
                  <a:lnTo>
                    <a:pt x="3274529" y="2277237"/>
                  </a:lnTo>
                  <a:lnTo>
                    <a:pt x="3326333" y="2277237"/>
                  </a:lnTo>
                  <a:lnTo>
                    <a:pt x="3334715" y="2303132"/>
                  </a:lnTo>
                  <a:lnTo>
                    <a:pt x="3378136" y="2303132"/>
                  </a:lnTo>
                  <a:lnTo>
                    <a:pt x="3387280" y="2337422"/>
                  </a:lnTo>
                  <a:lnTo>
                    <a:pt x="3629558" y="2337422"/>
                  </a:lnTo>
                  <a:lnTo>
                    <a:pt x="3637940" y="2364092"/>
                  </a:lnTo>
                  <a:lnTo>
                    <a:pt x="3707269" y="2364092"/>
                  </a:lnTo>
                  <a:lnTo>
                    <a:pt x="3716413" y="1870392"/>
                  </a:lnTo>
                  <a:lnTo>
                    <a:pt x="3776599" y="1870392"/>
                  </a:lnTo>
                  <a:lnTo>
                    <a:pt x="3785742" y="1930577"/>
                  </a:lnTo>
                  <a:lnTo>
                    <a:pt x="3828402" y="1930577"/>
                  </a:lnTo>
                  <a:lnTo>
                    <a:pt x="3837546" y="1956485"/>
                  </a:lnTo>
                  <a:lnTo>
                    <a:pt x="3845928" y="1956485"/>
                  </a:lnTo>
                </a:path>
              </a:pathLst>
            </a:custGeom>
            <a:ln w="17322">
              <a:solidFill>
                <a:srgbClr val="6396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1983" y="2039467"/>
              <a:ext cx="3846195" cy="2122170"/>
            </a:xfrm>
            <a:custGeom>
              <a:avLst/>
              <a:gdLst/>
              <a:ahLst/>
              <a:cxnLst/>
              <a:rect l="l" t="t" r="r" b="b"/>
              <a:pathLst>
                <a:path w="3846195" h="2122170">
                  <a:moveTo>
                    <a:pt x="0" y="2121814"/>
                  </a:moveTo>
                  <a:lnTo>
                    <a:pt x="814438" y="2121814"/>
                  </a:lnTo>
                  <a:lnTo>
                    <a:pt x="822820" y="1697456"/>
                  </a:lnTo>
                  <a:lnTo>
                    <a:pt x="1013282" y="1697456"/>
                  </a:lnTo>
                  <a:lnTo>
                    <a:pt x="1022426" y="848728"/>
                  </a:lnTo>
                  <a:lnTo>
                    <a:pt x="1195374" y="848728"/>
                  </a:lnTo>
                  <a:lnTo>
                    <a:pt x="1204518" y="424357"/>
                  </a:lnTo>
                  <a:lnTo>
                    <a:pt x="1394980" y="424357"/>
                  </a:lnTo>
                  <a:lnTo>
                    <a:pt x="1394980" y="0"/>
                  </a:lnTo>
                  <a:lnTo>
                    <a:pt x="1619732" y="0"/>
                  </a:lnTo>
                  <a:lnTo>
                    <a:pt x="1689061" y="0"/>
                  </a:lnTo>
                  <a:lnTo>
                    <a:pt x="1698205" y="424357"/>
                  </a:lnTo>
                  <a:lnTo>
                    <a:pt x="1871154" y="424357"/>
                  </a:lnTo>
                  <a:lnTo>
                    <a:pt x="1879536" y="1273086"/>
                  </a:lnTo>
                  <a:lnTo>
                    <a:pt x="2070760" y="1273086"/>
                  </a:lnTo>
                  <a:lnTo>
                    <a:pt x="2079142" y="424357"/>
                  </a:lnTo>
                  <a:lnTo>
                    <a:pt x="2261235" y="424357"/>
                  </a:lnTo>
                  <a:lnTo>
                    <a:pt x="2269616" y="848728"/>
                  </a:lnTo>
                  <a:lnTo>
                    <a:pt x="2650553" y="848728"/>
                  </a:lnTo>
                  <a:lnTo>
                    <a:pt x="2659697" y="2121814"/>
                  </a:lnTo>
                  <a:lnTo>
                    <a:pt x="3231095" y="2121814"/>
                  </a:lnTo>
                  <a:lnTo>
                    <a:pt x="3698887" y="2121814"/>
                  </a:lnTo>
                  <a:lnTo>
                    <a:pt x="3707269" y="1697456"/>
                  </a:lnTo>
                  <a:lnTo>
                    <a:pt x="3845928" y="1697456"/>
                  </a:lnTo>
                </a:path>
              </a:pathLst>
            </a:custGeom>
            <a:ln w="173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30429" y="4019356"/>
            <a:ext cx="259079" cy="44195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b="1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  <a:spcBef>
                <a:spcPts val="315"/>
              </a:spcBef>
            </a:pPr>
            <a:r>
              <a:rPr sz="1100" b="1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2724" y="3636709"/>
            <a:ext cx="180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50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020" y="3212344"/>
            <a:ext cx="25907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100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5020" y="2787977"/>
            <a:ext cx="25907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150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020" y="2363610"/>
            <a:ext cx="25907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200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5020" y="1939244"/>
            <a:ext cx="25907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250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5020" y="1514879"/>
            <a:ext cx="25907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300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3052" y="4269056"/>
            <a:ext cx="180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10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74492" y="4269056"/>
            <a:ext cx="180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45079" y="4269056"/>
            <a:ext cx="180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30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06521" y="4269056"/>
            <a:ext cx="180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40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00906" y="893658"/>
            <a:ext cx="3241040" cy="452437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9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Experiment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9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Single</a:t>
            </a:r>
            <a:r>
              <a:rPr sz="16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Windows</a:t>
            </a:r>
            <a:r>
              <a:rPr sz="16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010000"/>
                </a:solidFill>
                <a:latin typeface="Arial"/>
                <a:cs typeface="Arial"/>
              </a:rPr>
              <a:t>VM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Memory</a:t>
            </a:r>
            <a:r>
              <a:rPr sz="1600" spc="-55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"toucher"</a:t>
            </a:r>
            <a:r>
              <a:rPr sz="1600" spc="-55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C50000"/>
                </a:solidFill>
                <a:latin typeface="Arial"/>
                <a:cs typeface="Arial"/>
              </a:rPr>
              <a:t>app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6396C9"/>
                </a:solidFill>
                <a:latin typeface="Arial"/>
                <a:cs typeface="Arial"/>
              </a:rPr>
              <a:t>Active</a:t>
            </a:r>
            <a:r>
              <a:rPr sz="1600" spc="-5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6396C9"/>
                </a:solidFill>
                <a:latin typeface="Arial"/>
                <a:cs typeface="Arial"/>
              </a:rPr>
              <a:t>memory</a:t>
            </a:r>
            <a:r>
              <a:rPr sz="1600" spc="-5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6396C9"/>
                </a:solidFill>
                <a:latin typeface="Arial"/>
                <a:cs typeface="Arial"/>
              </a:rPr>
              <a:t>estimate</a:t>
            </a:r>
            <a:endParaRPr sz="16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3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latin typeface="Arial"/>
                <a:cs typeface="Arial"/>
              </a:rPr>
              <a:t>Statistical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rial"/>
                <a:cs typeface="Arial"/>
              </a:rPr>
              <a:t>sampling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0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latin typeface="Arial"/>
                <a:cs typeface="Arial"/>
              </a:rPr>
              <a:t>Small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random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subset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"/>
                <a:cs typeface="Arial"/>
              </a:rPr>
              <a:t>pages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latin typeface="Arial"/>
                <a:cs typeface="Arial"/>
              </a:rPr>
              <a:t>Software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access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bits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rial"/>
                <a:cs typeface="Arial"/>
              </a:rPr>
              <a:t>[Joy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Arial"/>
                <a:cs typeface="Arial"/>
              </a:rPr>
              <a:t>'81]</a:t>
            </a:r>
            <a:endParaRPr sz="14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latin typeface="Arial"/>
                <a:cs typeface="Arial"/>
              </a:rPr>
              <a:t>Moving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averages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rial"/>
                <a:cs typeface="Arial"/>
              </a:rPr>
              <a:t>[Kim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Arial"/>
                <a:cs typeface="Arial"/>
              </a:rPr>
              <a:t>'01]</a:t>
            </a:r>
            <a:endParaRPr sz="14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2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latin typeface="Arial"/>
                <a:cs typeface="Arial"/>
              </a:rPr>
              <a:t>Behavior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1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latin typeface="Arial"/>
                <a:cs typeface="Arial"/>
              </a:rPr>
              <a:t>Rapid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response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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"/>
                <a:cs typeface="Arial"/>
              </a:rPr>
              <a:t>usage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latin typeface="Arial"/>
                <a:cs typeface="Arial"/>
              </a:rPr>
              <a:t>Gradual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response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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"/>
                <a:cs typeface="Arial"/>
              </a:rPr>
              <a:t>usage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5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latin typeface="Arial"/>
                <a:cs typeface="Arial"/>
              </a:rPr>
              <a:t>Windows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"zero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page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"/>
                <a:cs typeface="Arial"/>
              </a:rPr>
              <a:t>thread"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2777" y="1830964"/>
            <a:ext cx="3600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25" dirty="0">
                <a:latin typeface="Arial"/>
                <a:cs typeface="Arial"/>
              </a:rPr>
              <a:t>ZPT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30434" y="2078697"/>
            <a:ext cx="243840" cy="200025"/>
            <a:chOff x="3930434" y="2078697"/>
            <a:chExt cx="243840" cy="200025"/>
          </a:xfrm>
        </p:grpSpPr>
        <p:sp>
          <p:nvSpPr>
            <p:cNvPr id="21" name="object 21"/>
            <p:cNvSpPr/>
            <p:nvPr/>
          </p:nvSpPr>
          <p:spPr>
            <a:xfrm>
              <a:off x="3989857" y="2088222"/>
              <a:ext cx="174625" cy="142240"/>
            </a:xfrm>
            <a:custGeom>
              <a:avLst/>
              <a:gdLst/>
              <a:ahLst/>
              <a:cxnLst/>
              <a:rect l="l" t="t" r="r" b="b"/>
              <a:pathLst>
                <a:path w="174625" h="142239">
                  <a:moveTo>
                    <a:pt x="174472" y="0"/>
                  </a:moveTo>
                  <a:lnTo>
                    <a:pt x="0" y="14170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30434" y="2181174"/>
              <a:ext cx="100965" cy="97790"/>
            </a:xfrm>
            <a:custGeom>
              <a:avLst/>
              <a:gdLst/>
              <a:ahLst/>
              <a:cxnLst/>
              <a:rect l="l" t="t" r="r" b="b"/>
              <a:pathLst>
                <a:path w="100964" h="97789">
                  <a:moveTo>
                    <a:pt x="100571" y="95999"/>
                  </a:moveTo>
                  <a:lnTo>
                    <a:pt x="22098" y="0"/>
                  </a:lnTo>
                  <a:lnTo>
                    <a:pt x="0" y="97523"/>
                  </a:lnTo>
                  <a:lnTo>
                    <a:pt x="100571" y="95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05984" y="4594276"/>
            <a:ext cx="10560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Time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(min)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4" name="object 24"/>
          <p:cNvSpPr txBox="1"/>
          <p:nvPr/>
        </p:nvSpPr>
        <p:spPr>
          <a:xfrm>
            <a:off x="376771" y="2279786"/>
            <a:ext cx="252729" cy="13157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dirty="0">
                <a:latin typeface="Arial"/>
                <a:cs typeface="Arial"/>
              </a:rPr>
              <a:t>Memory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Arial"/>
                <a:cs typeface="Arial"/>
              </a:rPr>
              <a:t>(MB)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Idle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dirty="0"/>
              <a:t>Memory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dirty="0"/>
              <a:t>Tax: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25" dirty="0"/>
              <a:t>0%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11373" y="1331893"/>
            <a:ext cx="3836035" cy="2839085"/>
            <a:chOff x="1211373" y="1331893"/>
            <a:chExt cx="3836035" cy="2839085"/>
          </a:xfrm>
        </p:grpSpPr>
        <p:sp>
          <p:nvSpPr>
            <p:cNvPr id="4" name="object 4"/>
            <p:cNvSpPr/>
            <p:nvPr/>
          </p:nvSpPr>
          <p:spPr>
            <a:xfrm>
              <a:off x="1215818" y="1336338"/>
              <a:ext cx="3827145" cy="2830195"/>
            </a:xfrm>
            <a:custGeom>
              <a:avLst/>
              <a:gdLst/>
              <a:ahLst/>
              <a:cxnLst/>
              <a:rect l="l" t="t" r="r" b="b"/>
              <a:pathLst>
                <a:path w="3827145" h="2830195">
                  <a:moveTo>
                    <a:pt x="52574" y="0"/>
                  </a:moveTo>
                  <a:lnTo>
                    <a:pt x="3826750" y="0"/>
                  </a:lnTo>
                  <a:lnTo>
                    <a:pt x="3826750" y="2778682"/>
                  </a:lnTo>
                  <a:lnTo>
                    <a:pt x="52574" y="2778682"/>
                  </a:lnTo>
                  <a:lnTo>
                    <a:pt x="52574" y="0"/>
                  </a:lnTo>
                  <a:lnTo>
                    <a:pt x="52574" y="2778682"/>
                  </a:lnTo>
                </a:path>
                <a:path w="3827145" h="2830195">
                  <a:moveTo>
                    <a:pt x="17524" y="2778682"/>
                  </a:moveTo>
                  <a:lnTo>
                    <a:pt x="52574" y="2778682"/>
                  </a:lnTo>
                </a:path>
                <a:path w="3827145" h="2830195">
                  <a:moveTo>
                    <a:pt x="17524" y="2685726"/>
                  </a:moveTo>
                  <a:lnTo>
                    <a:pt x="52574" y="2685726"/>
                  </a:lnTo>
                </a:path>
                <a:path w="3827145" h="2830195">
                  <a:moveTo>
                    <a:pt x="17524" y="2592007"/>
                  </a:moveTo>
                  <a:lnTo>
                    <a:pt x="52574" y="2592007"/>
                  </a:lnTo>
                </a:path>
                <a:path w="3827145" h="2830195">
                  <a:moveTo>
                    <a:pt x="17524" y="2498300"/>
                  </a:moveTo>
                  <a:lnTo>
                    <a:pt x="52574" y="2498300"/>
                  </a:lnTo>
                </a:path>
                <a:path w="3827145" h="2830195">
                  <a:moveTo>
                    <a:pt x="17524" y="2405344"/>
                  </a:moveTo>
                  <a:lnTo>
                    <a:pt x="52574" y="2405344"/>
                  </a:lnTo>
                </a:path>
                <a:path w="3827145" h="2830195">
                  <a:moveTo>
                    <a:pt x="17524" y="2320004"/>
                  </a:moveTo>
                  <a:lnTo>
                    <a:pt x="52574" y="2320004"/>
                  </a:lnTo>
                </a:path>
                <a:path w="3827145" h="2830195">
                  <a:moveTo>
                    <a:pt x="17524" y="2226297"/>
                  </a:moveTo>
                  <a:lnTo>
                    <a:pt x="52574" y="2226297"/>
                  </a:lnTo>
                </a:path>
                <a:path w="3827145" h="2830195">
                  <a:moveTo>
                    <a:pt x="17524" y="2133342"/>
                  </a:moveTo>
                  <a:lnTo>
                    <a:pt x="52574" y="2133342"/>
                  </a:lnTo>
                </a:path>
                <a:path w="3827145" h="2830195">
                  <a:moveTo>
                    <a:pt x="17524" y="2039622"/>
                  </a:moveTo>
                  <a:lnTo>
                    <a:pt x="52574" y="2039622"/>
                  </a:lnTo>
                </a:path>
                <a:path w="3827145" h="2830195">
                  <a:moveTo>
                    <a:pt x="17524" y="1945915"/>
                  </a:moveTo>
                  <a:lnTo>
                    <a:pt x="52574" y="1945915"/>
                  </a:lnTo>
                </a:path>
                <a:path w="3827145" h="2830195">
                  <a:moveTo>
                    <a:pt x="17524" y="1852960"/>
                  </a:moveTo>
                  <a:lnTo>
                    <a:pt x="52574" y="1852960"/>
                  </a:lnTo>
                </a:path>
                <a:path w="3827145" h="2830195">
                  <a:moveTo>
                    <a:pt x="17524" y="1759240"/>
                  </a:moveTo>
                  <a:lnTo>
                    <a:pt x="52574" y="1759240"/>
                  </a:lnTo>
                </a:path>
                <a:path w="3827145" h="2830195">
                  <a:moveTo>
                    <a:pt x="17524" y="1665533"/>
                  </a:moveTo>
                  <a:lnTo>
                    <a:pt x="52574" y="1665533"/>
                  </a:lnTo>
                </a:path>
                <a:path w="3827145" h="2830195">
                  <a:moveTo>
                    <a:pt x="17524" y="1572577"/>
                  </a:moveTo>
                  <a:lnTo>
                    <a:pt x="52574" y="1572577"/>
                  </a:lnTo>
                </a:path>
                <a:path w="3827145" h="2830195">
                  <a:moveTo>
                    <a:pt x="17524" y="1478858"/>
                  </a:moveTo>
                  <a:lnTo>
                    <a:pt x="52574" y="1478858"/>
                  </a:lnTo>
                </a:path>
                <a:path w="3827145" h="2830195">
                  <a:moveTo>
                    <a:pt x="17524" y="1385151"/>
                  </a:moveTo>
                  <a:lnTo>
                    <a:pt x="52574" y="1385151"/>
                  </a:lnTo>
                </a:path>
                <a:path w="3827145" h="2830195">
                  <a:moveTo>
                    <a:pt x="17524" y="1300575"/>
                  </a:moveTo>
                  <a:lnTo>
                    <a:pt x="52574" y="1300575"/>
                  </a:lnTo>
                </a:path>
                <a:path w="3827145" h="2830195">
                  <a:moveTo>
                    <a:pt x="17524" y="1206856"/>
                  </a:moveTo>
                  <a:lnTo>
                    <a:pt x="52574" y="1206856"/>
                  </a:lnTo>
                </a:path>
                <a:path w="3827145" h="2830195">
                  <a:moveTo>
                    <a:pt x="17524" y="1113148"/>
                  </a:moveTo>
                  <a:lnTo>
                    <a:pt x="52574" y="1113148"/>
                  </a:lnTo>
                </a:path>
                <a:path w="3827145" h="2830195">
                  <a:moveTo>
                    <a:pt x="17524" y="1020193"/>
                  </a:moveTo>
                  <a:lnTo>
                    <a:pt x="52574" y="1020193"/>
                  </a:lnTo>
                </a:path>
                <a:path w="3827145" h="2830195">
                  <a:moveTo>
                    <a:pt x="17524" y="926473"/>
                  </a:moveTo>
                  <a:lnTo>
                    <a:pt x="52574" y="926473"/>
                  </a:lnTo>
                </a:path>
                <a:path w="3827145" h="2830195">
                  <a:moveTo>
                    <a:pt x="17524" y="832766"/>
                  </a:moveTo>
                  <a:lnTo>
                    <a:pt x="52574" y="832766"/>
                  </a:lnTo>
                </a:path>
                <a:path w="3827145" h="2830195">
                  <a:moveTo>
                    <a:pt x="17524" y="739811"/>
                  </a:moveTo>
                  <a:lnTo>
                    <a:pt x="52574" y="739811"/>
                  </a:lnTo>
                </a:path>
                <a:path w="3827145" h="2830195">
                  <a:moveTo>
                    <a:pt x="17524" y="646091"/>
                  </a:moveTo>
                  <a:lnTo>
                    <a:pt x="52574" y="646091"/>
                  </a:lnTo>
                </a:path>
                <a:path w="3827145" h="2830195">
                  <a:moveTo>
                    <a:pt x="17524" y="552384"/>
                  </a:moveTo>
                  <a:lnTo>
                    <a:pt x="52574" y="552384"/>
                  </a:lnTo>
                </a:path>
                <a:path w="3827145" h="2830195">
                  <a:moveTo>
                    <a:pt x="17524" y="458664"/>
                  </a:moveTo>
                  <a:lnTo>
                    <a:pt x="52574" y="458664"/>
                  </a:lnTo>
                </a:path>
                <a:path w="3827145" h="2830195">
                  <a:moveTo>
                    <a:pt x="17524" y="374101"/>
                  </a:moveTo>
                  <a:lnTo>
                    <a:pt x="52574" y="374101"/>
                  </a:lnTo>
                </a:path>
                <a:path w="3827145" h="2830195">
                  <a:moveTo>
                    <a:pt x="17524" y="280382"/>
                  </a:moveTo>
                  <a:lnTo>
                    <a:pt x="52574" y="280382"/>
                  </a:lnTo>
                </a:path>
                <a:path w="3827145" h="2830195">
                  <a:moveTo>
                    <a:pt x="17524" y="187426"/>
                  </a:moveTo>
                  <a:lnTo>
                    <a:pt x="52574" y="187426"/>
                  </a:lnTo>
                </a:path>
                <a:path w="3827145" h="2830195">
                  <a:moveTo>
                    <a:pt x="17524" y="93719"/>
                  </a:moveTo>
                  <a:lnTo>
                    <a:pt x="52574" y="93719"/>
                  </a:lnTo>
                </a:path>
                <a:path w="3827145" h="2830195">
                  <a:moveTo>
                    <a:pt x="17524" y="0"/>
                  </a:moveTo>
                  <a:lnTo>
                    <a:pt x="52574" y="0"/>
                  </a:lnTo>
                </a:path>
                <a:path w="3827145" h="2830195">
                  <a:moveTo>
                    <a:pt x="0" y="2778682"/>
                  </a:moveTo>
                  <a:lnTo>
                    <a:pt x="52574" y="2778682"/>
                  </a:lnTo>
                </a:path>
                <a:path w="3827145" h="2830195">
                  <a:moveTo>
                    <a:pt x="0" y="2320004"/>
                  </a:moveTo>
                  <a:lnTo>
                    <a:pt x="52574" y="2320004"/>
                  </a:lnTo>
                </a:path>
                <a:path w="3827145" h="2830195">
                  <a:moveTo>
                    <a:pt x="0" y="1852960"/>
                  </a:moveTo>
                  <a:lnTo>
                    <a:pt x="52574" y="1852960"/>
                  </a:lnTo>
                </a:path>
                <a:path w="3827145" h="2830195">
                  <a:moveTo>
                    <a:pt x="0" y="1393531"/>
                  </a:moveTo>
                  <a:lnTo>
                    <a:pt x="52574" y="1393531"/>
                  </a:lnTo>
                </a:path>
                <a:path w="3827145" h="2830195">
                  <a:moveTo>
                    <a:pt x="0" y="926473"/>
                  </a:moveTo>
                  <a:lnTo>
                    <a:pt x="52574" y="926473"/>
                  </a:lnTo>
                </a:path>
                <a:path w="3827145" h="2830195">
                  <a:moveTo>
                    <a:pt x="0" y="467808"/>
                  </a:moveTo>
                  <a:lnTo>
                    <a:pt x="52574" y="467808"/>
                  </a:lnTo>
                </a:path>
                <a:path w="3827145" h="2830195">
                  <a:moveTo>
                    <a:pt x="0" y="0"/>
                  </a:moveTo>
                  <a:lnTo>
                    <a:pt x="52574" y="0"/>
                  </a:lnTo>
                </a:path>
                <a:path w="3827145" h="2830195">
                  <a:moveTo>
                    <a:pt x="52574" y="2778682"/>
                  </a:moveTo>
                  <a:lnTo>
                    <a:pt x="3826750" y="2778682"/>
                  </a:lnTo>
                </a:path>
                <a:path w="3827145" h="2830195">
                  <a:moveTo>
                    <a:pt x="52574" y="2812966"/>
                  </a:moveTo>
                  <a:lnTo>
                    <a:pt x="52574" y="2778682"/>
                  </a:lnTo>
                </a:path>
                <a:path w="3827145" h="2830195">
                  <a:moveTo>
                    <a:pt x="175223" y="2812966"/>
                  </a:moveTo>
                  <a:lnTo>
                    <a:pt x="175223" y="2778682"/>
                  </a:lnTo>
                </a:path>
                <a:path w="3827145" h="2830195">
                  <a:moveTo>
                    <a:pt x="306268" y="2812966"/>
                  </a:moveTo>
                  <a:lnTo>
                    <a:pt x="306268" y="2778682"/>
                  </a:lnTo>
                </a:path>
                <a:path w="3827145" h="2830195">
                  <a:moveTo>
                    <a:pt x="428157" y="2812966"/>
                  </a:moveTo>
                  <a:lnTo>
                    <a:pt x="428157" y="2778682"/>
                  </a:lnTo>
                </a:path>
                <a:path w="3827145" h="2830195">
                  <a:moveTo>
                    <a:pt x="559201" y="2812966"/>
                  </a:moveTo>
                  <a:lnTo>
                    <a:pt x="559201" y="2778682"/>
                  </a:lnTo>
                </a:path>
                <a:path w="3827145" h="2830195">
                  <a:moveTo>
                    <a:pt x="681850" y="2812966"/>
                  </a:moveTo>
                  <a:lnTo>
                    <a:pt x="681850" y="2778682"/>
                  </a:lnTo>
                </a:path>
                <a:path w="3827145" h="2830195">
                  <a:moveTo>
                    <a:pt x="803753" y="2812966"/>
                  </a:moveTo>
                  <a:lnTo>
                    <a:pt x="803753" y="2778682"/>
                  </a:lnTo>
                </a:path>
                <a:path w="3827145" h="2830195">
                  <a:moveTo>
                    <a:pt x="934784" y="2812966"/>
                  </a:moveTo>
                  <a:lnTo>
                    <a:pt x="934784" y="2778682"/>
                  </a:lnTo>
                </a:path>
                <a:path w="3827145" h="2830195">
                  <a:moveTo>
                    <a:pt x="1057446" y="2812966"/>
                  </a:moveTo>
                  <a:lnTo>
                    <a:pt x="1057446" y="2778682"/>
                  </a:lnTo>
                </a:path>
                <a:path w="3827145" h="2830195">
                  <a:moveTo>
                    <a:pt x="1188478" y="2812966"/>
                  </a:moveTo>
                  <a:lnTo>
                    <a:pt x="1188478" y="2778682"/>
                  </a:lnTo>
                </a:path>
                <a:path w="3827145" h="2830195">
                  <a:moveTo>
                    <a:pt x="1311139" y="2812966"/>
                  </a:moveTo>
                  <a:lnTo>
                    <a:pt x="1311139" y="2778682"/>
                  </a:lnTo>
                </a:path>
                <a:path w="3827145" h="2830195">
                  <a:moveTo>
                    <a:pt x="1433029" y="2812966"/>
                  </a:moveTo>
                  <a:lnTo>
                    <a:pt x="1433029" y="2778682"/>
                  </a:lnTo>
                </a:path>
                <a:path w="3827145" h="2830195">
                  <a:moveTo>
                    <a:pt x="1564073" y="2812966"/>
                  </a:moveTo>
                  <a:lnTo>
                    <a:pt x="1564073" y="2778682"/>
                  </a:lnTo>
                </a:path>
                <a:path w="3827145" h="2830195">
                  <a:moveTo>
                    <a:pt x="1686722" y="2812966"/>
                  </a:moveTo>
                  <a:lnTo>
                    <a:pt x="1686722" y="2778682"/>
                  </a:lnTo>
                </a:path>
                <a:path w="3827145" h="2830195">
                  <a:moveTo>
                    <a:pt x="1817766" y="2812966"/>
                  </a:moveTo>
                  <a:lnTo>
                    <a:pt x="1817766" y="2778682"/>
                  </a:lnTo>
                </a:path>
                <a:path w="3827145" h="2830195">
                  <a:moveTo>
                    <a:pt x="1939656" y="2812966"/>
                  </a:moveTo>
                  <a:lnTo>
                    <a:pt x="1939656" y="2778682"/>
                  </a:lnTo>
                </a:path>
                <a:path w="3827145" h="2830195">
                  <a:moveTo>
                    <a:pt x="2062318" y="2812966"/>
                  </a:moveTo>
                  <a:lnTo>
                    <a:pt x="2062318" y="2778682"/>
                  </a:lnTo>
                </a:path>
                <a:path w="3827145" h="2830195">
                  <a:moveTo>
                    <a:pt x="2193362" y="2812966"/>
                  </a:moveTo>
                  <a:lnTo>
                    <a:pt x="2193362" y="2778682"/>
                  </a:lnTo>
                </a:path>
                <a:path w="3827145" h="2830195">
                  <a:moveTo>
                    <a:pt x="2315251" y="2812966"/>
                  </a:moveTo>
                  <a:lnTo>
                    <a:pt x="2315251" y="2778682"/>
                  </a:lnTo>
                </a:path>
                <a:path w="3827145" h="2830195">
                  <a:moveTo>
                    <a:pt x="2446283" y="2812966"/>
                  </a:moveTo>
                  <a:lnTo>
                    <a:pt x="2446283" y="2778682"/>
                  </a:lnTo>
                </a:path>
                <a:path w="3827145" h="2830195">
                  <a:moveTo>
                    <a:pt x="2568945" y="2812966"/>
                  </a:moveTo>
                  <a:lnTo>
                    <a:pt x="2568945" y="2778682"/>
                  </a:lnTo>
                </a:path>
                <a:path w="3827145" h="2830195">
                  <a:moveTo>
                    <a:pt x="2691606" y="2812966"/>
                  </a:moveTo>
                  <a:lnTo>
                    <a:pt x="2691606" y="2778682"/>
                  </a:lnTo>
                </a:path>
                <a:path w="3827145" h="2830195">
                  <a:moveTo>
                    <a:pt x="2822638" y="2812966"/>
                  </a:moveTo>
                  <a:lnTo>
                    <a:pt x="2822638" y="2778682"/>
                  </a:lnTo>
                </a:path>
                <a:path w="3827145" h="2830195">
                  <a:moveTo>
                    <a:pt x="2944540" y="2812966"/>
                  </a:moveTo>
                  <a:lnTo>
                    <a:pt x="2944540" y="2778682"/>
                  </a:lnTo>
                </a:path>
                <a:path w="3827145" h="2830195">
                  <a:moveTo>
                    <a:pt x="3075572" y="2812966"/>
                  </a:moveTo>
                  <a:lnTo>
                    <a:pt x="3075572" y="2778682"/>
                  </a:lnTo>
                </a:path>
                <a:path w="3827145" h="2830195">
                  <a:moveTo>
                    <a:pt x="3198234" y="2812966"/>
                  </a:moveTo>
                  <a:lnTo>
                    <a:pt x="3198234" y="2778682"/>
                  </a:lnTo>
                </a:path>
                <a:path w="3827145" h="2830195">
                  <a:moveTo>
                    <a:pt x="3320123" y="2812966"/>
                  </a:moveTo>
                  <a:lnTo>
                    <a:pt x="3320123" y="2778682"/>
                  </a:lnTo>
                </a:path>
                <a:path w="3827145" h="2830195">
                  <a:moveTo>
                    <a:pt x="3451167" y="2812966"/>
                  </a:moveTo>
                  <a:lnTo>
                    <a:pt x="3451167" y="2778682"/>
                  </a:lnTo>
                </a:path>
                <a:path w="3827145" h="2830195">
                  <a:moveTo>
                    <a:pt x="3573816" y="2812966"/>
                  </a:moveTo>
                  <a:lnTo>
                    <a:pt x="3573816" y="2778682"/>
                  </a:lnTo>
                </a:path>
                <a:path w="3827145" h="2830195">
                  <a:moveTo>
                    <a:pt x="3704861" y="2812966"/>
                  </a:moveTo>
                  <a:lnTo>
                    <a:pt x="3704861" y="2778682"/>
                  </a:lnTo>
                </a:path>
                <a:path w="3827145" h="2830195">
                  <a:moveTo>
                    <a:pt x="3826750" y="2812966"/>
                  </a:moveTo>
                  <a:lnTo>
                    <a:pt x="3826750" y="2778682"/>
                  </a:lnTo>
                </a:path>
                <a:path w="3827145" h="2830195">
                  <a:moveTo>
                    <a:pt x="52574" y="2829725"/>
                  </a:moveTo>
                  <a:lnTo>
                    <a:pt x="52574" y="2778682"/>
                  </a:lnTo>
                </a:path>
                <a:path w="3827145" h="2830195">
                  <a:moveTo>
                    <a:pt x="681850" y="2829725"/>
                  </a:moveTo>
                  <a:lnTo>
                    <a:pt x="681850" y="2778682"/>
                  </a:lnTo>
                </a:path>
                <a:path w="3827145" h="2830195">
                  <a:moveTo>
                    <a:pt x="1311139" y="2829725"/>
                  </a:moveTo>
                  <a:lnTo>
                    <a:pt x="1311139" y="2778682"/>
                  </a:lnTo>
                </a:path>
                <a:path w="3827145" h="2830195">
                  <a:moveTo>
                    <a:pt x="1939656" y="2829725"/>
                  </a:moveTo>
                  <a:lnTo>
                    <a:pt x="1939656" y="2778682"/>
                  </a:lnTo>
                </a:path>
                <a:path w="3827145" h="2830195">
                  <a:moveTo>
                    <a:pt x="2568945" y="2829725"/>
                  </a:moveTo>
                  <a:lnTo>
                    <a:pt x="2568945" y="2778682"/>
                  </a:lnTo>
                </a:path>
                <a:path w="3827145" h="2830195">
                  <a:moveTo>
                    <a:pt x="3198234" y="2829725"/>
                  </a:moveTo>
                  <a:lnTo>
                    <a:pt x="3198234" y="2778682"/>
                  </a:lnTo>
                </a:path>
                <a:path w="3827145" h="2830195">
                  <a:moveTo>
                    <a:pt x="3826750" y="2829725"/>
                  </a:moveTo>
                  <a:lnTo>
                    <a:pt x="3826750" y="2778682"/>
                  </a:lnTo>
                </a:path>
              </a:pathLst>
            </a:custGeom>
            <a:ln w="86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68409" y="4081531"/>
              <a:ext cx="9525" cy="33655"/>
            </a:xfrm>
            <a:custGeom>
              <a:avLst/>
              <a:gdLst/>
              <a:ahLst/>
              <a:cxnLst/>
              <a:rect l="l" t="t" r="r" b="b"/>
              <a:pathLst>
                <a:path w="9525" h="33654">
                  <a:moveTo>
                    <a:pt x="0" y="33532"/>
                  </a:moveTo>
                  <a:lnTo>
                    <a:pt x="9142" y="0"/>
                  </a:lnTo>
                </a:path>
              </a:pathLst>
            </a:custGeom>
            <a:ln w="261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7535" y="1744723"/>
              <a:ext cx="1931035" cy="2336800"/>
            </a:xfrm>
            <a:custGeom>
              <a:avLst/>
              <a:gdLst/>
              <a:ahLst/>
              <a:cxnLst/>
              <a:rect l="l" t="t" r="r" b="b"/>
              <a:pathLst>
                <a:path w="1931035" h="2336800">
                  <a:moveTo>
                    <a:pt x="0" y="2336764"/>
                  </a:moveTo>
                  <a:lnTo>
                    <a:pt x="0" y="2319240"/>
                  </a:lnTo>
                  <a:lnTo>
                    <a:pt x="8369" y="2175241"/>
                  </a:lnTo>
                  <a:lnTo>
                    <a:pt x="8369" y="2149338"/>
                  </a:lnTo>
                  <a:lnTo>
                    <a:pt x="16752" y="2132578"/>
                  </a:lnTo>
                  <a:lnTo>
                    <a:pt x="43419" y="2132578"/>
                  </a:lnTo>
                  <a:lnTo>
                    <a:pt x="51802" y="2098294"/>
                  </a:lnTo>
                  <a:lnTo>
                    <a:pt x="51802" y="2064762"/>
                  </a:lnTo>
                  <a:lnTo>
                    <a:pt x="60944" y="1962675"/>
                  </a:lnTo>
                  <a:lnTo>
                    <a:pt x="60944" y="1699053"/>
                  </a:lnTo>
                  <a:lnTo>
                    <a:pt x="69327" y="1512377"/>
                  </a:lnTo>
                  <a:lnTo>
                    <a:pt x="78469" y="1299811"/>
                  </a:lnTo>
                  <a:lnTo>
                    <a:pt x="78469" y="1078852"/>
                  </a:lnTo>
                  <a:lnTo>
                    <a:pt x="86839" y="917329"/>
                  </a:lnTo>
                  <a:lnTo>
                    <a:pt x="86839" y="730667"/>
                  </a:lnTo>
                  <a:lnTo>
                    <a:pt x="95981" y="424381"/>
                  </a:lnTo>
                  <a:lnTo>
                    <a:pt x="104364" y="0"/>
                  </a:lnTo>
                  <a:lnTo>
                    <a:pt x="323020" y="0"/>
                  </a:lnTo>
                  <a:lnTo>
                    <a:pt x="323020" y="186662"/>
                  </a:lnTo>
                  <a:lnTo>
                    <a:pt x="331403" y="331425"/>
                  </a:lnTo>
                  <a:lnTo>
                    <a:pt x="331403" y="518088"/>
                  </a:lnTo>
                  <a:lnTo>
                    <a:pt x="340545" y="662851"/>
                  </a:lnTo>
                  <a:lnTo>
                    <a:pt x="348915" y="688003"/>
                  </a:lnTo>
                  <a:lnTo>
                    <a:pt x="358057" y="696383"/>
                  </a:lnTo>
                  <a:lnTo>
                    <a:pt x="366440" y="696383"/>
                  </a:lnTo>
                  <a:lnTo>
                    <a:pt x="375582" y="704763"/>
                  </a:lnTo>
                  <a:lnTo>
                    <a:pt x="401490" y="704763"/>
                  </a:lnTo>
                  <a:lnTo>
                    <a:pt x="401490" y="713143"/>
                  </a:lnTo>
                  <a:lnTo>
                    <a:pt x="1039148" y="713143"/>
                  </a:lnTo>
                  <a:lnTo>
                    <a:pt x="1781957" y="713143"/>
                  </a:lnTo>
                  <a:lnTo>
                    <a:pt x="1781957" y="722287"/>
                  </a:lnTo>
                  <a:lnTo>
                    <a:pt x="1930513" y="722287"/>
                  </a:lnTo>
                </a:path>
              </a:pathLst>
            </a:custGeom>
            <a:ln w="259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60081" y="2254351"/>
              <a:ext cx="182880" cy="1870075"/>
            </a:xfrm>
            <a:custGeom>
              <a:avLst/>
              <a:gdLst/>
              <a:ahLst/>
              <a:cxnLst/>
              <a:rect l="l" t="t" r="r" b="b"/>
              <a:pathLst>
                <a:path w="182880" h="1870075">
                  <a:moveTo>
                    <a:pt x="25908" y="1835365"/>
                  </a:moveTo>
                  <a:lnTo>
                    <a:pt x="8382" y="1835365"/>
                  </a:lnTo>
                  <a:lnTo>
                    <a:pt x="8382" y="1852129"/>
                  </a:lnTo>
                  <a:lnTo>
                    <a:pt x="0" y="1852129"/>
                  </a:lnTo>
                  <a:lnTo>
                    <a:pt x="0" y="1869655"/>
                  </a:lnTo>
                  <a:lnTo>
                    <a:pt x="8382" y="1869655"/>
                  </a:lnTo>
                  <a:lnTo>
                    <a:pt x="25908" y="1869655"/>
                  </a:lnTo>
                  <a:lnTo>
                    <a:pt x="25908" y="1852129"/>
                  </a:lnTo>
                  <a:lnTo>
                    <a:pt x="25908" y="1835365"/>
                  </a:lnTo>
                  <a:close/>
                </a:path>
                <a:path w="182880" h="1870075">
                  <a:moveTo>
                    <a:pt x="34290" y="1733270"/>
                  </a:moveTo>
                  <a:lnTo>
                    <a:pt x="17526" y="1733270"/>
                  </a:lnTo>
                  <a:lnTo>
                    <a:pt x="17526" y="1767560"/>
                  </a:lnTo>
                  <a:lnTo>
                    <a:pt x="34290" y="1767560"/>
                  </a:lnTo>
                  <a:lnTo>
                    <a:pt x="34290" y="1733270"/>
                  </a:lnTo>
                  <a:close/>
                </a:path>
                <a:path w="182880" h="1870075">
                  <a:moveTo>
                    <a:pt x="43434" y="1673847"/>
                  </a:moveTo>
                  <a:lnTo>
                    <a:pt x="25908" y="1673847"/>
                  </a:lnTo>
                  <a:lnTo>
                    <a:pt x="25908" y="1690611"/>
                  </a:lnTo>
                  <a:lnTo>
                    <a:pt x="17526" y="1690611"/>
                  </a:lnTo>
                  <a:lnTo>
                    <a:pt x="17526" y="1708137"/>
                  </a:lnTo>
                  <a:lnTo>
                    <a:pt x="25908" y="1708137"/>
                  </a:lnTo>
                  <a:lnTo>
                    <a:pt x="34290" y="1708137"/>
                  </a:lnTo>
                  <a:lnTo>
                    <a:pt x="43434" y="1708137"/>
                  </a:lnTo>
                  <a:lnTo>
                    <a:pt x="43434" y="1690611"/>
                  </a:lnTo>
                  <a:lnTo>
                    <a:pt x="43434" y="1673847"/>
                  </a:lnTo>
                  <a:close/>
                </a:path>
                <a:path w="182880" h="1870075">
                  <a:moveTo>
                    <a:pt x="86855" y="1580134"/>
                  </a:moveTo>
                  <a:lnTo>
                    <a:pt x="69329" y="1580134"/>
                  </a:lnTo>
                  <a:lnTo>
                    <a:pt x="69329" y="1592897"/>
                  </a:lnTo>
                  <a:lnTo>
                    <a:pt x="60947" y="1588516"/>
                  </a:lnTo>
                  <a:lnTo>
                    <a:pt x="54038" y="1614424"/>
                  </a:lnTo>
                  <a:lnTo>
                    <a:pt x="51803" y="1614424"/>
                  </a:lnTo>
                  <a:lnTo>
                    <a:pt x="43421" y="1614424"/>
                  </a:lnTo>
                  <a:lnTo>
                    <a:pt x="34277" y="1614424"/>
                  </a:lnTo>
                  <a:lnTo>
                    <a:pt x="34277" y="1631188"/>
                  </a:lnTo>
                  <a:lnTo>
                    <a:pt x="43421" y="1631188"/>
                  </a:lnTo>
                  <a:lnTo>
                    <a:pt x="51803" y="1631188"/>
                  </a:lnTo>
                  <a:lnTo>
                    <a:pt x="60947" y="1631188"/>
                  </a:lnTo>
                  <a:lnTo>
                    <a:pt x="69329" y="1631188"/>
                  </a:lnTo>
                  <a:lnTo>
                    <a:pt x="73901" y="1614424"/>
                  </a:lnTo>
                  <a:lnTo>
                    <a:pt x="78473" y="1614424"/>
                  </a:lnTo>
                  <a:lnTo>
                    <a:pt x="86855" y="1614424"/>
                  </a:lnTo>
                  <a:lnTo>
                    <a:pt x="86855" y="1597660"/>
                  </a:lnTo>
                  <a:lnTo>
                    <a:pt x="86855" y="1580134"/>
                  </a:lnTo>
                  <a:close/>
                </a:path>
                <a:path w="182880" h="1870075">
                  <a:moveTo>
                    <a:pt x="86855" y="1478051"/>
                  </a:moveTo>
                  <a:lnTo>
                    <a:pt x="69329" y="1478051"/>
                  </a:lnTo>
                  <a:lnTo>
                    <a:pt x="69329" y="1512341"/>
                  </a:lnTo>
                  <a:lnTo>
                    <a:pt x="86855" y="1512341"/>
                  </a:lnTo>
                  <a:lnTo>
                    <a:pt x="86855" y="1478051"/>
                  </a:lnTo>
                  <a:close/>
                </a:path>
                <a:path w="182880" h="1870075">
                  <a:moveTo>
                    <a:pt x="86855" y="1376718"/>
                  </a:moveTo>
                  <a:lnTo>
                    <a:pt x="69329" y="1376718"/>
                  </a:lnTo>
                  <a:lnTo>
                    <a:pt x="69329" y="1410246"/>
                  </a:lnTo>
                  <a:lnTo>
                    <a:pt x="86855" y="1410246"/>
                  </a:lnTo>
                  <a:lnTo>
                    <a:pt x="86855" y="1376718"/>
                  </a:lnTo>
                  <a:close/>
                </a:path>
                <a:path w="182880" h="1870075">
                  <a:moveTo>
                    <a:pt x="86855" y="1274622"/>
                  </a:moveTo>
                  <a:lnTo>
                    <a:pt x="69329" y="1274622"/>
                  </a:lnTo>
                  <a:lnTo>
                    <a:pt x="69329" y="1308150"/>
                  </a:lnTo>
                  <a:lnTo>
                    <a:pt x="86855" y="1308150"/>
                  </a:lnTo>
                  <a:lnTo>
                    <a:pt x="86855" y="1274622"/>
                  </a:lnTo>
                  <a:close/>
                </a:path>
                <a:path w="182880" h="1870075">
                  <a:moveTo>
                    <a:pt x="86855" y="1223568"/>
                  </a:moveTo>
                  <a:lnTo>
                    <a:pt x="69329" y="1223568"/>
                  </a:lnTo>
                  <a:lnTo>
                    <a:pt x="69329" y="1257109"/>
                  </a:lnTo>
                  <a:lnTo>
                    <a:pt x="86855" y="1257109"/>
                  </a:lnTo>
                  <a:lnTo>
                    <a:pt x="86855" y="1223568"/>
                  </a:lnTo>
                  <a:close/>
                </a:path>
                <a:path w="182880" h="1870075">
                  <a:moveTo>
                    <a:pt x="95999" y="1121473"/>
                  </a:moveTo>
                  <a:lnTo>
                    <a:pt x="78473" y="1121473"/>
                  </a:lnTo>
                  <a:lnTo>
                    <a:pt x="78473" y="1155763"/>
                  </a:lnTo>
                  <a:lnTo>
                    <a:pt x="95999" y="1155763"/>
                  </a:lnTo>
                  <a:lnTo>
                    <a:pt x="95999" y="1121473"/>
                  </a:lnTo>
                  <a:close/>
                </a:path>
                <a:path w="182880" h="1870075">
                  <a:moveTo>
                    <a:pt x="95999" y="1036142"/>
                  </a:moveTo>
                  <a:lnTo>
                    <a:pt x="78473" y="1036142"/>
                  </a:lnTo>
                  <a:lnTo>
                    <a:pt x="78473" y="1070432"/>
                  </a:lnTo>
                  <a:lnTo>
                    <a:pt x="95999" y="1070432"/>
                  </a:lnTo>
                  <a:lnTo>
                    <a:pt x="95999" y="1036142"/>
                  </a:lnTo>
                  <a:close/>
                </a:path>
                <a:path w="182880" h="1870075">
                  <a:moveTo>
                    <a:pt x="104381" y="934821"/>
                  </a:moveTo>
                  <a:lnTo>
                    <a:pt x="86855" y="934821"/>
                  </a:lnTo>
                  <a:lnTo>
                    <a:pt x="86855" y="968349"/>
                  </a:lnTo>
                  <a:lnTo>
                    <a:pt x="104381" y="968349"/>
                  </a:lnTo>
                  <a:lnTo>
                    <a:pt x="104381" y="934821"/>
                  </a:lnTo>
                  <a:close/>
                </a:path>
                <a:path w="182880" h="1870075">
                  <a:moveTo>
                    <a:pt x="113525" y="841108"/>
                  </a:moveTo>
                  <a:lnTo>
                    <a:pt x="95999" y="841108"/>
                  </a:lnTo>
                  <a:lnTo>
                    <a:pt x="95999" y="857872"/>
                  </a:lnTo>
                  <a:lnTo>
                    <a:pt x="86855" y="857872"/>
                  </a:lnTo>
                  <a:lnTo>
                    <a:pt x="86855" y="875398"/>
                  </a:lnTo>
                  <a:lnTo>
                    <a:pt x="86855" y="892162"/>
                  </a:lnTo>
                  <a:lnTo>
                    <a:pt x="104381" y="892162"/>
                  </a:lnTo>
                  <a:lnTo>
                    <a:pt x="104381" y="875398"/>
                  </a:lnTo>
                  <a:lnTo>
                    <a:pt x="113525" y="875398"/>
                  </a:lnTo>
                  <a:lnTo>
                    <a:pt x="113525" y="857872"/>
                  </a:lnTo>
                  <a:lnTo>
                    <a:pt x="113525" y="841108"/>
                  </a:lnTo>
                  <a:close/>
                </a:path>
                <a:path w="182880" h="1870075">
                  <a:moveTo>
                    <a:pt x="113525" y="722261"/>
                  </a:moveTo>
                  <a:lnTo>
                    <a:pt x="95999" y="722261"/>
                  </a:lnTo>
                  <a:lnTo>
                    <a:pt x="95999" y="739013"/>
                  </a:lnTo>
                  <a:lnTo>
                    <a:pt x="95999" y="755789"/>
                  </a:lnTo>
                  <a:lnTo>
                    <a:pt x="95999" y="773303"/>
                  </a:lnTo>
                  <a:lnTo>
                    <a:pt x="113525" y="773303"/>
                  </a:lnTo>
                  <a:lnTo>
                    <a:pt x="113525" y="755789"/>
                  </a:lnTo>
                  <a:lnTo>
                    <a:pt x="113525" y="739013"/>
                  </a:lnTo>
                  <a:lnTo>
                    <a:pt x="113525" y="722261"/>
                  </a:lnTo>
                  <a:close/>
                </a:path>
                <a:path w="182880" h="1870075">
                  <a:moveTo>
                    <a:pt x="113525" y="620166"/>
                  </a:moveTo>
                  <a:lnTo>
                    <a:pt x="95999" y="620166"/>
                  </a:lnTo>
                  <a:lnTo>
                    <a:pt x="95999" y="654456"/>
                  </a:lnTo>
                  <a:lnTo>
                    <a:pt x="113525" y="654456"/>
                  </a:lnTo>
                  <a:lnTo>
                    <a:pt x="113525" y="620166"/>
                  </a:lnTo>
                  <a:close/>
                </a:path>
                <a:path w="182880" h="1870075">
                  <a:moveTo>
                    <a:pt x="121894" y="518071"/>
                  </a:moveTo>
                  <a:lnTo>
                    <a:pt x="104368" y="518071"/>
                  </a:lnTo>
                  <a:lnTo>
                    <a:pt x="104368" y="552361"/>
                  </a:lnTo>
                  <a:lnTo>
                    <a:pt x="121894" y="552361"/>
                  </a:lnTo>
                  <a:lnTo>
                    <a:pt x="121894" y="518071"/>
                  </a:lnTo>
                  <a:close/>
                </a:path>
                <a:path w="182880" h="1870075">
                  <a:moveTo>
                    <a:pt x="121894" y="433501"/>
                  </a:moveTo>
                  <a:lnTo>
                    <a:pt x="104368" y="433501"/>
                  </a:lnTo>
                  <a:lnTo>
                    <a:pt x="104368" y="467029"/>
                  </a:lnTo>
                  <a:lnTo>
                    <a:pt x="121894" y="467029"/>
                  </a:lnTo>
                  <a:lnTo>
                    <a:pt x="121894" y="433501"/>
                  </a:lnTo>
                  <a:close/>
                </a:path>
                <a:path w="182880" h="1870075">
                  <a:moveTo>
                    <a:pt x="121894" y="331419"/>
                  </a:moveTo>
                  <a:lnTo>
                    <a:pt x="104368" y="331419"/>
                  </a:lnTo>
                  <a:lnTo>
                    <a:pt x="104368" y="364947"/>
                  </a:lnTo>
                  <a:lnTo>
                    <a:pt x="121894" y="364947"/>
                  </a:lnTo>
                  <a:lnTo>
                    <a:pt x="121894" y="331419"/>
                  </a:lnTo>
                  <a:close/>
                </a:path>
                <a:path w="182880" h="1870075">
                  <a:moveTo>
                    <a:pt x="131038" y="229323"/>
                  </a:moveTo>
                  <a:lnTo>
                    <a:pt x="113512" y="229323"/>
                  </a:lnTo>
                  <a:lnTo>
                    <a:pt x="113512" y="263613"/>
                  </a:lnTo>
                  <a:lnTo>
                    <a:pt x="131038" y="263613"/>
                  </a:lnTo>
                  <a:lnTo>
                    <a:pt x="131038" y="229323"/>
                  </a:lnTo>
                  <a:close/>
                </a:path>
                <a:path w="182880" h="1870075">
                  <a:moveTo>
                    <a:pt x="139420" y="153136"/>
                  </a:moveTo>
                  <a:lnTo>
                    <a:pt x="121894" y="153136"/>
                  </a:lnTo>
                  <a:lnTo>
                    <a:pt x="121894" y="169900"/>
                  </a:lnTo>
                  <a:lnTo>
                    <a:pt x="113512" y="169900"/>
                  </a:lnTo>
                  <a:lnTo>
                    <a:pt x="113512" y="186664"/>
                  </a:lnTo>
                  <a:lnTo>
                    <a:pt x="121894" y="186664"/>
                  </a:lnTo>
                  <a:lnTo>
                    <a:pt x="131038" y="186664"/>
                  </a:lnTo>
                  <a:lnTo>
                    <a:pt x="139420" y="186664"/>
                  </a:lnTo>
                  <a:lnTo>
                    <a:pt x="139420" y="169900"/>
                  </a:lnTo>
                  <a:lnTo>
                    <a:pt x="139420" y="153136"/>
                  </a:lnTo>
                  <a:close/>
                </a:path>
                <a:path w="182880" h="1870075">
                  <a:moveTo>
                    <a:pt x="139420" y="51041"/>
                  </a:moveTo>
                  <a:lnTo>
                    <a:pt x="121894" y="51041"/>
                  </a:lnTo>
                  <a:lnTo>
                    <a:pt x="121894" y="84569"/>
                  </a:lnTo>
                  <a:lnTo>
                    <a:pt x="139420" y="84569"/>
                  </a:lnTo>
                  <a:lnTo>
                    <a:pt x="139420" y="51041"/>
                  </a:lnTo>
                  <a:close/>
                </a:path>
                <a:path w="182880" h="1870075">
                  <a:moveTo>
                    <a:pt x="182854" y="0"/>
                  </a:moveTo>
                  <a:lnTo>
                    <a:pt x="182854" y="0"/>
                  </a:lnTo>
                  <a:lnTo>
                    <a:pt x="121894" y="0"/>
                  </a:lnTo>
                  <a:lnTo>
                    <a:pt x="121894" y="16764"/>
                  </a:lnTo>
                  <a:lnTo>
                    <a:pt x="182854" y="16764"/>
                  </a:lnTo>
                  <a:lnTo>
                    <a:pt x="1828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38750" y="2254339"/>
              <a:ext cx="0" cy="441959"/>
            </a:xfrm>
            <a:custGeom>
              <a:avLst/>
              <a:gdLst/>
              <a:ahLst/>
              <a:cxnLst/>
              <a:rect l="l" t="t" r="r" b="b"/>
              <a:pathLst>
                <a:path h="441960">
                  <a:moveTo>
                    <a:pt x="0" y="0"/>
                  </a:moveTo>
                  <a:lnTo>
                    <a:pt x="0" y="441888"/>
                  </a:lnTo>
                </a:path>
              </a:pathLst>
            </a:custGeom>
            <a:ln w="26670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34541" y="2764040"/>
              <a:ext cx="340995" cy="1257935"/>
            </a:xfrm>
            <a:custGeom>
              <a:avLst/>
              <a:gdLst/>
              <a:ahLst/>
              <a:cxnLst/>
              <a:rect l="l" t="t" r="r" b="b"/>
              <a:pathLst>
                <a:path w="340994" h="1257935">
                  <a:moveTo>
                    <a:pt x="17538" y="204190"/>
                  </a:moveTo>
                  <a:lnTo>
                    <a:pt x="12" y="204190"/>
                  </a:lnTo>
                  <a:lnTo>
                    <a:pt x="12" y="237718"/>
                  </a:lnTo>
                  <a:lnTo>
                    <a:pt x="17538" y="237718"/>
                  </a:lnTo>
                  <a:lnTo>
                    <a:pt x="17538" y="204190"/>
                  </a:lnTo>
                  <a:close/>
                </a:path>
                <a:path w="340994" h="1257935">
                  <a:moveTo>
                    <a:pt x="17538" y="102095"/>
                  </a:moveTo>
                  <a:lnTo>
                    <a:pt x="12" y="102095"/>
                  </a:lnTo>
                  <a:lnTo>
                    <a:pt x="12" y="135623"/>
                  </a:lnTo>
                  <a:lnTo>
                    <a:pt x="17538" y="135623"/>
                  </a:lnTo>
                  <a:lnTo>
                    <a:pt x="17538" y="102095"/>
                  </a:lnTo>
                  <a:close/>
                </a:path>
                <a:path w="340994" h="1257935">
                  <a:moveTo>
                    <a:pt x="17538" y="0"/>
                  </a:moveTo>
                  <a:lnTo>
                    <a:pt x="12" y="0"/>
                  </a:lnTo>
                  <a:lnTo>
                    <a:pt x="12" y="34290"/>
                  </a:lnTo>
                  <a:lnTo>
                    <a:pt x="17538" y="34290"/>
                  </a:lnTo>
                  <a:lnTo>
                    <a:pt x="17538" y="0"/>
                  </a:lnTo>
                  <a:close/>
                </a:path>
                <a:path w="340994" h="1257935">
                  <a:moveTo>
                    <a:pt x="43434" y="526453"/>
                  </a:moveTo>
                  <a:lnTo>
                    <a:pt x="25908" y="526453"/>
                  </a:lnTo>
                  <a:lnTo>
                    <a:pt x="25908" y="560743"/>
                  </a:lnTo>
                  <a:lnTo>
                    <a:pt x="43434" y="560743"/>
                  </a:lnTo>
                  <a:lnTo>
                    <a:pt x="43434" y="526453"/>
                  </a:lnTo>
                  <a:close/>
                </a:path>
                <a:path w="340994" h="1257935">
                  <a:moveTo>
                    <a:pt x="43434" y="425132"/>
                  </a:moveTo>
                  <a:lnTo>
                    <a:pt x="25908" y="425132"/>
                  </a:lnTo>
                  <a:lnTo>
                    <a:pt x="25908" y="458660"/>
                  </a:lnTo>
                  <a:lnTo>
                    <a:pt x="43434" y="458660"/>
                  </a:lnTo>
                  <a:lnTo>
                    <a:pt x="43434" y="425132"/>
                  </a:lnTo>
                  <a:close/>
                </a:path>
                <a:path w="340994" h="1257935">
                  <a:moveTo>
                    <a:pt x="43434" y="323037"/>
                  </a:moveTo>
                  <a:lnTo>
                    <a:pt x="35052" y="323037"/>
                  </a:lnTo>
                  <a:lnTo>
                    <a:pt x="25908" y="323037"/>
                  </a:lnTo>
                  <a:lnTo>
                    <a:pt x="17538" y="323037"/>
                  </a:lnTo>
                  <a:lnTo>
                    <a:pt x="17538" y="306273"/>
                  </a:lnTo>
                  <a:lnTo>
                    <a:pt x="12" y="306273"/>
                  </a:lnTo>
                  <a:lnTo>
                    <a:pt x="12" y="323037"/>
                  </a:lnTo>
                  <a:lnTo>
                    <a:pt x="0" y="339801"/>
                  </a:lnTo>
                  <a:lnTo>
                    <a:pt x="8382" y="339801"/>
                  </a:lnTo>
                  <a:lnTo>
                    <a:pt x="17526" y="339801"/>
                  </a:lnTo>
                  <a:lnTo>
                    <a:pt x="25908" y="339801"/>
                  </a:lnTo>
                  <a:lnTo>
                    <a:pt x="25908" y="356565"/>
                  </a:lnTo>
                  <a:lnTo>
                    <a:pt x="43434" y="356565"/>
                  </a:lnTo>
                  <a:lnTo>
                    <a:pt x="43434" y="339801"/>
                  </a:lnTo>
                  <a:lnTo>
                    <a:pt x="43434" y="323037"/>
                  </a:lnTo>
                  <a:close/>
                </a:path>
                <a:path w="340994" h="1257935">
                  <a:moveTo>
                    <a:pt x="70104" y="586651"/>
                  </a:moveTo>
                  <a:lnTo>
                    <a:pt x="70104" y="586651"/>
                  </a:lnTo>
                  <a:lnTo>
                    <a:pt x="25908" y="586651"/>
                  </a:lnTo>
                  <a:lnTo>
                    <a:pt x="25908" y="603415"/>
                  </a:lnTo>
                  <a:lnTo>
                    <a:pt x="35052" y="603415"/>
                  </a:lnTo>
                  <a:lnTo>
                    <a:pt x="43434" y="603415"/>
                  </a:lnTo>
                  <a:lnTo>
                    <a:pt x="52578" y="603415"/>
                  </a:lnTo>
                  <a:lnTo>
                    <a:pt x="52578" y="620179"/>
                  </a:lnTo>
                  <a:lnTo>
                    <a:pt x="70104" y="620179"/>
                  </a:lnTo>
                  <a:lnTo>
                    <a:pt x="70104" y="603415"/>
                  </a:lnTo>
                  <a:lnTo>
                    <a:pt x="70104" y="586651"/>
                  </a:lnTo>
                  <a:close/>
                </a:path>
                <a:path w="340994" h="1257935">
                  <a:moveTo>
                    <a:pt x="105143" y="824357"/>
                  </a:moveTo>
                  <a:lnTo>
                    <a:pt x="87617" y="824357"/>
                  </a:lnTo>
                  <a:lnTo>
                    <a:pt x="87617" y="857885"/>
                  </a:lnTo>
                  <a:lnTo>
                    <a:pt x="105143" y="857885"/>
                  </a:lnTo>
                  <a:lnTo>
                    <a:pt x="105143" y="824357"/>
                  </a:lnTo>
                  <a:close/>
                </a:path>
                <a:path w="340994" h="1257935">
                  <a:moveTo>
                    <a:pt x="105143" y="722261"/>
                  </a:moveTo>
                  <a:lnTo>
                    <a:pt x="96012" y="722261"/>
                  </a:lnTo>
                  <a:lnTo>
                    <a:pt x="87630" y="722261"/>
                  </a:lnTo>
                  <a:lnTo>
                    <a:pt x="78486" y="722261"/>
                  </a:lnTo>
                  <a:lnTo>
                    <a:pt x="78486" y="687971"/>
                  </a:lnTo>
                  <a:lnTo>
                    <a:pt x="60960" y="687971"/>
                  </a:lnTo>
                  <a:lnTo>
                    <a:pt x="60960" y="722261"/>
                  </a:lnTo>
                  <a:lnTo>
                    <a:pt x="60960" y="739013"/>
                  </a:lnTo>
                  <a:lnTo>
                    <a:pt x="70104" y="739025"/>
                  </a:lnTo>
                  <a:lnTo>
                    <a:pt x="78473" y="739025"/>
                  </a:lnTo>
                  <a:lnTo>
                    <a:pt x="87617" y="739025"/>
                  </a:lnTo>
                  <a:lnTo>
                    <a:pt x="87617" y="756564"/>
                  </a:lnTo>
                  <a:lnTo>
                    <a:pt x="105143" y="756564"/>
                  </a:lnTo>
                  <a:lnTo>
                    <a:pt x="105143" y="739025"/>
                  </a:lnTo>
                  <a:lnTo>
                    <a:pt x="105143" y="722261"/>
                  </a:lnTo>
                  <a:close/>
                </a:path>
                <a:path w="340994" h="1257935">
                  <a:moveTo>
                    <a:pt x="131051" y="867029"/>
                  </a:moveTo>
                  <a:lnTo>
                    <a:pt x="131051" y="867029"/>
                  </a:lnTo>
                  <a:lnTo>
                    <a:pt x="87617" y="867029"/>
                  </a:lnTo>
                  <a:lnTo>
                    <a:pt x="87617" y="883793"/>
                  </a:lnTo>
                  <a:lnTo>
                    <a:pt x="95999" y="883793"/>
                  </a:lnTo>
                  <a:lnTo>
                    <a:pt x="105143" y="883793"/>
                  </a:lnTo>
                  <a:lnTo>
                    <a:pt x="113525" y="883793"/>
                  </a:lnTo>
                  <a:lnTo>
                    <a:pt x="113525" y="900557"/>
                  </a:lnTo>
                  <a:lnTo>
                    <a:pt x="131051" y="900557"/>
                  </a:lnTo>
                  <a:lnTo>
                    <a:pt x="131051" y="883793"/>
                  </a:lnTo>
                  <a:lnTo>
                    <a:pt x="131051" y="867029"/>
                  </a:lnTo>
                  <a:close/>
                </a:path>
                <a:path w="340994" h="1257935">
                  <a:moveTo>
                    <a:pt x="166103" y="959980"/>
                  </a:moveTo>
                  <a:lnTo>
                    <a:pt x="166103" y="959980"/>
                  </a:lnTo>
                  <a:lnTo>
                    <a:pt x="122669" y="959980"/>
                  </a:lnTo>
                  <a:lnTo>
                    <a:pt x="122669" y="968362"/>
                  </a:lnTo>
                  <a:lnTo>
                    <a:pt x="122669" y="977506"/>
                  </a:lnTo>
                  <a:lnTo>
                    <a:pt x="131051" y="977506"/>
                  </a:lnTo>
                  <a:lnTo>
                    <a:pt x="139433" y="977506"/>
                  </a:lnTo>
                  <a:lnTo>
                    <a:pt x="148577" y="977506"/>
                  </a:lnTo>
                  <a:lnTo>
                    <a:pt x="148577" y="994270"/>
                  </a:lnTo>
                  <a:lnTo>
                    <a:pt x="166103" y="994270"/>
                  </a:lnTo>
                  <a:lnTo>
                    <a:pt x="166103" y="977506"/>
                  </a:lnTo>
                  <a:lnTo>
                    <a:pt x="166103" y="959980"/>
                  </a:lnTo>
                  <a:close/>
                </a:path>
                <a:path w="340994" h="1257935">
                  <a:moveTo>
                    <a:pt x="183616" y="1062062"/>
                  </a:moveTo>
                  <a:lnTo>
                    <a:pt x="174472" y="1062062"/>
                  </a:lnTo>
                  <a:lnTo>
                    <a:pt x="166090" y="1062062"/>
                  </a:lnTo>
                  <a:lnTo>
                    <a:pt x="156946" y="1062062"/>
                  </a:lnTo>
                  <a:lnTo>
                    <a:pt x="156946" y="1078826"/>
                  </a:lnTo>
                  <a:lnTo>
                    <a:pt x="166090" y="1078826"/>
                  </a:lnTo>
                  <a:lnTo>
                    <a:pt x="166090" y="1096352"/>
                  </a:lnTo>
                  <a:lnTo>
                    <a:pt x="183616" y="1096352"/>
                  </a:lnTo>
                  <a:lnTo>
                    <a:pt x="183616" y="1078826"/>
                  </a:lnTo>
                  <a:lnTo>
                    <a:pt x="183616" y="1062062"/>
                  </a:lnTo>
                  <a:close/>
                </a:path>
                <a:path w="340994" h="1257935">
                  <a:moveTo>
                    <a:pt x="201142" y="1129868"/>
                  </a:moveTo>
                  <a:lnTo>
                    <a:pt x="189750" y="1129868"/>
                  </a:lnTo>
                  <a:lnTo>
                    <a:pt x="183616" y="1104734"/>
                  </a:lnTo>
                  <a:lnTo>
                    <a:pt x="166103" y="1096352"/>
                  </a:lnTo>
                  <a:lnTo>
                    <a:pt x="174472" y="1129868"/>
                  </a:lnTo>
                  <a:lnTo>
                    <a:pt x="174472" y="1147394"/>
                  </a:lnTo>
                  <a:lnTo>
                    <a:pt x="183616" y="1147394"/>
                  </a:lnTo>
                  <a:lnTo>
                    <a:pt x="183616" y="1164158"/>
                  </a:lnTo>
                  <a:lnTo>
                    <a:pt x="201142" y="1164158"/>
                  </a:lnTo>
                  <a:lnTo>
                    <a:pt x="201142" y="1147394"/>
                  </a:lnTo>
                  <a:lnTo>
                    <a:pt x="201142" y="1129868"/>
                  </a:lnTo>
                  <a:close/>
                </a:path>
                <a:path w="340994" h="1257935">
                  <a:moveTo>
                    <a:pt x="340563" y="1240345"/>
                  </a:moveTo>
                  <a:lnTo>
                    <a:pt x="332181" y="1240345"/>
                  </a:lnTo>
                  <a:lnTo>
                    <a:pt x="323049" y="1240345"/>
                  </a:lnTo>
                  <a:lnTo>
                    <a:pt x="314667" y="1240345"/>
                  </a:lnTo>
                  <a:lnTo>
                    <a:pt x="314667" y="1223581"/>
                  </a:lnTo>
                  <a:lnTo>
                    <a:pt x="253707" y="1223581"/>
                  </a:lnTo>
                  <a:lnTo>
                    <a:pt x="253707" y="1206830"/>
                  </a:lnTo>
                  <a:lnTo>
                    <a:pt x="253707" y="1189304"/>
                  </a:lnTo>
                  <a:lnTo>
                    <a:pt x="244576" y="1189304"/>
                  </a:lnTo>
                  <a:lnTo>
                    <a:pt x="236194" y="1189304"/>
                  </a:lnTo>
                  <a:lnTo>
                    <a:pt x="191998" y="1189304"/>
                  </a:lnTo>
                  <a:lnTo>
                    <a:pt x="191998" y="1206830"/>
                  </a:lnTo>
                  <a:lnTo>
                    <a:pt x="236181" y="1206830"/>
                  </a:lnTo>
                  <a:lnTo>
                    <a:pt x="236181" y="1223581"/>
                  </a:lnTo>
                  <a:lnTo>
                    <a:pt x="236181" y="1240345"/>
                  </a:lnTo>
                  <a:lnTo>
                    <a:pt x="244563" y="1240345"/>
                  </a:lnTo>
                  <a:lnTo>
                    <a:pt x="297141" y="1240345"/>
                  </a:lnTo>
                  <a:lnTo>
                    <a:pt x="297141" y="1257871"/>
                  </a:lnTo>
                  <a:lnTo>
                    <a:pt x="340563" y="1257871"/>
                  </a:lnTo>
                  <a:lnTo>
                    <a:pt x="340563" y="124034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9196" y="3979240"/>
              <a:ext cx="393700" cy="93980"/>
            </a:xfrm>
            <a:custGeom>
              <a:avLst/>
              <a:gdLst/>
              <a:ahLst/>
              <a:cxnLst/>
              <a:rect l="l" t="t" r="r" b="b"/>
              <a:pathLst>
                <a:path w="393700" h="93979">
                  <a:moveTo>
                    <a:pt x="287997" y="8382"/>
                  </a:moveTo>
                  <a:lnTo>
                    <a:pt x="279615" y="8382"/>
                  </a:lnTo>
                  <a:lnTo>
                    <a:pt x="270471" y="8382"/>
                  </a:lnTo>
                  <a:lnTo>
                    <a:pt x="262089" y="8382"/>
                  </a:lnTo>
                  <a:lnTo>
                    <a:pt x="244563" y="0"/>
                  </a:lnTo>
                  <a:lnTo>
                    <a:pt x="237858" y="25146"/>
                  </a:lnTo>
                  <a:lnTo>
                    <a:pt x="235432" y="25146"/>
                  </a:lnTo>
                  <a:lnTo>
                    <a:pt x="227050" y="25146"/>
                  </a:lnTo>
                  <a:lnTo>
                    <a:pt x="191998" y="25146"/>
                  </a:lnTo>
                  <a:lnTo>
                    <a:pt x="191998" y="42672"/>
                  </a:lnTo>
                  <a:lnTo>
                    <a:pt x="183616" y="42672"/>
                  </a:lnTo>
                  <a:lnTo>
                    <a:pt x="174472" y="42672"/>
                  </a:lnTo>
                  <a:lnTo>
                    <a:pt x="174472" y="59436"/>
                  </a:lnTo>
                  <a:lnTo>
                    <a:pt x="166090" y="59436"/>
                  </a:lnTo>
                  <a:lnTo>
                    <a:pt x="161518" y="59436"/>
                  </a:lnTo>
                  <a:lnTo>
                    <a:pt x="156959" y="42672"/>
                  </a:lnTo>
                  <a:lnTo>
                    <a:pt x="139433" y="34290"/>
                  </a:lnTo>
                  <a:lnTo>
                    <a:pt x="141719" y="42672"/>
                  </a:lnTo>
                  <a:lnTo>
                    <a:pt x="139433" y="42672"/>
                  </a:lnTo>
                  <a:lnTo>
                    <a:pt x="131051" y="42672"/>
                  </a:lnTo>
                  <a:lnTo>
                    <a:pt x="131051" y="25146"/>
                  </a:lnTo>
                  <a:lnTo>
                    <a:pt x="131051" y="8382"/>
                  </a:lnTo>
                  <a:lnTo>
                    <a:pt x="70091" y="8382"/>
                  </a:lnTo>
                  <a:lnTo>
                    <a:pt x="52578" y="0"/>
                  </a:lnTo>
                  <a:lnTo>
                    <a:pt x="45872" y="25146"/>
                  </a:lnTo>
                  <a:lnTo>
                    <a:pt x="43434" y="25146"/>
                  </a:lnTo>
                  <a:lnTo>
                    <a:pt x="35052" y="25146"/>
                  </a:lnTo>
                  <a:lnTo>
                    <a:pt x="25908" y="25146"/>
                  </a:lnTo>
                  <a:lnTo>
                    <a:pt x="17526" y="25146"/>
                  </a:lnTo>
                  <a:lnTo>
                    <a:pt x="8382" y="25146"/>
                  </a:lnTo>
                  <a:lnTo>
                    <a:pt x="0" y="25146"/>
                  </a:lnTo>
                  <a:lnTo>
                    <a:pt x="0" y="42672"/>
                  </a:lnTo>
                  <a:lnTo>
                    <a:pt x="60960" y="42672"/>
                  </a:lnTo>
                  <a:lnTo>
                    <a:pt x="65633" y="25146"/>
                  </a:lnTo>
                  <a:lnTo>
                    <a:pt x="113525" y="25146"/>
                  </a:lnTo>
                  <a:lnTo>
                    <a:pt x="113525" y="42672"/>
                  </a:lnTo>
                  <a:lnTo>
                    <a:pt x="113525" y="59436"/>
                  </a:lnTo>
                  <a:lnTo>
                    <a:pt x="121907" y="59436"/>
                  </a:lnTo>
                  <a:lnTo>
                    <a:pt x="131051" y="59436"/>
                  </a:lnTo>
                  <a:lnTo>
                    <a:pt x="139433" y="59436"/>
                  </a:lnTo>
                  <a:lnTo>
                    <a:pt x="146291" y="59436"/>
                  </a:lnTo>
                  <a:lnTo>
                    <a:pt x="148564" y="67767"/>
                  </a:lnTo>
                  <a:lnTo>
                    <a:pt x="148564" y="76200"/>
                  </a:lnTo>
                  <a:lnTo>
                    <a:pt x="156946" y="76200"/>
                  </a:lnTo>
                  <a:lnTo>
                    <a:pt x="166090" y="76200"/>
                  </a:lnTo>
                  <a:lnTo>
                    <a:pt x="174472" y="76200"/>
                  </a:lnTo>
                  <a:lnTo>
                    <a:pt x="183616" y="76200"/>
                  </a:lnTo>
                  <a:lnTo>
                    <a:pt x="191998" y="76200"/>
                  </a:lnTo>
                  <a:lnTo>
                    <a:pt x="191998" y="59436"/>
                  </a:lnTo>
                  <a:lnTo>
                    <a:pt x="201142" y="59436"/>
                  </a:lnTo>
                  <a:lnTo>
                    <a:pt x="209524" y="59436"/>
                  </a:lnTo>
                  <a:lnTo>
                    <a:pt x="209524" y="42672"/>
                  </a:lnTo>
                  <a:lnTo>
                    <a:pt x="252945" y="42672"/>
                  </a:lnTo>
                  <a:lnTo>
                    <a:pt x="257619" y="25146"/>
                  </a:lnTo>
                  <a:lnTo>
                    <a:pt x="262089" y="25146"/>
                  </a:lnTo>
                  <a:lnTo>
                    <a:pt x="270471" y="25146"/>
                  </a:lnTo>
                  <a:lnTo>
                    <a:pt x="270471" y="42672"/>
                  </a:lnTo>
                  <a:lnTo>
                    <a:pt x="287997" y="42672"/>
                  </a:lnTo>
                  <a:lnTo>
                    <a:pt x="287997" y="25146"/>
                  </a:lnTo>
                  <a:lnTo>
                    <a:pt x="287997" y="8382"/>
                  </a:lnTo>
                  <a:close/>
                </a:path>
                <a:path w="393700" h="93979">
                  <a:moveTo>
                    <a:pt x="383997" y="76187"/>
                  </a:moveTo>
                  <a:lnTo>
                    <a:pt x="375615" y="42672"/>
                  </a:lnTo>
                  <a:lnTo>
                    <a:pt x="358089" y="34290"/>
                  </a:lnTo>
                  <a:lnTo>
                    <a:pt x="360184" y="42672"/>
                  </a:lnTo>
                  <a:lnTo>
                    <a:pt x="358089" y="42672"/>
                  </a:lnTo>
                  <a:lnTo>
                    <a:pt x="349707" y="42672"/>
                  </a:lnTo>
                  <a:lnTo>
                    <a:pt x="340563" y="42672"/>
                  </a:lnTo>
                  <a:lnTo>
                    <a:pt x="332181" y="42672"/>
                  </a:lnTo>
                  <a:lnTo>
                    <a:pt x="332181" y="59436"/>
                  </a:lnTo>
                  <a:lnTo>
                    <a:pt x="270471" y="59436"/>
                  </a:lnTo>
                  <a:lnTo>
                    <a:pt x="270471" y="76200"/>
                  </a:lnTo>
                  <a:lnTo>
                    <a:pt x="349707" y="76200"/>
                  </a:lnTo>
                  <a:lnTo>
                    <a:pt x="349707" y="59436"/>
                  </a:lnTo>
                  <a:lnTo>
                    <a:pt x="358089" y="59436"/>
                  </a:lnTo>
                  <a:lnTo>
                    <a:pt x="364375" y="59436"/>
                  </a:lnTo>
                  <a:lnTo>
                    <a:pt x="366471" y="67805"/>
                  </a:lnTo>
                  <a:lnTo>
                    <a:pt x="383997" y="76187"/>
                  </a:lnTo>
                  <a:close/>
                </a:path>
                <a:path w="393700" h="93979">
                  <a:moveTo>
                    <a:pt x="393128" y="76187"/>
                  </a:moveTo>
                  <a:lnTo>
                    <a:pt x="383997" y="76187"/>
                  </a:lnTo>
                  <a:lnTo>
                    <a:pt x="366458" y="76187"/>
                  </a:lnTo>
                  <a:lnTo>
                    <a:pt x="366458" y="93713"/>
                  </a:lnTo>
                  <a:lnTo>
                    <a:pt x="393128" y="93713"/>
                  </a:lnTo>
                  <a:lnTo>
                    <a:pt x="393128" y="7618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15655" y="3979240"/>
              <a:ext cx="384810" cy="93980"/>
            </a:xfrm>
            <a:custGeom>
              <a:avLst/>
              <a:gdLst/>
              <a:ahLst/>
              <a:cxnLst/>
              <a:rect l="l" t="t" r="r" b="b"/>
              <a:pathLst>
                <a:path w="384810" h="93979">
                  <a:moveTo>
                    <a:pt x="114300" y="59436"/>
                  </a:moveTo>
                  <a:lnTo>
                    <a:pt x="105156" y="25146"/>
                  </a:lnTo>
                  <a:lnTo>
                    <a:pt x="87642" y="16764"/>
                  </a:lnTo>
                  <a:lnTo>
                    <a:pt x="89877" y="25146"/>
                  </a:lnTo>
                  <a:lnTo>
                    <a:pt x="87642" y="25146"/>
                  </a:lnTo>
                  <a:lnTo>
                    <a:pt x="44196" y="25146"/>
                  </a:lnTo>
                  <a:lnTo>
                    <a:pt x="44196" y="38671"/>
                  </a:lnTo>
                  <a:lnTo>
                    <a:pt x="35052" y="34290"/>
                  </a:lnTo>
                  <a:lnTo>
                    <a:pt x="29425" y="56756"/>
                  </a:lnTo>
                  <a:lnTo>
                    <a:pt x="17538" y="51054"/>
                  </a:lnTo>
                  <a:lnTo>
                    <a:pt x="11252" y="76187"/>
                  </a:lnTo>
                  <a:lnTo>
                    <a:pt x="9144" y="76187"/>
                  </a:lnTo>
                  <a:lnTo>
                    <a:pt x="0" y="76187"/>
                  </a:lnTo>
                  <a:lnTo>
                    <a:pt x="0" y="93713"/>
                  </a:lnTo>
                  <a:lnTo>
                    <a:pt x="9144" y="93713"/>
                  </a:lnTo>
                  <a:lnTo>
                    <a:pt x="26670" y="93713"/>
                  </a:lnTo>
                  <a:lnTo>
                    <a:pt x="30949" y="76200"/>
                  </a:lnTo>
                  <a:lnTo>
                    <a:pt x="35052" y="76200"/>
                  </a:lnTo>
                  <a:lnTo>
                    <a:pt x="44196" y="76200"/>
                  </a:lnTo>
                  <a:lnTo>
                    <a:pt x="48374" y="59436"/>
                  </a:lnTo>
                  <a:lnTo>
                    <a:pt x="52578" y="59436"/>
                  </a:lnTo>
                  <a:lnTo>
                    <a:pt x="61722" y="59436"/>
                  </a:lnTo>
                  <a:lnTo>
                    <a:pt x="61722" y="42672"/>
                  </a:lnTo>
                  <a:lnTo>
                    <a:pt x="70116" y="42672"/>
                  </a:lnTo>
                  <a:lnTo>
                    <a:pt x="79248" y="42672"/>
                  </a:lnTo>
                  <a:lnTo>
                    <a:pt x="87642" y="42672"/>
                  </a:lnTo>
                  <a:lnTo>
                    <a:pt x="94551" y="42672"/>
                  </a:lnTo>
                  <a:lnTo>
                    <a:pt x="96786" y="51054"/>
                  </a:lnTo>
                  <a:lnTo>
                    <a:pt x="114300" y="59436"/>
                  </a:lnTo>
                  <a:close/>
                </a:path>
                <a:path w="384810" h="93979">
                  <a:moveTo>
                    <a:pt x="314667" y="59436"/>
                  </a:moveTo>
                  <a:lnTo>
                    <a:pt x="306298" y="25146"/>
                  </a:lnTo>
                  <a:lnTo>
                    <a:pt x="288772" y="16764"/>
                  </a:lnTo>
                  <a:lnTo>
                    <a:pt x="290817" y="25146"/>
                  </a:lnTo>
                  <a:lnTo>
                    <a:pt x="288772" y="25146"/>
                  </a:lnTo>
                  <a:lnTo>
                    <a:pt x="279628" y="25146"/>
                  </a:lnTo>
                  <a:lnTo>
                    <a:pt x="271246" y="25146"/>
                  </a:lnTo>
                  <a:lnTo>
                    <a:pt x="266954" y="25146"/>
                  </a:lnTo>
                  <a:lnTo>
                    <a:pt x="262864" y="8382"/>
                  </a:lnTo>
                  <a:lnTo>
                    <a:pt x="245351" y="0"/>
                  </a:lnTo>
                  <a:lnTo>
                    <a:pt x="247396" y="8382"/>
                  </a:lnTo>
                  <a:lnTo>
                    <a:pt x="245351" y="8382"/>
                  </a:lnTo>
                  <a:lnTo>
                    <a:pt x="201155" y="8382"/>
                  </a:lnTo>
                  <a:lnTo>
                    <a:pt x="201155" y="25146"/>
                  </a:lnTo>
                  <a:lnTo>
                    <a:pt x="192773" y="25146"/>
                  </a:lnTo>
                  <a:lnTo>
                    <a:pt x="183629" y="25146"/>
                  </a:lnTo>
                  <a:lnTo>
                    <a:pt x="183629" y="42672"/>
                  </a:lnTo>
                  <a:lnTo>
                    <a:pt x="183629" y="59436"/>
                  </a:lnTo>
                  <a:lnTo>
                    <a:pt x="175260" y="59436"/>
                  </a:lnTo>
                  <a:lnTo>
                    <a:pt x="157734" y="51054"/>
                  </a:lnTo>
                  <a:lnTo>
                    <a:pt x="150876" y="76187"/>
                  </a:lnTo>
                  <a:lnTo>
                    <a:pt x="148590" y="76187"/>
                  </a:lnTo>
                  <a:lnTo>
                    <a:pt x="140208" y="76187"/>
                  </a:lnTo>
                  <a:lnTo>
                    <a:pt x="140208" y="59436"/>
                  </a:lnTo>
                  <a:lnTo>
                    <a:pt x="131826" y="59436"/>
                  </a:lnTo>
                  <a:lnTo>
                    <a:pt x="122682" y="59436"/>
                  </a:lnTo>
                  <a:lnTo>
                    <a:pt x="114300" y="59436"/>
                  </a:lnTo>
                  <a:lnTo>
                    <a:pt x="105156" y="59436"/>
                  </a:lnTo>
                  <a:lnTo>
                    <a:pt x="96774" y="59436"/>
                  </a:lnTo>
                  <a:lnTo>
                    <a:pt x="96774" y="76200"/>
                  </a:lnTo>
                  <a:lnTo>
                    <a:pt x="105156" y="76200"/>
                  </a:lnTo>
                  <a:lnTo>
                    <a:pt x="114300" y="76200"/>
                  </a:lnTo>
                  <a:lnTo>
                    <a:pt x="122682" y="76200"/>
                  </a:lnTo>
                  <a:lnTo>
                    <a:pt x="122682" y="93713"/>
                  </a:lnTo>
                  <a:lnTo>
                    <a:pt x="140208" y="93726"/>
                  </a:lnTo>
                  <a:lnTo>
                    <a:pt x="148590" y="93713"/>
                  </a:lnTo>
                  <a:lnTo>
                    <a:pt x="157734" y="93713"/>
                  </a:lnTo>
                  <a:lnTo>
                    <a:pt x="166116" y="93713"/>
                  </a:lnTo>
                  <a:lnTo>
                    <a:pt x="170776" y="76200"/>
                  </a:lnTo>
                  <a:lnTo>
                    <a:pt x="201155" y="76200"/>
                  </a:lnTo>
                  <a:lnTo>
                    <a:pt x="201155" y="59436"/>
                  </a:lnTo>
                  <a:lnTo>
                    <a:pt x="201155" y="42672"/>
                  </a:lnTo>
                  <a:lnTo>
                    <a:pt x="210299" y="42672"/>
                  </a:lnTo>
                  <a:lnTo>
                    <a:pt x="218681" y="42672"/>
                  </a:lnTo>
                  <a:lnTo>
                    <a:pt x="218681" y="25146"/>
                  </a:lnTo>
                  <a:lnTo>
                    <a:pt x="227825" y="25146"/>
                  </a:lnTo>
                  <a:lnTo>
                    <a:pt x="236194" y="25146"/>
                  </a:lnTo>
                  <a:lnTo>
                    <a:pt x="245351" y="25146"/>
                  </a:lnTo>
                  <a:lnTo>
                    <a:pt x="251498" y="25146"/>
                  </a:lnTo>
                  <a:lnTo>
                    <a:pt x="253720" y="34239"/>
                  </a:lnTo>
                  <a:lnTo>
                    <a:pt x="253720" y="42672"/>
                  </a:lnTo>
                  <a:lnTo>
                    <a:pt x="262864" y="42672"/>
                  </a:lnTo>
                  <a:lnTo>
                    <a:pt x="271246" y="42672"/>
                  </a:lnTo>
                  <a:lnTo>
                    <a:pt x="279628" y="42672"/>
                  </a:lnTo>
                  <a:lnTo>
                    <a:pt x="288772" y="42672"/>
                  </a:lnTo>
                  <a:lnTo>
                    <a:pt x="295097" y="42672"/>
                  </a:lnTo>
                  <a:lnTo>
                    <a:pt x="297154" y="51054"/>
                  </a:lnTo>
                  <a:lnTo>
                    <a:pt x="314667" y="59436"/>
                  </a:lnTo>
                  <a:close/>
                </a:path>
                <a:path w="384810" h="93979">
                  <a:moveTo>
                    <a:pt x="384771" y="59436"/>
                  </a:moveTo>
                  <a:lnTo>
                    <a:pt x="384771" y="59436"/>
                  </a:lnTo>
                  <a:lnTo>
                    <a:pt x="297154" y="59436"/>
                  </a:lnTo>
                  <a:lnTo>
                    <a:pt x="297154" y="76200"/>
                  </a:lnTo>
                  <a:lnTo>
                    <a:pt x="384771" y="76200"/>
                  </a:lnTo>
                  <a:lnTo>
                    <a:pt x="384771" y="5943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82900" y="3962488"/>
              <a:ext cx="384810" cy="93345"/>
            </a:xfrm>
            <a:custGeom>
              <a:avLst/>
              <a:gdLst/>
              <a:ahLst/>
              <a:cxnLst/>
              <a:rect l="l" t="t" r="r" b="b"/>
              <a:pathLst>
                <a:path w="384810" h="93345">
                  <a:moveTo>
                    <a:pt x="60947" y="59423"/>
                  </a:moveTo>
                  <a:lnTo>
                    <a:pt x="44183" y="51041"/>
                  </a:lnTo>
                  <a:lnTo>
                    <a:pt x="37325" y="76187"/>
                  </a:lnTo>
                  <a:lnTo>
                    <a:pt x="35052" y="76187"/>
                  </a:lnTo>
                  <a:lnTo>
                    <a:pt x="0" y="76187"/>
                  </a:lnTo>
                  <a:lnTo>
                    <a:pt x="0" y="92951"/>
                  </a:lnTo>
                  <a:lnTo>
                    <a:pt x="52565" y="92951"/>
                  </a:lnTo>
                  <a:lnTo>
                    <a:pt x="60947" y="59423"/>
                  </a:lnTo>
                  <a:close/>
                </a:path>
                <a:path w="384810" h="93345">
                  <a:moveTo>
                    <a:pt x="105130" y="59423"/>
                  </a:moveTo>
                  <a:lnTo>
                    <a:pt x="95999" y="25133"/>
                  </a:lnTo>
                  <a:lnTo>
                    <a:pt x="78473" y="16751"/>
                  </a:lnTo>
                  <a:lnTo>
                    <a:pt x="80708" y="25133"/>
                  </a:lnTo>
                  <a:lnTo>
                    <a:pt x="78473" y="25133"/>
                  </a:lnTo>
                  <a:lnTo>
                    <a:pt x="70091" y="25133"/>
                  </a:lnTo>
                  <a:lnTo>
                    <a:pt x="60947" y="25133"/>
                  </a:lnTo>
                  <a:lnTo>
                    <a:pt x="52565" y="25133"/>
                  </a:lnTo>
                  <a:lnTo>
                    <a:pt x="44183" y="25133"/>
                  </a:lnTo>
                  <a:lnTo>
                    <a:pt x="44183" y="41897"/>
                  </a:lnTo>
                  <a:lnTo>
                    <a:pt x="85178" y="41897"/>
                  </a:lnTo>
                  <a:lnTo>
                    <a:pt x="87617" y="51041"/>
                  </a:lnTo>
                  <a:lnTo>
                    <a:pt x="105130" y="59423"/>
                  </a:lnTo>
                  <a:close/>
                </a:path>
                <a:path w="384810" h="93345">
                  <a:moveTo>
                    <a:pt x="148564" y="41897"/>
                  </a:moveTo>
                  <a:lnTo>
                    <a:pt x="131038" y="41897"/>
                  </a:lnTo>
                  <a:lnTo>
                    <a:pt x="131038" y="59423"/>
                  </a:lnTo>
                  <a:lnTo>
                    <a:pt x="122656" y="59423"/>
                  </a:lnTo>
                  <a:lnTo>
                    <a:pt x="87617" y="59423"/>
                  </a:lnTo>
                  <a:lnTo>
                    <a:pt x="87617" y="76187"/>
                  </a:lnTo>
                  <a:lnTo>
                    <a:pt x="148564" y="76187"/>
                  </a:lnTo>
                  <a:lnTo>
                    <a:pt x="148564" y="59423"/>
                  </a:lnTo>
                  <a:lnTo>
                    <a:pt x="148564" y="41897"/>
                  </a:lnTo>
                  <a:close/>
                </a:path>
                <a:path w="384810" h="93345">
                  <a:moveTo>
                    <a:pt x="384746" y="59423"/>
                  </a:moveTo>
                  <a:lnTo>
                    <a:pt x="380276" y="59423"/>
                  </a:lnTo>
                  <a:lnTo>
                    <a:pt x="375602" y="41897"/>
                  </a:lnTo>
                  <a:lnTo>
                    <a:pt x="358076" y="33515"/>
                  </a:lnTo>
                  <a:lnTo>
                    <a:pt x="360311" y="41897"/>
                  </a:lnTo>
                  <a:lnTo>
                    <a:pt x="358076" y="41897"/>
                  </a:lnTo>
                  <a:lnTo>
                    <a:pt x="349694" y="41897"/>
                  </a:lnTo>
                  <a:lnTo>
                    <a:pt x="340550" y="41897"/>
                  </a:lnTo>
                  <a:lnTo>
                    <a:pt x="332168" y="41897"/>
                  </a:lnTo>
                  <a:lnTo>
                    <a:pt x="323024" y="41897"/>
                  </a:lnTo>
                  <a:lnTo>
                    <a:pt x="323024" y="51092"/>
                  </a:lnTo>
                  <a:lnTo>
                    <a:pt x="316738" y="76187"/>
                  </a:lnTo>
                  <a:lnTo>
                    <a:pt x="314655" y="76187"/>
                  </a:lnTo>
                  <a:lnTo>
                    <a:pt x="306273" y="76187"/>
                  </a:lnTo>
                  <a:lnTo>
                    <a:pt x="257898" y="76187"/>
                  </a:lnTo>
                  <a:lnTo>
                    <a:pt x="253707" y="59423"/>
                  </a:lnTo>
                  <a:lnTo>
                    <a:pt x="236181" y="51041"/>
                  </a:lnTo>
                  <a:lnTo>
                    <a:pt x="238277" y="59423"/>
                  </a:lnTo>
                  <a:lnTo>
                    <a:pt x="236181" y="59423"/>
                  </a:lnTo>
                  <a:lnTo>
                    <a:pt x="227037" y="59423"/>
                  </a:lnTo>
                  <a:lnTo>
                    <a:pt x="227037" y="41897"/>
                  </a:lnTo>
                  <a:lnTo>
                    <a:pt x="227037" y="25133"/>
                  </a:lnTo>
                  <a:lnTo>
                    <a:pt x="218655" y="25133"/>
                  </a:lnTo>
                  <a:lnTo>
                    <a:pt x="209511" y="25133"/>
                  </a:lnTo>
                  <a:lnTo>
                    <a:pt x="201129" y="25133"/>
                  </a:lnTo>
                  <a:lnTo>
                    <a:pt x="196557" y="25133"/>
                  </a:lnTo>
                  <a:lnTo>
                    <a:pt x="191985" y="8369"/>
                  </a:lnTo>
                  <a:lnTo>
                    <a:pt x="175234" y="0"/>
                  </a:lnTo>
                  <a:lnTo>
                    <a:pt x="177317" y="8369"/>
                  </a:lnTo>
                  <a:lnTo>
                    <a:pt x="175234" y="8369"/>
                  </a:lnTo>
                  <a:lnTo>
                    <a:pt x="131038" y="8369"/>
                  </a:lnTo>
                  <a:lnTo>
                    <a:pt x="131038" y="25133"/>
                  </a:lnTo>
                  <a:lnTo>
                    <a:pt x="181508" y="25133"/>
                  </a:lnTo>
                  <a:lnTo>
                    <a:pt x="183603" y="33477"/>
                  </a:lnTo>
                  <a:lnTo>
                    <a:pt x="183603" y="41897"/>
                  </a:lnTo>
                  <a:lnTo>
                    <a:pt x="191985" y="41897"/>
                  </a:lnTo>
                  <a:lnTo>
                    <a:pt x="201129" y="41897"/>
                  </a:lnTo>
                  <a:lnTo>
                    <a:pt x="209511" y="41897"/>
                  </a:lnTo>
                  <a:lnTo>
                    <a:pt x="209511" y="59423"/>
                  </a:lnTo>
                  <a:lnTo>
                    <a:pt x="209511" y="76187"/>
                  </a:lnTo>
                  <a:lnTo>
                    <a:pt x="218655" y="76187"/>
                  </a:lnTo>
                  <a:lnTo>
                    <a:pt x="227037" y="76187"/>
                  </a:lnTo>
                  <a:lnTo>
                    <a:pt x="236181" y="76187"/>
                  </a:lnTo>
                  <a:lnTo>
                    <a:pt x="242468" y="76187"/>
                  </a:lnTo>
                  <a:lnTo>
                    <a:pt x="244551" y="84518"/>
                  </a:lnTo>
                  <a:lnTo>
                    <a:pt x="244551" y="92951"/>
                  </a:lnTo>
                  <a:lnTo>
                    <a:pt x="253695" y="92951"/>
                  </a:lnTo>
                  <a:lnTo>
                    <a:pt x="262077" y="92951"/>
                  </a:lnTo>
                  <a:lnTo>
                    <a:pt x="332181" y="92951"/>
                  </a:lnTo>
                  <a:lnTo>
                    <a:pt x="340563" y="59423"/>
                  </a:lnTo>
                  <a:lnTo>
                    <a:pt x="349694" y="59423"/>
                  </a:lnTo>
                  <a:lnTo>
                    <a:pt x="358076" y="59423"/>
                  </a:lnTo>
                  <a:lnTo>
                    <a:pt x="364985" y="59423"/>
                  </a:lnTo>
                  <a:lnTo>
                    <a:pt x="367220" y="67805"/>
                  </a:lnTo>
                  <a:lnTo>
                    <a:pt x="367220" y="76187"/>
                  </a:lnTo>
                  <a:lnTo>
                    <a:pt x="384746" y="76187"/>
                  </a:lnTo>
                  <a:lnTo>
                    <a:pt x="384746" y="5942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50121" y="3962488"/>
              <a:ext cx="367665" cy="110489"/>
            </a:xfrm>
            <a:custGeom>
              <a:avLst/>
              <a:gdLst/>
              <a:ahLst/>
              <a:cxnLst/>
              <a:rect l="l" t="t" r="r" b="b"/>
              <a:pathLst>
                <a:path w="367664" h="110489">
                  <a:moveTo>
                    <a:pt x="209511" y="41897"/>
                  </a:moveTo>
                  <a:lnTo>
                    <a:pt x="191998" y="33515"/>
                  </a:lnTo>
                  <a:lnTo>
                    <a:pt x="185661" y="59423"/>
                  </a:lnTo>
                  <a:lnTo>
                    <a:pt x="183616" y="59423"/>
                  </a:lnTo>
                  <a:lnTo>
                    <a:pt x="60947" y="59423"/>
                  </a:lnTo>
                  <a:lnTo>
                    <a:pt x="60947" y="76187"/>
                  </a:lnTo>
                  <a:lnTo>
                    <a:pt x="52565" y="76187"/>
                  </a:lnTo>
                  <a:lnTo>
                    <a:pt x="43434" y="76187"/>
                  </a:lnTo>
                  <a:lnTo>
                    <a:pt x="43434" y="59423"/>
                  </a:lnTo>
                  <a:lnTo>
                    <a:pt x="0" y="59423"/>
                  </a:lnTo>
                  <a:lnTo>
                    <a:pt x="0" y="76187"/>
                  </a:lnTo>
                  <a:lnTo>
                    <a:pt x="8382" y="76187"/>
                  </a:lnTo>
                  <a:lnTo>
                    <a:pt x="17526" y="76187"/>
                  </a:lnTo>
                  <a:lnTo>
                    <a:pt x="25908" y="76187"/>
                  </a:lnTo>
                  <a:lnTo>
                    <a:pt x="25908" y="92938"/>
                  </a:lnTo>
                  <a:lnTo>
                    <a:pt x="25908" y="110464"/>
                  </a:lnTo>
                  <a:lnTo>
                    <a:pt x="35039" y="110464"/>
                  </a:lnTo>
                  <a:lnTo>
                    <a:pt x="43421" y="110464"/>
                  </a:lnTo>
                  <a:lnTo>
                    <a:pt x="60947" y="110477"/>
                  </a:lnTo>
                  <a:lnTo>
                    <a:pt x="60947" y="92951"/>
                  </a:lnTo>
                  <a:lnTo>
                    <a:pt x="70091" y="92951"/>
                  </a:lnTo>
                  <a:lnTo>
                    <a:pt x="78473" y="92951"/>
                  </a:lnTo>
                  <a:lnTo>
                    <a:pt x="78473" y="76187"/>
                  </a:lnTo>
                  <a:lnTo>
                    <a:pt x="87617" y="76187"/>
                  </a:lnTo>
                  <a:lnTo>
                    <a:pt x="201142" y="76187"/>
                  </a:lnTo>
                  <a:lnTo>
                    <a:pt x="209511" y="41897"/>
                  </a:lnTo>
                  <a:close/>
                </a:path>
                <a:path w="367664" h="110489">
                  <a:moveTo>
                    <a:pt x="367220" y="41897"/>
                  </a:moveTo>
                  <a:lnTo>
                    <a:pt x="358076" y="41897"/>
                  </a:lnTo>
                  <a:lnTo>
                    <a:pt x="349707" y="41897"/>
                  </a:lnTo>
                  <a:lnTo>
                    <a:pt x="345033" y="41897"/>
                  </a:lnTo>
                  <a:lnTo>
                    <a:pt x="340563" y="25133"/>
                  </a:lnTo>
                  <a:lnTo>
                    <a:pt x="323037" y="16751"/>
                  </a:lnTo>
                  <a:lnTo>
                    <a:pt x="325272" y="25133"/>
                  </a:lnTo>
                  <a:lnTo>
                    <a:pt x="323037" y="25133"/>
                  </a:lnTo>
                  <a:lnTo>
                    <a:pt x="248754" y="25133"/>
                  </a:lnTo>
                  <a:lnTo>
                    <a:pt x="244563" y="8369"/>
                  </a:lnTo>
                  <a:lnTo>
                    <a:pt x="227037" y="0"/>
                  </a:lnTo>
                  <a:lnTo>
                    <a:pt x="229120" y="8369"/>
                  </a:lnTo>
                  <a:lnTo>
                    <a:pt x="227037" y="8369"/>
                  </a:lnTo>
                  <a:lnTo>
                    <a:pt x="218655" y="8369"/>
                  </a:lnTo>
                  <a:lnTo>
                    <a:pt x="209511" y="8369"/>
                  </a:lnTo>
                  <a:lnTo>
                    <a:pt x="201129" y="8369"/>
                  </a:lnTo>
                  <a:lnTo>
                    <a:pt x="191985" y="8369"/>
                  </a:lnTo>
                  <a:lnTo>
                    <a:pt x="191985" y="25133"/>
                  </a:lnTo>
                  <a:lnTo>
                    <a:pt x="233311" y="25133"/>
                  </a:lnTo>
                  <a:lnTo>
                    <a:pt x="235419" y="33515"/>
                  </a:lnTo>
                  <a:lnTo>
                    <a:pt x="235419" y="41897"/>
                  </a:lnTo>
                  <a:lnTo>
                    <a:pt x="244563" y="41897"/>
                  </a:lnTo>
                  <a:lnTo>
                    <a:pt x="252945" y="41897"/>
                  </a:lnTo>
                  <a:lnTo>
                    <a:pt x="329742" y="41897"/>
                  </a:lnTo>
                  <a:lnTo>
                    <a:pt x="332168" y="51003"/>
                  </a:lnTo>
                  <a:lnTo>
                    <a:pt x="332168" y="59423"/>
                  </a:lnTo>
                  <a:lnTo>
                    <a:pt x="340550" y="59423"/>
                  </a:lnTo>
                  <a:lnTo>
                    <a:pt x="349707" y="59423"/>
                  </a:lnTo>
                  <a:lnTo>
                    <a:pt x="358076" y="59423"/>
                  </a:lnTo>
                  <a:lnTo>
                    <a:pt x="367220" y="59423"/>
                  </a:lnTo>
                  <a:lnTo>
                    <a:pt x="367220" y="4189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00575" y="2313894"/>
              <a:ext cx="1607820" cy="1767839"/>
            </a:xfrm>
            <a:custGeom>
              <a:avLst/>
              <a:gdLst/>
              <a:ahLst/>
              <a:cxnLst/>
              <a:rect l="l" t="t" r="r" b="b"/>
              <a:pathLst>
                <a:path w="1607820" h="1767839">
                  <a:moveTo>
                    <a:pt x="0" y="1767637"/>
                  </a:moveTo>
                  <a:lnTo>
                    <a:pt x="17525" y="1767637"/>
                  </a:lnTo>
                  <a:lnTo>
                    <a:pt x="25894" y="1708213"/>
                  </a:lnTo>
                  <a:lnTo>
                    <a:pt x="25894" y="1665549"/>
                  </a:lnTo>
                  <a:lnTo>
                    <a:pt x="35037" y="1436208"/>
                  </a:lnTo>
                  <a:lnTo>
                    <a:pt x="35037" y="1393544"/>
                  </a:lnTo>
                  <a:lnTo>
                    <a:pt x="43420" y="1393544"/>
                  </a:lnTo>
                  <a:lnTo>
                    <a:pt x="52562" y="1368391"/>
                  </a:lnTo>
                  <a:lnTo>
                    <a:pt x="52562" y="1317347"/>
                  </a:lnTo>
                  <a:lnTo>
                    <a:pt x="60945" y="1317347"/>
                  </a:lnTo>
                  <a:lnTo>
                    <a:pt x="78470" y="1299823"/>
                  </a:lnTo>
                  <a:lnTo>
                    <a:pt x="78470" y="1266304"/>
                  </a:lnTo>
                  <a:lnTo>
                    <a:pt x="87612" y="1197723"/>
                  </a:lnTo>
                  <a:lnTo>
                    <a:pt x="95995" y="1197723"/>
                  </a:lnTo>
                  <a:lnTo>
                    <a:pt x="104365" y="1189343"/>
                  </a:lnTo>
                  <a:lnTo>
                    <a:pt x="156940" y="1189343"/>
                  </a:lnTo>
                  <a:lnTo>
                    <a:pt x="156940" y="926482"/>
                  </a:lnTo>
                  <a:lnTo>
                    <a:pt x="166083" y="0"/>
                  </a:lnTo>
                  <a:lnTo>
                    <a:pt x="174465" y="16759"/>
                  </a:lnTo>
                  <a:lnTo>
                    <a:pt x="183608" y="33519"/>
                  </a:lnTo>
                  <a:lnTo>
                    <a:pt x="191978" y="67803"/>
                  </a:lnTo>
                  <a:lnTo>
                    <a:pt x="191978" y="93707"/>
                  </a:lnTo>
                  <a:lnTo>
                    <a:pt x="201120" y="110480"/>
                  </a:lnTo>
                  <a:lnTo>
                    <a:pt x="209503" y="135620"/>
                  </a:lnTo>
                  <a:lnTo>
                    <a:pt x="209503" y="144000"/>
                  </a:lnTo>
                  <a:lnTo>
                    <a:pt x="218645" y="144000"/>
                  </a:lnTo>
                  <a:lnTo>
                    <a:pt x="227028" y="135620"/>
                  </a:lnTo>
                  <a:lnTo>
                    <a:pt x="235410" y="144000"/>
                  </a:lnTo>
                  <a:lnTo>
                    <a:pt x="707752" y="144000"/>
                  </a:lnTo>
                  <a:lnTo>
                    <a:pt x="707752" y="135620"/>
                  </a:lnTo>
                  <a:lnTo>
                    <a:pt x="716135" y="144000"/>
                  </a:lnTo>
                  <a:lnTo>
                    <a:pt x="725277" y="135620"/>
                  </a:lnTo>
                  <a:lnTo>
                    <a:pt x="725277" y="144000"/>
                  </a:lnTo>
                  <a:lnTo>
                    <a:pt x="733660" y="144000"/>
                  </a:lnTo>
                  <a:lnTo>
                    <a:pt x="733660" y="135620"/>
                  </a:lnTo>
                  <a:lnTo>
                    <a:pt x="742802" y="144000"/>
                  </a:lnTo>
                  <a:lnTo>
                    <a:pt x="751185" y="135620"/>
                  </a:lnTo>
                  <a:lnTo>
                    <a:pt x="751185" y="144000"/>
                  </a:lnTo>
                  <a:lnTo>
                    <a:pt x="760327" y="135620"/>
                  </a:lnTo>
                  <a:lnTo>
                    <a:pt x="760327" y="144000"/>
                  </a:lnTo>
                  <a:lnTo>
                    <a:pt x="768710" y="135620"/>
                  </a:lnTo>
                  <a:lnTo>
                    <a:pt x="777852" y="144000"/>
                  </a:lnTo>
                  <a:lnTo>
                    <a:pt x="786235" y="135620"/>
                  </a:lnTo>
                  <a:lnTo>
                    <a:pt x="794605" y="144000"/>
                  </a:lnTo>
                  <a:lnTo>
                    <a:pt x="803747" y="135620"/>
                  </a:lnTo>
                  <a:lnTo>
                    <a:pt x="812130" y="144000"/>
                  </a:lnTo>
                  <a:lnTo>
                    <a:pt x="812130" y="135620"/>
                  </a:lnTo>
                  <a:lnTo>
                    <a:pt x="821272" y="135620"/>
                  </a:lnTo>
                  <a:lnTo>
                    <a:pt x="829655" y="144000"/>
                  </a:lnTo>
                  <a:lnTo>
                    <a:pt x="829655" y="135620"/>
                  </a:lnTo>
                  <a:lnTo>
                    <a:pt x="838798" y="135620"/>
                  </a:lnTo>
                  <a:lnTo>
                    <a:pt x="838798" y="144000"/>
                  </a:lnTo>
                  <a:lnTo>
                    <a:pt x="847180" y="135620"/>
                  </a:lnTo>
                  <a:lnTo>
                    <a:pt x="856323" y="135620"/>
                  </a:lnTo>
                  <a:lnTo>
                    <a:pt x="864705" y="144000"/>
                  </a:lnTo>
                  <a:lnTo>
                    <a:pt x="891360" y="144000"/>
                  </a:lnTo>
                  <a:lnTo>
                    <a:pt x="899743" y="135620"/>
                  </a:lnTo>
                  <a:lnTo>
                    <a:pt x="908885" y="144000"/>
                  </a:lnTo>
                  <a:lnTo>
                    <a:pt x="917268" y="135620"/>
                  </a:lnTo>
                  <a:lnTo>
                    <a:pt x="917268" y="144000"/>
                  </a:lnTo>
                  <a:lnTo>
                    <a:pt x="952318" y="144000"/>
                  </a:lnTo>
                  <a:lnTo>
                    <a:pt x="960688" y="135620"/>
                  </a:lnTo>
                  <a:lnTo>
                    <a:pt x="960688" y="144000"/>
                  </a:lnTo>
                  <a:lnTo>
                    <a:pt x="969830" y="144000"/>
                  </a:lnTo>
                  <a:lnTo>
                    <a:pt x="969830" y="135620"/>
                  </a:lnTo>
                  <a:lnTo>
                    <a:pt x="978213" y="144000"/>
                  </a:lnTo>
                  <a:lnTo>
                    <a:pt x="987356" y="135620"/>
                  </a:lnTo>
                  <a:lnTo>
                    <a:pt x="987356" y="144000"/>
                  </a:lnTo>
                  <a:lnTo>
                    <a:pt x="995738" y="144000"/>
                  </a:lnTo>
                  <a:lnTo>
                    <a:pt x="995738" y="135620"/>
                  </a:lnTo>
                  <a:lnTo>
                    <a:pt x="1004881" y="144000"/>
                  </a:lnTo>
                  <a:lnTo>
                    <a:pt x="1039931" y="144000"/>
                  </a:lnTo>
                  <a:lnTo>
                    <a:pt x="1091734" y="144000"/>
                  </a:lnTo>
                  <a:lnTo>
                    <a:pt x="1100876" y="135620"/>
                  </a:lnTo>
                  <a:lnTo>
                    <a:pt x="1100876" y="144000"/>
                  </a:lnTo>
                  <a:lnTo>
                    <a:pt x="1118401" y="144000"/>
                  </a:lnTo>
                  <a:lnTo>
                    <a:pt x="1118401" y="135620"/>
                  </a:lnTo>
                  <a:lnTo>
                    <a:pt x="1126771" y="144000"/>
                  </a:lnTo>
                  <a:lnTo>
                    <a:pt x="1607508" y="144000"/>
                  </a:lnTo>
                </a:path>
              </a:pathLst>
            </a:custGeom>
            <a:ln w="25881">
              <a:solidFill>
                <a:srgbClr val="007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91513" y="2713024"/>
              <a:ext cx="332740" cy="1411605"/>
            </a:xfrm>
            <a:custGeom>
              <a:avLst/>
              <a:gdLst/>
              <a:ahLst/>
              <a:cxnLst/>
              <a:rect l="l" t="t" r="r" b="b"/>
              <a:pathLst>
                <a:path w="332739" h="1411604">
                  <a:moveTo>
                    <a:pt x="44196" y="1342440"/>
                  </a:moveTo>
                  <a:lnTo>
                    <a:pt x="26670" y="1342440"/>
                  </a:lnTo>
                  <a:lnTo>
                    <a:pt x="26670" y="1359966"/>
                  </a:lnTo>
                  <a:lnTo>
                    <a:pt x="17526" y="1359966"/>
                  </a:lnTo>
                  <a:lnTo>
                    <a:pt x="9144" y="1359966"/>
                  </a:lnTo>
                  <a:lnTo>
                    <a:pt x="0" y="1359966"/>
                  </a:lnTo>
                  <a:lnTo>
                    <a:pt x="0" y="1376730"/>
                  </a:lnTo>
                  <a:lnTo>
                    <a:pt x="0" y="1411020"/>
                  </a:lnTo>
                  <a:lnTo>
                    <a:pt x="17526" y="1411020"/>
                  </a:lnTo>
                  <a:lnTo>
                    <a:pt x="17526" y="1376730"/>
                  </a:lnTo>
                  <a:lnTo>
                    <a:pt x="26670" y="1376730"/>
                  </a:lnTo>
                  <a:lnTo>
                    <a:pt x="35052" y="1376730"/>
                  </a:lnTo>
                  <a:lnTo>
                    <a:pt x="44196" y="1376730"/>
                  </a:lnTo>
                  <a:lnTo>
                    <a:pt x="44196" y="1359966"/>
                  </a:lnTo>
                  <a:lnTo>
                    <a:pt x="44196" y="1342440"/>
                  </a:lnTo>
                  <a:close/>
                </a:path>
                <a:path w="332739" h="1411604">
                  <a:moveTo>
                    <a:pt x="44196" y="1240358"/>
                  </a:moveTo>
                  <a:lnTo>
                    <a:pt x="26670" y="1240358"/>
                  </a:lnTo>
                  <a:lnTo>
                    <a:pt x="26670" y="1274648"/>
                  </a:lnTo>
                  <a:lnTo>
                    <a:pt x="44196" y="1274648"/>
                  </a:lnTo>
                  <a:lnTo>
                    <a:pt x="44196" y="1240358"/>
                  </a:lnTo>
                  <a:close/>
                </a:path>
                <a:path w="332739" h="1411604">
                  <a:moveTo>
                    <a:pt x="52578" y="1139024"/>
                  </a:moveTo>
                  <a:lnTo>
                    <a:pt x="35052" y="1139024"/>
                  </a:lnTo>
                  <a:lnTo>
                    <a:pt x="35052" y="1172552"/>
                  </a:lnTo>
                  <a:lnTo>
                    <a:pt x="52578" y="1172552"/>
                  </a:lnTo>
                  <a:lnTo>
                    <a:pt x="52578" y="1139024"/>
                  </a:lnTo>
                  <a:close/>
                </a:path>
                <a:path w="332739" h="1411604">
                  <a:moveTo>
                    <a:pt x="61722" y="1028547"/>
                  </a:moveTo>
                  <a:lnTo>
                    <a:pt x="44196" y="1028547"/>
                  </a:lnTo>
                  <a:lnTo>
                    <a:pt x="44196" y="1045311"/>
                  </a:lnTo>
                  <a:lnTo>
                    <a:pt x="35052" y="1045311"/>
                  </a:lnTo>
                  <a:lnTo>
                    <a:pt x="35052" y="1062075"/>
                  </a:lnTo>
                  <a:lnTo>
                    <a:pt x="35052" y="1070457"/>
                  </a:lnTo>
                  <a:lnTo>
                    <a:pt x="52578" y="1070457"/>
                  </a:lnTo>
                  <a:lnTo>
                    <a:pt x="52578" y="1062075"/>
                  </a:lnTo>
                  <a:lnTo>
                    <a:pt x="61722" y="1062075"/>
                  </a:lnTo>
                  <a:lnTo>
                    <a:pt x="61722" y="1045311"/>
                  </a:lnTo>
                  <a:lnTo>
                    <a:pt x="61722" y="1028547"/>
                  </a:lnTo>
                  <a:close/>
                </a:path>
                <a:path w="332739" h="1411604">
                  <a:moveTo>
                    <a:pt x="79248" y="951611"/>
                  </a:moveTo>
                  <a:lnTo>
                    <a:pt x="61722" y="951611"/>
                  </a:lnTo>
                  <a:lnTo>
                    <a:pt x="61722" y="969124"/>
                  </a:lnTo>
                  <a:lnTo>
                    <a:pt x="52578" y="969124"/>
                  </a:lnTo>
                  <a:lnTo>
                    <a:pt x="52578" y="985888"/>
                  </a:lnTo>
                  <a:lnTo>
                    <a:pt x="61722" y="985888"/>
                  </a:lnTo>
                  <a:lnTo>
                    <a:pt x="79248" y="985901"/>
                  </a:lnTo>
                  <a:lnTo>
                    <a:pt x="79248" y="969124"/>
                  </a:lnTo>
                  <a:lnTo>
                    <a:pt x="79248" y="951611"/>
                  </a:lnTo>
                  <a:close/>
                </a:path>
                <a:path w="332739" h="1411604">
                  <a:moveTo>
                    <a:pt x="105143" y="858659"/>
                  </a:moveTo>
                  <a:lnTo>
                    <a:pt x="87617" y="858659"/>
                  </a:lnTo>
                  <a:lnTo>
                    <a:pt x="87617" y="875411"/>
                  </a:lnTo>
                  <a:lnTo>
                    <a:pt x="79235" y="875411"/>
                  </a:lnTo>
                  <a:lnTo>
                    <a:pt x="79235" y="892175"/>
                  </a:lnTo>
                  <a:lnTo>
                    <a:pt x="79235" y="908939"/>
                  </a:lnTo>
                  <a:lnTo>
                    <a:pt x="70091" y="908939"/>
                  </a:lnTo>
                  <a:lnTo>
                    <a:pt x="61722" y="908939"/>
                  </a:lnTo>
                  <a:lnTo>
                    <a:pt x="61722" y="926465"/>
                  </a:lnTo>
                  <a:lnTo>
                    <a:pt x="70091" y="926465"/>
                  </a:lnTo>
                  <a:lnTo>
                    <a:pt x="79235" y="926465"/>
                  </a:lnTo>
                  <a:lnTo>
                    <a:pt x="87630" y="926465"/>
                  </a:lnTo>
                  <a:lnTo>
                    <a:pt x="96761" y="926465"/>
                  </a:lnTo>
                  <a:lnTo>
                    <a:pt x="96761" y="908939"/>
                  </a:lnTo>
                  <a:lnTo>
                    <a:pt x="96761" y="892187"/>
                  </a:lnTo>
                  <a:lnTo>
                    <a:pt x="105143" y="892187"/>
                  </a:lnTo>
                  <a:lnTo>
                    <a:pt x="105143" y="875411"/>
                  </a:lnTo>
                  <a:lnTo>
                    <a:pt x="105143" y="858659"/>
                  </a:lnTo>
                  <a:close/>
                </a:path>
                <a:path w="332739" h="1411604">
                  <a:moveTo>
                    <a:pt x="175234" y="807605"/>
                  </a:moveTo>
                  <a:lnTo>
                    <a:pt x="157721" y="807605"/>
                  </a:lnTo>
                  <a:lnTo>
                    <a:pt x="157721" y="798474"/>
                  </a:lnTo>
                  <a:lnTo>
                    <a:pt x="157721" y="781697"/>
                  </a:lnTo>
                  <a:lnTo>
                    <a:pt x="148577" y="781697"/>
                  </a:lnTo>
                  <a:lnTo>
                    <a:pt x="140195" y="781697"/>
                  </a:lnTo>
                  <a:lnTo>
                    <a:pt x="131051" y="781697"/>
                  </a:lnTo>
                  <a:lnTo>
                    <a:pt x="113525" y="773315"/>
                  </a:lnTo>
                  <a:lnTo>
                    <a:pt x="109423" y="790079"/>
                  </a:lnTo>
                  <a:lnTo>
                    <a:pt x="105143" y="790079"/>
                  </a:lnTo>
                  <a:lnTo>
                    <a:pt x="96761" y="790079"/>
                  </a:lnTo>
                  <a:lnTo>
                    <a:pt x="96761" y="807618"/>
                  </a:lnTo>
                  <a:lnTo>
                    <a:pt x="105143" y="807618"/>
                  </a:lnTo>
                  <a:lnTo>
                    <a:pt x="122669" y="815987"/>
                  </a:lnTo>
                  <a:lnTo>
                    <a:pt x="126949" y="798474"/>
                  </a:lnTo>
                  <a:lnTo>
                    <a:pt x="131051" y="798474"/>
                  </a:lnTo>
                  <a:lnTo>
                    <a:pt x="140195" y="798474"/>
                  </a:lnTo>
                  <a:lnTo>
                    <a:pt x="140195" y="816000"/>
                  </a:lnTo>
                  <a:lnTo>
                    <a:pt x="157708" y="816000"/>
                  </a:lnTo>
                  <a:lnTo>
                    <a:pt x="157708" y="824369"/>
                  </a:lnTo>
                  <a:lnTo>
                    <a:pt x="148564" y="824369"/>
                  </a:lnTo>
                  <a:lnTo>
                    <a:pt x="140195" y="824369"/>
                  </a:lnTo>
                  <a:lnTo>
                    <a:pt x="140195" y="841133"/>
                  </a:lnTo>
                  <a:lnTo>
                    <a:pt x="148564" y="841133"/>
                  </a:lnTo>
                  <a:lnTo>
                    <a:pt x="157708" y="841133"/>
                  </a:lnTo>
                  <a:lnTo>
                    <a:pt x="166103" y="841133"/>
                  </a:lnTo>
                  <a:lnTo>
                    <a:pt x="175234" y="841133"/>
                  </a:lnTo>
                  <a:lnTo>
                    <a:pt x="175234" y="824369"/>
                  </a:lnTo>
                  <a:lnTo>
                    <a:pt x="175234" y="807605"/>
                  </a:lnTo>
                  <a:close/>
                </a:path>
                <a:path w="332739" h="1411604">
                  <a:moveTo>
                    <a:pt x="175234" y="705510"/>
                  </a:moveTo>
                  <a:lnTo>
                    <a:pt x="157708" y="705510"/>
                  </a:lnTo>
                  <a:lnTo>
                    <a:pt x="157708" y="739038"/>
                  </a:lnTo>
                  <a:lnTo>
                    <a:pt x="175234" y="739038"/>
                  </a:lnTo>
                  <a:lnTo>
                    <a:pt x="175234" y="705510"/>
                  </a:lnTo>
                  <a:close/>
                </a:path>
                <a:path w="332739" h="1411604">
                  <a:moveTo>
                    <a:pt x="183616" y="603415"/>
                  </a:moveTo>
                  <a:lnTo>
                    <a:pt x="166103" y="595033"/>
                  </a:lnTo>
                  <a:lnTo>
                    <a:pt x="157721" y="628561"/>
                  </a:lnTo>
                  <a:lnTo>
                    <a:pt x="175234" y="637705"/>
                  </a:lnTo>
                  <a:lnTo>
                    <a:pt x="183616" y="603415"/>
                  </a:lnTo>
                  <a:close/>
                </a:path>
                <a:path w="332739" h="1411604">
                  <a:moveTo>
                    <a:pt x="183616" y="501319"/>
                  </a:moveTo>
                  <a:lnTo>
                    <a:pt x="166090" y="501319"/>
                  </a:lnTo>
                  <a:lnTo>
                    <a:pt x="166090" y="535609"/>
                  </a:lnTo>
                  <a:lnTo>
                    <a:pt x="183616" y="535609"/>
                  </a:lnTo>
                  <a:lnTo>
                    <a:pt x="183616" y="501319"/>
                  </a:lnTo>
                  <a:close/>
                </a:path>
                <a:path w="332739" h="1411604">
                  <a:moveTo>
                    <a:pt x="183616" y="399237"/>
                  </a:moveTo>
                  <a:lnTo>
                    <a:pt x="166090" y="399237"/>
                  </a:lnTo>
                  <a:lnTo>
                    <a:pt x="166090" y="416763"/>
                  </a:lnTo>
                  <a:lnTo>
                    <a:pt x="166090" y="433527"/>
                  </a:lnTo>
                  <a:lnTo>
                    <a:pt x="183616" y="433527"/>
                  </a:lnTo>
                  <a:lnTo>
                    <a:pt x="183616" y="416763"/>
                  </a:lnTo>
                  <a:lnTo>
                    <a:pt x="183616" y="399237"/>
                  </a:lnTo>
                  <a:close/>
                </a:path>
                <a:path w="332739" h="1411604">
                  <a:moveTo>
                    <a:pt x="183616" y="297141"/>
                  </a:moveTo>
                  <a:lnTo>
                    <a:pt x="166090" y="297141"/>
                  </a:lnTo>
                  <a:lnTo>
                    <a:pt x="166090" y="331431"/>
                  </a:lnTo>
                  <a:lnTo>
                    <a:pt x="183616" y="331431"/>
                  </a:lnTo>
                  <a:lnTo>
                    <a:pt x="183616" y="297141"/>
                  </a:lnTo>
                  <a:close/>
                </a:path>
                <a:path w="332739" h="1411604">
                  <a:moveTo>
                    <a:pt x="183616" y="204190"/>
                  </a:moveTo>
                  <a:lnTo>
                    <a:pt x="166090" y="204190"/>
                  </a:lnTo>
                  <a:lnTo>
                    <a:pt x="166090" y="220954"/>
                  </a:lnTo>
                  <a:lnTo>
                    <a:pt x="166090" y="229336"/>
                  </a:lnTo>
                  <a:lnTo>
                    <a:pt x="166090" y="237718"/>
                  </a:lnTo>
                  <a:lnTo>
                    <a:pt x="183616" y="237718"/>
                  </a:lnTo>
                  <a:lnTo>
                    <a:pt x="183616" y="229336"/>
                  </a:lnTo>
                  <a:lnTo>
                    <a:pt x="183616" y="220954"/>
                  </a:lnTo>
                  <a:lnTo>
                    <a:pt x="183616" y="204190"/>
                  </a:lnTo>
                  <a:close/>
                </a:path>
                <a:path w="332739" h="1411604">
                  <a:moveTo>
                    <a:pt x="201142" y="110477"/>
                  </a:moveTo>
                  <a:lnTo>
                    <a:pt x="183616" y="110477"/>
                  </a:lnTo>
                  <a:lnTo>
                    <a:pt x="183616" y="127228"/>
                  </a:lnTo>
                  <a:lnTo>
                    <a:pt x="175234" y="127228"/>
                  </a:lnTo>
                  <a:lnTo>
                    <a:pt x="175234" y="136385"/>
                  </a:lnTo>
                  <a:lnTo>
                    <a:pt x="175234" y="144767"/>
                  </a:lnTo>
                  <a:lnTo>
                    <a:pt x="183616" y="144767"/>
                  </a:lnTo>
                  <a:lnTo>
                    <a:pt x="201142" y="144780"/>
                  </a:lnTo>
                  <a:lnTo>
                    <a:pt x="201142" y="127228"/>
                  </a:lnTo>
                  <a:lnTo>
                    <a:pt x="201142" y="110477"/>
                  </a:lnTo>
                  <a:close/>
                </a:path>
                <a:path w="332739" h="1411604">
                  <a:moveTo>
                    <a:pt x="218668" y="42659"/>
                  </a:moveTo>
                  <a:lnTo>
                    <a:pt x="201142" y="42659"/>
                  </a:lnTo>
                  <a:lnTo>
                    <a:pt x="201142" y="59423"/>
                  </a:lnTo>
                  <a:lnTo>
                    <a:pt x="192760" y="59423"/>
                  </a:lnTo>
                  <a:lnTo>
                    <a:pt x="192760" y="76187"/>
                  </a:lnTo>
                  <a:lnTo>
                    <a:pt x="201142" y="76187"/>
                  </a:lnTo>
                  <a:lnTo>
                    <a:pt x="210286" y="76187"/>
                  </a:lnTo>
                  <a:lnTo>
                    <a:pt x="218668" y="76187"/>
                  </a:lnTo>
                  <a:lnTo>
                    <a:pt x="218668" y="59423"/>
                  </a:lnTo>
                  <a:lnTo>
                    <a:pt x="218668" y="42659"/>
                  </a:lnTo>
                  <a:close/>
                </a:path>
                <a:path w="332739" h="1411604">
                  <a:moveTo>
                    <a:pt x="332181" y="16764"/>
                  </a:moveTo>
                  <a:lnTo>
                    <a:pt x="332181" y="16764"/>
                  </a:lnTo>
                  <a:lnTo>
                    <a:pt x="288759" y="16764"/>
                  </a:lnTo>
                  <a:lnTo>
                    <a:pt x="288759" y="8382"/>
                  </a:lnTo>
                  <a:lnTo>
                    <a:pt x="227812" y="8382"/>
                  </a:lnTo>
                  <a:lnTo>
                    <a:pt x="227812" y="0"/>
                  </a:lnTo>
                  <a:lnTo>
                    <a:pt x="210286" y="0"/>
                  </a:lnTo>
                  <a:lnTo>
                    <a:pt x="210286" y="8382"/>
                  </a:lnTo>
                  <a:lnTo>
                    <a:pt x="210286" y="25908"/>
                  </a:lnTo>
                  <a:lnTo>
                    <a:pt x="271233" y="25908"/>
                  </a:lnTo>
                  <a:lnTo>
                    <a:pt x="271233" y="34290"/>
                  </a:lnTo>
                  <a:lnTo>
                    <a:pt x="332181" y="34290"/>
                  </a:lnTo>
                  <a:lnTo>
                    <a:pt x="332181" y="16764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97786" y="2457792"/>
              <a:ext cx="384175" cy="314960"/>
            </a:xfrm>
            <a:custGeom>
              <a:avLst/>
              <a:gdLst/>
              <a:ahLst/>
              <a:cxnLst/>
              <a:rect l="l" t="t" r="r" b="b"/>
              <a:pathLst>
                <a:path w="384175" h="314960">
                  <a:moveTo>
                    <a:pt x="166103" y="281139"/>
                  </a:moveTo>
                  <a:lnTo>
                    <a:pt x="148577" y="281139"/>
                  </a:lnTo>
                  <a:lnTo>
                    <a:pt x="148577" y="297891"/>
                  </a:lnTo>
                  <a:lnTo>
                    <a:pt x="139433" y="297891"/>
                  </a:lnTo>
                  <a:lnTo>
                    <a:pt x="131051" y="297891"/>
                  </a:lnTo>
                  <a:lnTo>
                    <a:pt x="121907" y="297891"/>
                  </a:lnTo>
                  <a:lnTo>
                    <a:pt x="121907" y="289521"/>
                  </a:lnTo>
                  <a:lnTo>
                    <a:pt x="113525" y="289521"/>
                  </a:lnTo>
                  <a:lnTo>
                    <a:pt x="104381" y="289521"/>
                  </a:lnTo>
                  <a:lnTo>
                    <a:pt x="95999" y="289521"/>
                  </a:lnTo>
                  <a:lnTo>
                    <a:pt x="93764" y="289521"/>
                  </a:lnTo>
                  <a:lnTo>
                    <a:pt x="86868" y="263613"/>
                  </a:lnTo>
                  <a:lnTo>
                    <a:pt x="70104" y="255231"/>
                  </a:lnTo>
                  <a:lnTo>
                    <a:pt x="72148" y="263613"/>
                  </a:lnTo>
                  <a:lnTo>
                    <a:pt x="70104" y="263613"/>
                  </a:lnTo>
                  <a:lnTo>
                    <a:pt x="60960" y="263613"/>
                  </a:lnTo>
                  <a:lnTo>
                    <a:pt x="60960" y="255231"/>
                  </a:lnTo>
                  <a:lnTo>
                    <a:pt x="52578" y="255231"/>
                  </a:lnTo>
                  <a:lnTo>
                    <a:pt x="43434" y="255231"/>
                  </a:lnTo>
                  <a:lnTo>
                    <a:pt x="35052" y="255231"/>
                  </a:lnTo>
                  <a:lnTo>
                    <a:pt x="17526" y="246849"/>
                  </a:lnTo>
                  <a:lnTo>
                    <a:pt x="10820" y="271995"/>
                  </a:lnTo>
                  <a:lnTo>
                    <a:pt x="0" y="271995"/>
                  </a:lnTo>
                  <a:lnTo>
                    <a:pt x="0" y="289521"/>
                  </a:lnTo>
                  <a:lnTo>
                    <a:pt x="25908" y="289521"/>
                  </a:lnTo>
                  <a:lnTo>
                    <a:pt x="30581" y="271995"/>
                  </a:lnTo>
                  <a:lnTo>
                    <a:pt x="35052" y="271995"/>
                  </a:lnTo>
                  <a:lnTo>
                    <a:pt x="43434" y="271995"/>
                  </a:lnTo>
                  <a:lnTo>
                    <a:pt x="43434" y="281139"/>
                  </a:lnTo>
                  <a:lnTo>
                    <a:pt x="52578" y="281139"/>
                  </a:lnTo>
                  <a:lnTo>
                    <a:pt x="60960" y="281139"/>
                  </a:lnTo>
                  <a:lnTo>
                    <a:pt x="70104" y="281139"/>
                  </a:lnTo>
                  <a:lnTo>
                    <a:pt x="76428" y="281139"/>
                  </a:lnTo>
                  <a:lnTo>
                    <a:pt x="78473" y="289521"/>
                  </a:lnTo>
                  <a:lnTo>
                    <a:pt x="78473" y="306285"/>
                  </a:lnTo>
                  <a:lnTo>
                    <a:pt x="86855" y="306285"/>
                  </a:lnTo>
                  <a:lnTo>
                    <a:pt x="95999" y="306285"/>
                  </a:lnTo>
                  <a:lnTo>
                    <a:pt x="104381" y="306285"/>
                  </a:lnTo>
                  <a:lnTo>
                    <a:pt x="104381" y="314655"/>
                  </a:lnTo>
                  <a:lnTo>
                    <a:pt x="121907" y="314667"/>
                  </a:lnTo>
                  <a:lnTo>
                    <a:pt x="131051" y="314655"/>
                  </a:lnTo>
                  <a:lnTo>
                    <a:pt x="139433" y="314655"/>
                  </a:lnTo>
                  <a:lnTo>
                    <a:pt x="148577" y="314655"/>
                  </a:lnTo>
                  <a:lnTo>
                    <a:pt x="166103" y="314667"/>
                  </a:lnTo>
                  <a:lnTo>
                    <a:pt x="166103" y="297891"/>
                  </a:lnTo>
                  <a:lnTo>
                    <a:pt x="166103" y="281139"/>
                  </a:lnTo>
                  <a:close/>
                </a:path>
                <a:path w="384175" h="314960">
                  <a:moveTo>
                    <a:pt x="183616" y="179044"/>
                  </a:moveTo>
                  <a:lnTo>
                    <a:pt x="166090" y="179044"/>
                  </a:lnTo>
                  <a:lnTo>
                    <a:pt x="166090" y="195808"/>
                  </a:lnTo>
                  <a:lnTo>
                    <a:pt x="156946" y="195808"/>
                  </a:lnTo>
                  <a:lnTo>
                    <a:pt x="156946" y="212572"/>
                  </a:lnTo>
                  <a:lnTo>
                    <a:pt x="166090" y="212572"/>
                  </a:lnTo>
                  <a:lnTo>
                    <a:pt x="174472" y="212572"/>
                  </a:lnTo>
                  <a:lnTo>
                    <a:pt x="183616" y="212572"/>
                  </a:lnTo>
                  <a:lnTo>
                    <a:pt x="183616" y="195808"/>
                  </a:lnTo>
                  <a:lnTo>
                    <a:pt x="183616" y="179044"/>
                  </a:lnTo>
                  <a:close/>
                </a:path>
                <a:path w="384175" h="314960">
                  <a:moveTo>
                    <a:pt x="201142" y="68567"/>
                  </a:moveTo>
                  <a:lnTo>
                    <a:pt x="183616" y="68567"/>
                  </a:lnTo>
                  <a:lnTo>
                    <a:pt x="183616" y="85331"/>
                  </a:lnTo>
                  <a:lnTo>
                    <a:pt x="174472" y="85331"/>
                  </a:lnTo>
                  <a:lnTo>
                    <a:pt x="174472" y="102095"/>
                  </a:lnTo>
                  <a:lnTo>
                    <a:pt x="174472" y="110477"/>
                  </a:lnTo>
                  <a:lnTo>
                    <a:pt x="191998" y="110477"/>
                  </a:lnTo>
                  <a:lnTo>
                    <a:pt x="191998" y="102095"/>
                  </a:lnTo>
                  <a:lnTo>
                    <a:pt x="201142" y="102095"/>
                  </a:lnTo>
                  <a:lnTo>
                    <a:pt x="201142" y="85331"/>
                  </a:lnTo>
                  <a:lnTo>
                    <a:pt x="201142" y="68567"/>
                  </a:lnTo>
                  <a:close/>
                </a:path>
                <a:path w="384175" h="314960">
                  <a:moveTo>
                    <a:pt x="384009" y="34290"/>
                  </a:moveTo>
                  <a:lnTo>
                    <a:pt x="375627" y="34290"/>
                  </a:lnTo>
                  <a:lnTo>
                    <a:pt x="366483" y="34290"/>
                  </a:lnTo>
                  <a:lnTo>
                    <a:pt x="358101" y="34290"/>
                  </a:lnTo>
                  <a:lnTo>
                    <a:pt x="358101" y="25908"/>
                  </a:lnTo>
                  <a:lnTo>
                    <a:pt x="310108" y="25908"/>
                  </a:lnTo>
                  <a:lnTo>
                    <a:pt x="305536" y="9144"/>
                  </a:lnTo>
                  <a:lnTo>
                    <a:pt x="288010" y="0"/>
                  </a:lnTo>
                  <a:lnTo>
                    <a:pt x="292684" y="17526"/>
                  </a:lnTo>
                  <a:lnTo>
                    <a:pt x="288010" y="17526"/>
                  </a:lnTo>
                  <a:lnTo>
                    <a:pt x="279615" y="17526"/>
                  </a:lnTo>
                  <a:lnTo>
                    <a:pt x="270471" y="17526"/>
                  </a:lnTo>
                  <a:lnTo>
                    <a:pt x="262089" y="17526"/>
                  </a:lnTo>
                  <a:lnTo>
                    <a:pt x="262089" y="34290"/>
                  </a:lnTo>
                  <a:lnTo>
                    <a:pt x="252945" y="34290"/>
                  </a:lnTo>
                  <a:lnTo>
                    <a:pt x="248754" y="34290"/>
                  </a:lnTo>
                  <a:lnTo>
                    <a:pt x="244563" y="17526"/>
                  </a:lnTo>
                  <a:lnTo>
                    <a:pt x="227050" y="9144"/>
                  </a:lnTo>
                  <a:lnTo>
                    <a:pt x="231241" y="25908"/>
                  </a:lnTo>
                  <a:lnTo>
                    <a:pt x="227050" y="25908"/>
                  </a:lnTo>
                  <a:lnTo>
                    <a:pt x="183616" y="25908"/>
                  </a:lnTo>
                  <a:lnTo>
                    <a:pt x="183616" y="42672"/>
                  </a:lnTo>
                  <a:lnTo>
                    <a:pt x="235419" y="42672"/>
                  </a:lnTo>
                  <a:lnTo>
                    <a:pt x="235419" y="51054"/>
                  </a:lnTo>
                  <a:lnTo>
                    <a:pt x="279615" y="51054"/>
                  </a:lnTo>
                  <a:lnTo>
                    <a:pt x="279615" y="34290"/>
                  </a:lnTo>
                  <a:lnTo>
                    <a:pt x="288010" y="34290"/>
                  </a:lnTo>
                  <a:lnTo>
                    <a:pt x="297141" y="34290"/>
                  </a:lnTo>
                  <a:lnTo>
                    <a:pt x="297141" y="42672"/>
                  </a:lnTo>
                  <a:lnTo>
                    <a:pt x="340575" y="42672"/>
                  </a:lnTo>
                  <a:lnTo>
                    <a:pt x="340575" y="51054"/>
                  </a:lnTo>
                  <a:lnTo>
                    <a:pt x="384009" y="51054"/>
                  </a:lnTo>
                  <a:lnTo>
                    <a:pt x="384009" y="34290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55888" y="2432659"/>
              <a:ext cx="393700" cy="85725"/>
            </a:xfrm>
            <a:custGeom>
              <a:avLst/>
              <a:gdLst/>
              <a:ahLst/>
              <a:cxnLst/>
              <a:rect l="l" t="t" r="r" b="b"/>
              <a:pathLst>
                <a:path w="393700" h="85725">
                  <a:moveTo>
                    <a:pt x="393128" y="67805"/>
                  </a:moveTo>
                  <a:lnTo>
                    <a:pt x="393128" y="67805"/>
                  </a:lnTo>
                  <a:lnTo>
                    <a:pt x="345020" y="67805"/>
                  </a:lnTo>
                  <a:lnTo>
                    <a:pt x="340563" y="51041"/>
                  </a:lnTo>
                  <a:lnTo>
                    <a:pt x="323037" y="42659"/>
                  </a:lnTo>
                  <a:lnTo>
                    <a:pt x="327609" y="59423"/>
                  </a:lnTo>
                  <a:lnTo>
                    <a:pt x="323037" y="59423"/>
                  </a:lnTo>
                  <a:lnTo>
                    <a:pt x="314655" y="59423"/>
                  </a:lnTo>
                  <a:lnTo>
                    <a:pt x="314655" y="42659"/>
                  </a:lnTo>
                  <a:lnTo>
                    <a:pt x="305511" y="42659"/>
                  </a:lnTo>
                  <a:lnTo>
                    <a:pt x="297129" y="42659"/>
                  </a:lnTo>
                  <a:lnTo>
                    <a:pt x="297129" y="34277"/>
                  </a:lnTo>
                  <a:lnTo>
                    <a:pt x="287985" y="34277"/>
                  </a:lnTo>
                  <a:lnTo>
                    <a:pt x="271221" y="25133"/>
                  </a:lnTo>
                  <a:lnTo>
                    <a:pt x="264312" y="51041"/>
                  </a:lnTo>
                  <a:lnTo>
                    <a:pt x="262089" y="51041"/>
                  </a:lnTo>
                  <a:lnTo>
                    <a:pt x="253695" y="51041"/>
                  </a:lnTo>
                  <a:lnTo>
                    <a:pt x="249135" y="51041"/>
                  </a:lnTo>
                  <a:lnTo>
                    <a:pt x="244563" y="34277"/>
                  </a:lnTo>
                  <a:lnTo>
                    <a:pt x="227037" y="25133"/>
                  </a:lnTo>
                  <a:lnTo>
                    <a:pt x="231711" y="42659"/>
                  </a:lnTo>
                  <a:lnTo>
                    <a:pt x="227037" y="42659"/>
                  </a:lnTo>
                  <a:lnTo>
                    <a:pt x="218655" y="42659"/>
                  </a:lnTo>
                  <a:lnTo>
                    <a:pt x="209511" y="42659"/>
                  </a:lnTo>
                  <a:lnTo>
                    <a:pt x="205409" y="42659"/>
                  </a:lnTo>
                  <a:lnTo>
                    <a:pt x="201129" y="25133"/>
                  </a:lnTo>
                  <a:lnTo>
                    <a:pt x="183616" y="16751"/>
                  </a:lnTo>
                  <a:lnTo>
                    <a:pt x="187883" y="34277"/>
                  </a:lnTo>
                  <a:lnTo>
                    <a:pt x="183616" y="34277"/>
                  </a:lnTo>
                  <a:lnTo>
                    <a:pt x="139420" y="34277"/>
                  </a:lnTo>
                  <a:lnTo>
                    <a:pt x="139420" y="25133"/>
                  </a:lnTo>
                  <a:lnTo>
                    <a:pt x="47879" y="25133"/>
                  </a:lnTo>
                  <a:lnTo>
                    <a:pt x="43421" y="8382"/>
                  </a:lnTo>
                  <a:lnTo>
                    <a:pt x="25908" y="0"/>
                  </a:lnTo>
                  <a:lnTo>
                    <a:pt x="30365" y="16751"/>
                  </a:lnTo>
                  <a:lnTo>
                    <a:pt x="17526" y="16751"/>
                  </a:lnTo>
                  <a:lnTo>
                    <a:pt x="17513" y="34277"/>
                  </a:lnTo>
                  <a:lnTo>
                    <a:pt x="35039" y="34277"/>
                  </a:lnTo>
                  <a:lnTo>
                    <a:pt x="35039" y="42659"/>
                  </a:lnTo>
                  <a:lnTo>
                    <a:pt x="17526" y="34277"/>
                  </a:lnTo>
                  <a:lnTo>
                    <a:pt x="10668" y="59423"/>
                  </a:lnTo>
                  <a:lnTo>
                    <a:pt x="8382" y="59423"/>
                  </a:lnTo>
                  <a:lnTo>
                    <a:pt x="0" y="59423"/>
                  </a:lnTo>
                  <a:lnTo>
                    <a:pt x="0" y="76187"/>
                  </a:lnTo>
                  <a:lnTo>
                    <a:pt x="8382" y="76187"/>
                  </a:lnTo>
                  <a:lnTo>
                    <a:pt x="25908" y="76187"/>
                  </a:lnTo>
                  <a:lnTo>
                    <a:pt x="35052" y="42659"/>
                  </a:lnTo>
                  <a:lnTo>
                    <a:pt x="122656" y="42659"/>
                  </a:lnTo>
                  <a:lnTo>
                    <a:pt x="122656" y="51041"/>
                  </a:lnTo>
                  <a:lnTo>
                    <a:pt x="191985" y="51041"/>
                  </a:lnTo>
                  <a:lnTo>
                    <a:pt x="191985" y="59423"/>
                  </a:lnTo>
                  <a:lnTo>
                    <a:pt x="236181" y="59423"/>
                  </a:lnTo>
                  <a:lnTo>
                    <a:pt x="236181" y="67805"/>
                  </a:lnTo>
                  <a:lnTo>
                    <a:pt x="279603" y="67805"/>
                  </a:lnTo>
                  <a:lnTo>
                    <a:pt x="281698" y="59423"/>
                  </a:lnTo>
                  <a:lnTo>
                    <a:pt x="287985" y="59423"/>
                  </a:lnTo>
                  <a:lnTo>
                    <a:pt x="297129" y="59423"/>
                  </a:lnTo>
                  <a:lnTo>
                    <a:pt x="297129" y="76187"/>
                  </a:lnTo>
                  <a:lnTo>
                    <a:pt x="305511" y="76187"/>
                  </a:lnTo>
                  <a:lnTo>
                    <a:pt x="314655" y="76187"/>
                  </a:lnTo>
                  <a:lnTo>
                    <a:pt x="323037" y="76187"/>
                  </a:lnTo>
                  <a:lnTo>
                    <a:pt x="332168" y="76187"/>
                  </a:lnTo>
                  <a:lnTo>
                    <a:pt x="332168" y="85331"/>
                  </a:lnTo>
                  <a:lnTo>
                    <a:pt x="393128" y="85331"/>
                  </a:lnTo>
                  <a:lnTo>
                    <a:pt x="393128" y="67805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23108" y="2432659"/>
              <a:ext cx="393700" cy="127635"/>
            </a:xfrm>
            <a:custGeom>
              <a:avLst/>
              <a:gdLst/>
              <a:ahLst/>
              <a:cxnLst/>
              <a:rect l="l" t="t" r="r" b="b"/>
              <a:pathLst>
                <a:path w="393700" h="127635">
                  <a:moveTo>
                    <a:pt x="86855" y="42659"/>
                  </a:moveTo>
                  <a:lnTo>
                    <a:pt x="69329" y="42659"/>
                  </a:lnTo>
                  <a:lnTo>
                    <a:pt x="69329" y="59423"/>
                  </a:lnTo>
                  <a:lnTo>
                    <a:pt x="60947" y="59423"/>
                  </a:lnTo>
                  <a:lnTo>
                    <a:pt x="43434" y="51041"/>
                  </a:lnTo>
                  <a:lnTo>
                    <a:pt x="37287" y="76187"/>
                  </a:lnTo>
                  <a:lnTo>
                    <a:pt x="35052" y="76187"/>
                  </a:lnTo>
                  <a:lnTo>
                    <a:pt x="25908" y="76187"/>
                  </a:lnTo>
                  <a:lnTo>
                    <a:pt x="25908" y="67805"/>
                  </a:lnTo>
                  <a:lnTo>
                    <a:pt x="8382" y="67805"/>
                  </a:lnTo>
                  <a:lnTo>
                    <a:pt x="0" y="67805"/>
                  </a:lnTo>
                  <a:lnTo>
                    <a:pt x="0" y="85331"/>
                  </a:lnTo>
                  <a:lnTo>
                    <a:pt x="8382" y="85331"/>
                  </a:lnTo>
                  <a:lnTo>
                    <a:pt x="8382" y="93713"/>
                  </a:lnTo>
                  <a:lnTo>
                    <a:pt x="17526" y="93713"/>
                  </a:lnTo>
                  <a:lnTo>
                    <a:pt x="51803" y="93713"/>
                  </a:lnTo>
                  <a:lnTo>
                    <a:pt x="56464" y="76187"/>
                  </a:lnTo>
                  <a:lnTo>
                    <a:pt x="60947" y="76187"/>
                  </a:lnTo>
                  <a:lnTo>
                    <a:pt x="69329" y="76187"/>
                  </a:lnTo>
                  <a:lnTo>
                    <a:pt x="78473" y="76187"/>
                  </a:lnTo>
                  <a:lnTo>
                    <a:pt x="86855" y="76187"/>
                  </a:lnTo>
                  <a:lnTo>
                    <a:pt x="86855" y="59423"/>
                  </a:lnTo>
                  <a:lnTo>
                    <a:pt x="86855" y="42659"/>
                  </a:lnTo>
                  <a:close/>
                </a:path>
                <a:path w="393700" h="127635">
                  <a:moveTo>
                    <a:pt x="252958" y="25133"/>
                  </a:moveTo>
                  <a:lnTo>
                    <a:pt x="252958" y="25133"/>
                  </a:lnTo>
                  <a:lnTo>
                    <a:pt x="213601" y="25133"/>
                  </a:lnTo>
                  <a:lnTo>
                    <a:pt x="209511" y="8382"/>
                  </a:lnTo>
                  <a:lnTo>
                    <a:pt x="191998" y="0"/>
                  </a:lnTo>
                  <a:lnTo>
                    <a:pt x="196088" y="16751"/>
                  </a:lnTo>
                  <a:lnTo>
                    <a:pt x="191998" y="16751"/>
                  </a:lnTo>
                  <a:lnTo>
                    <a:pt x="69329" y="16751"/>
                  </a:lnTo>
                  <a:lnTo>
                    <a:pt x="69329" y="34277"/>
                  </a:lnTo>
                  <a:lnTo>
                    <a:pt x="200367" y="34277"/>
                  </a:lnTo>
                  <a:lnTo>
                    <a:pt x="200367" y="42659"/>
                  </a:lnTo>
                  <a:lnTo>
                    <a:pt x="209511" y="42659"/>
                  </a:lnTo>
                  <a:lnTo>
                    <a:pt x="217893" y="42659"/>
                  </a:lnTo>
                  <a:lnTo>
                    <a:pt x="227050" y="42659"/>
                  </a:lnTo>
                  <a:lnTo>
                    <a:pt x="235432" y="42659"/>
                  </a:lnTo>
                  <a:lnTo>
                    <a:pt x="235432" y="59423"/>
                  </a:lnTo>
                  <a:lnTo>
                    <a:pt x="252958" y="59423"/>
                  </a:lnTo>
                  <a:lnTo>
                    <a:pt x="252958" y="42659"/>
                  </a:lnTo>
                  <a:lnTo>
                    <a:pt x="252958" y="25133"/>
                  </a:lnTo>
                  <a:close/>
                </a:path>
                <a:path w="393700" h="127635">
                  <a:moveTo>
                    <a:pt x="393141" y="76187"/>
                  </a:moveTo>
                  <a:lnTo>
                    <a:pt x="393141" y="76187"/>
                  </a:lnTo>
                  <a:lnTo>
                    <a:pt x="353415" y="76187"/>
                  </a:lnTo>
                  <a:lnTo>
                    <a:pt x="348957" y="59423"/>
                  </a:lnTo>
                  <a:lnTo>
                    <a:pt x="331431" y="51041"/>
                  </a:lnTo>
                  <a:lnTo>
                    <a:pt x="335902" y="67805"/>
                  </a:lnTo>
                  <a:lnTo>
                    <a:pt x="331431" y="67805"/>
                  </a:lnTo>
                  <a:lnTo>
                    <a:pt x="323049" y="67805"/>
                  </a:lnTo>
                  <a:lnTo>
                    <a:pt x="314667" y="67805"/>
                  </a:lnTo>
                  <a:lnTo>
                    <a:pt x="305523" y="67805"/>
                  </a:lnTo>
                  <a:lnTo>
                    <a:pt x="299186" y="93700"/>
                  </a:lnTo>
                  <a:lnTo>
                    <a:pt x="297141" y="93700"/>
                  </a:lnTo>
                  <a:lnTo>
                    <a:pt x="287997" y="93700"/>
                  </a:lnTo>
                  <a:lnTo>
                    <a:pt x="287997" y="102082"/>
                  </a:lnTo>
                  <a:lnTo>
                    <a:pt x="244576" y="102082"/>
                  </a:lnTo>
                  <a:lnTo>
                    <a:pt x="244576" y="118846"/>
                  </a:lnTo>
                  <a:lnTo>
                    <a:pt x="252958" y="118846"/>
                  </a:lnTo>
                  <a:lnTo>
                    <a:pt x="262089" y="118846"/>
                  </a:lnTo>
                  <a:lnTo>
                    <a:pt x="270471" y="118846"/>
                  </a:lnTo>
                  <a:lnTo>
                    <a:pt x="270471" y="127228"/>
                  </a:lnTo>
                  <a:lnTo>
                    <a:pt x="279615" y="127228"/>
                  </a:lnTo>
                  <a:lnTo>
                    <a:pt x="287997" y="127228"/>
                  </a:lnTo>
                  <a:lnTo>
                    <a:pt x="297141" y="127228"/>
                  </a:lnTo>
                  <a:lnTo>
                    <a:pt x="305523" y="127228"/>
                  </a:lnTo>
                  <a:lnTo>
                    <a:pt x="305523" y="110464"/>
                  </a:lnTo>
                  <a:lnTo>
                    <a:pt x="314667" y="110464"/>
                  </a:lnTo>
                  <a:lnTo>
                    <a:pt x="320802" y="85331"/>
                  </a:lnTo>
                  <a:lnTo>
                    <a:pt x="323049" y="85331"/>
                  </a:lnTo>
                  <a:lnTo>
                    <a:pt x="331431" y="85331"/>
                  </a:lnTo>
                  <a:lnTo>
                    <a:pt x="340563" y="85331"/>
                  </a:lnTo>
                  <a:lnTo>
                    <a:pt x="340563" y="93713"/>
                  </a:lnTo>
                  <a:lnTo>
                    <a:pt x="393141" y="93713"/>
                  </a:lnTo>
                  <a:lnTo>
                    <a:pt x="393141" y="76187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89580" y="2449410"/>
              <a:ext cx="227965" cy="85725"/>
            </a:xfrm>
            <a:custGeom>
              <a:avLst/>
              <a:gdLst/>
              <a:ahLst/>
              <a:cxnLst/>
              <a:rect l="l" t="t" r="r" b="b"/>
              <a:pathLst>
                <a:path w="227964" h="85725">
                  <a:moveTo>
                    <a:pt x="105143" y="51054"/>
                  </a:moveTo>
                  <a:lnTo>
                    <a:pt x="87617" y="51054"/>
                  </a:lnTo>
                  <a:lnTo>
                    <a:pt x="87617" y="68580"/>
                  </a:lnTo>
                  <a:lnTo>
                    <a:pt x="79235" y="68580"/>
                  </a:lnTo>
                  <a:lnTo>
                    <a:pt x="48475" y="68580"/>
                  </a:lnTo>
                  <a:lnTo>
                    <a:pt x="44196" y="51054"/>
                  </a:lnTo>
                  <a:lnTo>
                    <a:pt x="26670" y="42672"/>
                  </a:lnTo>
                  <a:lnTo>
                    <a:pt x="30759" y="59436"/>
                  </a:lnTo>
                  <a:lnTo>
                    <a:pt x="26670" y="59436"/>
                  </a:lnTo>
                  <a:lnTo>
                    <a:pt x="17526" y="59436"/>
                  </a:lnTo>
                  <a:lnTo>
                    <a:pt x="9144" y="59436"/>
                  </a:lnTo>
                  <a:lnTo>
                    <a:pt x="0" y="59436"/>
                  </a:lnTo>
                  <a:lnTo>
                    <a:pt x="0" y="76962"/>
                  </a:lnTo>
                  <a:lnTo>
                    <a:pt x="9144" y="76962"/>
                  </a:lnTo>
                  <a:lnTo>
                    <a:pt x="17526" y="76962"/>
                  </a:lnTo>
                  <a:lnTo>
                    <a:pt x="26670" y="76962"/>
                  </a:lnTo>
                  <a:lnTo>
                    <a:pt x="35052" y="76962"/>
                  </a:lnTo>
                  <a:lnTo>
                    <a:pt x="35052" y="85344"/>
                  </a:lnTo>
                  <a:lnTo>
                    <a:pt x="105143" y="85344"/>
                  </a:lnTo>
                  <a:lnTo>
                    <a:pt x="105143" y="68580"/>
                  </a:lnTo>
                  <a:lnTo>
                    <a:pt x="105143" y="51054"/>
                  </a:lnTo>
                  <a:close/>
                </a:path>
                <a:path w="227964" h="85725">
                  <a:moveTo>
                    <a:pt x="227799" y="0"/>
                  </a:moveTo>
                  <a:lnTo>
                    <a:pt x="227799" y="0"/>
                  </a:lnTo>
                  <a:lnTo>
                    <a:pt x="95999" y="0"/>
                  </a:lnTo>
                  <a:lnTo>
                    <a:pt x="95999" y="17526"/>
                  </a:lnTo>
                  <a:lnTo>
                    <a:pt x="227799" y="17526"/>
                  </a:lnTo>
                  <a:lnTo>
                    <a:pt x="227799" y="0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37883" y="3959830"/>
            <a:ext cx="287655" cy="4857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b="1" spc="-5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86690">
              <a:lnSpc>
                <a:spcPct val="100000"/>
              </a:lnSpc>
              <a:spcBef>
                <a:spcPts val="370"/>
              </a:spcBef>
            </a:pPr>
            <a:r>
              <a:rPr sz="1200" b="1" spc="-5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0265" y="3547717"/>
            <a:ext cx="2006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2646" y="3080679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2646" y="2621259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150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2646" y="2154221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200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2646" y="1695565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250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2646" y="1227761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300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98217" y="4236472"/>
            <a:ext cx="2000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26880" y="4162662"/>
            <a:ext cx="1135380" cy="6254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641985" algn="l"/>
              </a:tabLst>
            </a:pPr>
            <a:r>
              <a:rPr sz="1200" b="1" spc="-25" dirty="0">
                <a:latin typeface="Arial"/>
                <a:cs typeface="Arial"/>
              </a:rPr>
              <a:t>20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1" spc="-25" dirty="0"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775"/>
              </a:spcBef>
            </a:pPr>
            <a:r>
              <a:rPr sz="1600" b="1" dirty="0">
                <a:latin typeface="Arial"/>
                <a:cs typeface="Arial"/>
              </a:rPr>
              <a:t>Time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(min)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85717" y="4236472"/>
            <a:ext cx="2000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14380" y="4236472"/>
            <a:ext cx="2000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43044" y="4236472"/>
            <a:ext cx="2006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60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01020" y="893685"/>
            <a:ext cx="3164205" cy="349567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9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Experiment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9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2</a:t>
            </a:r>
            <a:r>
              <a:rPr sz="16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VMs,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256</a:t>
            </a:r>
            <a:r>
              <a:rPr sz="16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MB,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same</a:t>
            </a:r>
            <a:r>
              <a:rPr sz="16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shares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VM1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:</a:t>
            </a:r>
            <a:r>
              <a:rPr sz="16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Windows</a:t>
            </a:r>
            <a:r>
              <a:rPr sz="16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boot+idle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359663"/>
                </a:solidFill>
                <a:latin typeface="Arial"/>
                <a:cs typeface="Arial"/>
              </a:rPr>
              <a:t>VM2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Linux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boot+dbench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Solid:</a:t>
            </a:r>
            <a:r>
              <a:rPr sz="16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usage,</a:t>
            </a:r>
            <a:r>
              <a:rPr sz="1600" spc="-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Ootted:</a:t>
            </a:r>
            <a:r>
              <a:rPr sz="16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active</a:t>
            </a:r>
            <a:endParaRPr sz="16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30"/>
              </a:spcBef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6396C9"/>
                </a:solidFill>
                <a:latin typeface="Arial"/>
                <a:cs typeface="Arial"/>
              </a:rPr>
              <a:t>Change</a:t>
            </a:r>
            <a:r>
              <a:rPr sz="2200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396C9"/>
                </a:solidFill>
                <a:latin typeface="Arial"/>
                <a:cs typeface="Arial"/>
              </a:rPr>
              <a:t>tax</a:t>
            </a:r>
            <a:r>
              <a:rPr sz="2200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6396C9"/>
                </a:solidFill>
                <a:latin typeface="Arial"/>
                <a:cs typeface="Arial"/>
              </a:rPr>
              <a:t>rate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latin typeface="Arial"/>
                <a:cs typeface="Arial"/>
              </a:rPr>
              <a:t>Before: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no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Arial"/>
                <a:cs typeface="Arial"/>
              </a:rPr>
              <a:t>tax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9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VM1</a:t>
            </a:r>
            <a:r>
              <a:rPr sz="1600" spc="30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idle,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59663"/>
                </a:solidFill>
                <a:latin typeface="Arial"/>
                <a:cs typeface="Arial"/>
              </a:rPr>
              <a:t>VM2</a:t>
            </a:r>
            <a:r>
              <a:rPr sz="1600" spc="45" dirty="0">
                <a:solidFill>
                  <a:srgbClr val="359663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"/>
                <a:cs typeface="Arial"/>
              </a:rPr>
              <a:t>active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latin typeface="Arial"/>
                <a:cs typeface="Arial"/>
              </a:rPr>
              <a:t>get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same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"/>
                <a:cs typeface="Arial"/>
              </a:rPr>
              <a:t>allocation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1833" y="2064987"/>
            <a:ext cx="252729" cy="13157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dirty="0">
                <a:latin typeface="Arial"/>
                <a:cs typeface="Arial"/>
              </a:rPr>
              <a:t>Memory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Arial"/>
                <a:cs typeface="Arial"/>
              </a:rPr>
              <a:t>(MB)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209005" y="1369057"/>
            <a:ext cx="0" cy="2738755"/>
          </a:xfrm>
          <a:custGeom>
            <a:avLst/>
            <a:gdLst/>
            <a:ahLst/>
            <a:cxnLst/>
            <a:rect l="l" t="t" r="r" b="b"/>
            <a:pathLst>
              <a:path h="2738754">
                <a:moveTo>
                  <a:pt x="0" y="0"/>
                </a:moveTo>
                <a:lnTo>
                  <a:pt x="0" y="2738223"/>
                </a:lnTo>
              </a:path>
            </a:pathLst>
          </a:custGeom>
          <a:ln w="19050">
            <a:solidFill>
              <a:srgbClr val="6396C9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Idle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dirty="0"/>
              <a:t>Memory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dirty="0"/>
              <a:t>Tax: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25" dirty="0"/>
              <a:t>75%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11373" y="1331893"/>
            <a:ext cx="3844290" cy="2839085"/>
            <a:chOff x="1211373" y="1331893"/>
            <a:chExt cx="3844290" cy="2839085"/>
          </a:xfrm>
        </p:grpSpPr>
        <p:sp>
          <p:nvSpPr>
            <p:cNvPr id="4" name="object 4"/>
            <p:cNvSpPr/>
            <p:nvPr/>
          </p:nvSpPr>
          <p:spPr>
            <a:xfrm>
              <a:off x="1215818" y="1336338"/>
              <a:ext cx="3827145" cy="2830195"/>
            </a:xfrm>
            <a:custGeom>
              <a:avLst/>
              <a:gdLst/>
              <a:ahLst/>
              <a:cxnLst/>
              <a:rect l="l" t="t" r="r" b="b"/>
              <a:pathLst>
                <a:path w="3827145" h="2830195">
                  <a:moveTo>
                    <a:pt x="52574" y="0"/>
                  </a:moveTo>
                  <a:lnTo>
                    <a:pt x="3826750" y="0"/>
                  </a:lnTo>
                  <a:lnTo>
                    <a:pt x="3826750" y="2778682"/>
                  </a:lnTo>
                  <a:lnTo>
                    <a:pt x="52574" y="2778682"/>
                  </a:lnTo>
                  <a:lnTo>
                    <a:pt x="52574" y="0"/>
                  </a:lnTo>
                  <a:lnTo>
                    <a:pt x="52574" y="2778682"/>
                  </a:lnTo>
                </a:path>
                <a:path w="3827145" h="2830195">
                  <a:moveTo>
                    <a:pt x="17524" y="2778682"/>
                  </a:moveTo>
                  <a:lnTo>
                    <a:pt x="52574" y="2778682"/>
                  </a:lnTo>
                </a:path>
                <a:path w="3827145" h="2830195">
                  <a:moveTo>
                    <a:pt x="17524" y="2685726"/>
                  </a:moveTo>
                  <a:lnTo>
                    <a:pt x="52574" y="2685726"/>
                  </a:lnTo>
                </a:path>
                <a:path w="3827145" h="2830195">
                  <a:moveTo>
                    <a:pt x="17524" y="2592007"/>
                  </a:moveTo>
                  <a:lnTo>
                    <a:pt x="52574" y="2592007"/>
                  </a:lnTo>
                </a:path>
                <a:path w="3827145" h="2830195">
                  <a:moveTo>
                    <a:pt x="17524" y="2498300"/>
                  </a:moveTo>
                  <a:lnTo>
                    <a:pt x="52574" y="2498300"/>
                  </a:lnTo>
                </a:path>
                <a:path w="3827145" h="2830195">
                  <a:moveTo>
                    <a:pt x="17524" y="2405344"/>
                  </a:moveTo>
                  <a:lnTo>
                    <a:pt x="52574" y="2405344"/>
                  </a:lnTo>
                </a:path>
                <a:path w="3827145" h="2830195">
                  <a:moveTo>
                    <a:pt x="17524" y="2320004"/>
                  </a:moveTo>
                  <a:lnTo>
                    <a:pt x="52574" y="2320004"/>
                  </a:lnTo>
                </a:path>
                <a:path w="3827145" h="2830195">
                  <a:moveTo>
                    <a:pt x="17524" y="2226297"/>
                  </a:moveTo>
                  <a:lnTo>
                    <a:pt x="52574" y="2226297"/>
                  </a:lnTo>
                </a:path>
                <a:path w="3827145" h="2830195">
                  <a:moveTo>
                    <a:pt x="17524" y="2133342"/>
                  </a:moveTo>
                  <a:lnTo>
                    <a:pt x="52574" y="2133342"/>
                  </a:lnTo>
                </a:path>
                <a:path w="3827145" h="2830195">
                  <a:moveTo>
                    <a:pt x="17524" y="2039622"/>
                  </a:moveTo>
                  <a:lnTo>
                    <a:pt x="52574" y="2039622"/>
                  </a:lnTo>
                </a:path>
                <a:path w="3827145" h="2830195">
                  <a:moveTo>
                    <a:pt x="17524" y="1945915"/>
                  </a:moveTo>
                  <a:lnTo>
                    <a:pt x="52574" y="1945915"/>
                  </a:lnTo>
                </a:path>
                <a:path w="3827145" h="2830195">
                  <a:moveTo>
                    <a:pt x="17524" y="1852960"/>
                  </a:moveTo>
                  <a:lnTo>
                    <a:pt x="52574" y="1852960"/>
                  </a:lnTo>
                </a:path>
                <a:path w="3827145" h="2830195">
                  <a:moveTo>
                    <a:pt x="17524" y="1759240"/>
                  </a:moveTo>
                  <a:lnTo>
                    <a:pt x="52574" y="1759240"/>
                  </a:lnTo>
                </a:path>
                <a:path w="3827145" h="2830195">
                  <a:moveTo>
                    <a:pt x="17524" y="1665533"/>
                  </a:moveTo>
                  <a:lnTo>
                    <a:pt x="52574" y="1665533"/>
                  </a:lnTo>
                </a:path>
                <a:path w="3827145" h="2830195">
                  <a:moveTo>
                    <a:pt x="17524" y="1572577"/>
                  </a:moveTo>
                  <a:lnTo>
                    <a:pt x="52574" y="1572577"/>
                  </a:lnTo>
                </a:path>
                <a:path w="3827145" h="2830195">
                  <a:moveTo>
                    <a:pt x="17524" y="1478858"/>
                  </a:moveTo>
                  <a:lnTo>
                    <a:pt x="52574" y="1478858"/>
                  </a:lnTo>
                </a:path>
                <a:path w="3827145" h="2830195">
                  <a:moveTo>
                    <a:pt x="17524" y="1385151"/>
                  </a:moveTo>
                  <a:lnTo>
                    <a:pt x="52574" y="1385151"/>
                  </a:lnTo>
                </a:path>
                <a:path w="3827145" h="2830195">
                  <a:moveTo>
                    <a:pt x="17524" y="1300575"/>
                  </a:moveTo>
                  <a:lnTo>
                    <a:pt x="52574" y="1300575"/>
                  </a:lnTo>
                </a:path>
                <a:path w="3827145" h="2830195">
                  <a:moveTo>
                    <a:pt x="17524" y="1206856"/>
                  </a:moveTo>
                  <a:lnTo>
                    <a:pt x="52574" y="1206856"/>
                  </a:lnTo>
                </a:path>
                <a:path w="3827145" h="2830195">
                  <a:moveTo>
                    <a:pt x="17524" y="1113148"/>
                  </a:moveTo>
                  <a:lnTo>
                    <a:pt x="52574" y="1113148"/>
                  </a:lnTo>
                </a:path>
                <a:path w="3827145" h="2830195">
                  <a:moveTo>
                    <a:pt x="17524" y="1020193"/>
                  </a:moveTo>
                  <a:lnTo>
                    <a:pt x="52574" y="1020193"/>
                  </a:lnTo>
                </a:path>
                <a:path w="3827145" h="2830195">
                  <a:moveTo>
                    <a:pt x="17524" y="926473"/>
                  </a:moveTo>
                  <a:lnTo>
                    <a:pt x="52574" y="926473"/>
                  </a:lnTo>
                </a:path>
                <a:path w="3827145" h="2830195">
                  <a:moveTo>
                    <a:pt x="17524" y="832766"/>
                  </a:moveTo>
                  <a:lnTo>
                    <a:pt x="52574" y="832766"/>
                  </a:lnTo>
                </a:path>
                <a:path w="3827145" h="2830195">
                  <a:moveTo>
                    <a:pt x="17524" y="739811"/>
                  </a:moveTo>
                  <a:lnTo>
                    <a:pt x="52574" y="739811"/>
                  </a:lnTo>
                </a:path>
                <a:path w="3827145" h="2830195">
                  <a:moveTo>
                    <a:pt x="17524" y="646091"/>
                  </a:moveTo>
                  <a:lnTo>
                    <a:pt x="52574" y="646091"/>
                  </a:lnTo>
                </a:path>
                <a:path w="3827145" h="2830195">
                  <a:moveTo>
                    <a:pt x="17524" y="552384"/>
                  </a:moveTo>
                  <a:lnTo>
                    <a:pt x="52574" y="552384"/>
                  </a:lnTo>
                </a:path>
                <a:path w="3827145" h="2830195">
                  <a:moveTo>
                    <a:pt x="17524" y="458664"/>
                  </a:moveTo>
                  <a:lnTo>
                    <a:pt x="52574" y="458664"/>
                  </a:lnTo>
                </a:path>
                <a:path w="3827145" h="2830195">
                  <a:moveTo>
                    <a:pt x="17524" y="374101"/>
                  </a:moveTo>
                  <a:lnTo>
                    <a:pt x="52574" y="374101"/>
                  </a:lnTo>
                </a:path>
                <a:path w="3827145" h="2830195">
                  <a:moveTo>
                    <a:pt x="17524" y="280382"/>
                  </a:moveTo>
                  <a:lnTo>
                    <a:pt x="52574" y="280382"/>
                  </a:lnTo>
                </a:path>
                <a:path w="3827145" h="2830195">
                  <a:moveTo>
                    <a:pt x="17524" y="187426"/>
                  </a:moveTo>
                  <a:lnTo>
                    <a:pt x="52574" y="187426"/>
                  </a:lnTo>
                </a:path>
                <a:path w="3827145" h="2830195">
                  <a:moveTo>
                    <a:pt x="17524" y="93719"/>
                  </a:moveTo>
                  <a:lnTo>
                    <a:pt x="52574" y="93719"/>
                  </a:lnTo>
                </a:path>
                <a:path w="3827145" h="2830195">
                  <a:moveTo>
                    <a:pt x="17524" y="0"/>
                  </a:moveTo>
                  <a:lnTo>
                    <a:pt x="52574" y="0"/>
                  </a:lnTo>
                </a:path>
                <a:path w="3827145" h="2830195">
                  <a:moveTo>
                    <a:pt x="0" y="2778682"/>
                  </a:moveTo>
                  <a:lnTo>
                    <a:pt x="52574" y="2778682"/>
                  </a:lnTo>
                </a:path>
                <a:path w="3827145" h="2830195">
                  <a:moveTo>
                    <a:pt x="0" y="2320004"/>
                  </a:moveTo>
                  <a:lnTo>
                    <a:pt x="52574" y="2320004"/>
                  </a:lnTo>
                </a:path>
                <a:path w="3827145" h="2830195">
                  <a:moveTo>
                    <a:pt x="0" y="1852960"/>
                  </a:moveTo>
                  <a:lnTo>
                    <a:pt x="52574" y="1852960"/>
                  </a:lnTo>
                </a:path>
                <a:path w="3827145" h="2830195">
                  <a:moveTo>
                    <a:pt x="0" y="1393531"/>
                  </a:moveTo>
                  <a:lnTo>
                    <a:pt x="52574" y="1393531"/>
                  </a:lnTo>
                </a:path>
                <a:path w="3827145" h="2830195">
                  <a:moveTo>
                    <a:pt x="0" y="926473"/>
                  </a:moveTo>
                  <a:lnTo>
                    <a:pt x="52574" y="926473"/>
                  </a:lnTo>
                </a:path>
                <a:path w="3827145" h="2830195">
                  <a:moveTo>
                    <a:pt x="0" y="467808"/>
                  </a:moveTo>
                  <a:lnTo>
                    <a:pt x="52574" y="467808"/>
                  </a:lnTo>
                </a:path>
                <a:path w="3827145" h="2830195">
                  <a:moveTo>
                    <a:pt x="0" y="0"/>
                  </a:moveTo>
                  <a:lnTo>
                    <a:pt x="52574" y="0"/>
                  </a:lnTo>
                </a:path>
                <a:path w="3827145" h="2830195">
                  <a:moveTo>
                    <a:pt x="52574" y="2778682"/>
                  </a:moveTo>
                  <a:lnTo>
                    <a:pt x="3826750" y="2778682"/>
                  </a:lnTo>
                </a:path>
                <a:path w="3827145" h="2830195">
                  <a:moveTo>
                    <a:pt x="52574" y="2812966"/>
                  </a:moveTo>
                  <a:lnTo>
                    <a:pt x="52574" y="2778682"/>
                  </a:lnTo>
                </a:path>
                <a:path w="3827145" h="2830195">
                  <a:moveTo>
                    <a:pt x="175223" y="2812966"/>
                  </a:moveTo>
                  <a:lnTo>
                    <a:pt x="175223" y="2778682"/>
                  </a:lnTo>
                </a:path>
                <a:path w="3827145" h="2830195">
                  <a:moveTo>
                    <a:pt x="306268" y="2812966"/>
                  </a:moveTo>
                  <a:lnTo>
                    <a:pt x="306268" y="2778682"/>
                  </a:lnTo>
                </a:path>
                <a:path w="3827145" h="2830195">
                  <a:moveTo>
                    <a:pt x="428157" y="2812966"/>
                  </a:moveTo>
                  <a:lnTo>
                    <a:pt x="428157" y="2778682"/>
                  </a:lnTo>
                </a:path>
                <a:path w="3827145" h="2830195">
                  <a:moveTo>
                    <a:pt x="559201" y="2812966"/>
                  </a:moveTo>
                  <a:lnTo>
                    <a:pt x="559201" y="2778682"/>
                  </a:lnTo>
                </a:path>
                <a:path w="3827145" h="2830195">
                  <a:moveTo>
                    <a:pt x="681850" y="2812966"/>
                  </a:moveTo>
                  <a:lnTo>
                    <a:pt x="681850" y="2778682"/>
                  </a:lnTo>
                </a:path>
                <a:path w="3827145" h="2830195">
                  <a:moveTo>
                    <a:pt x="803753" y="2812966"/>
                  </a:moveTo>
                  <a:lnTo>
                    <a:pt x="803753" y="2778682"/>
                  </a:lnTo>
                </a:path>
                <a:path w="3827145" h="2830195">
                  <a:moveTo>
                    <a:pt x="934784" y="2812966"/>
                  </a:moveTo>
                  <a:lnTo>
                    <a:pt x="934784" y="2778682"/>
                  </a:lnTo>
                </a:path>
                <a:path w="3827145" h="2830195">
                  <a:moveTo>
                    <a:pt x="1057446" y="2812966"/>
                  </a:moveTo>
                  <a:lnTo>
                    <a:pt x="1057446" y="2778682"/>
                  </a:lnTo>
                </a:path>
                <a:path w="3827145" h="2830195">
                  <a:moveTo>
                    <a:pt x="1188478" y="2812966"/>
                  </a:moveTo>
                  <a:lnTo>
                    <a:pt x="1188478" y="2778682"/>
                  </a:lnTo>
                </a:path>
                <a:path w="3827145" h="2830195">
                  <a:moveTo>
                    <a:pt x="1311139" y="2812966"/>
                  </a:moveTo>
                  <a:lnTo>
                    <a:pt x="1311139" y="2778682"/>
                  </a:lnTo>
                </a:path>
                <a:path w="3827145" h="2830195">
                  <a:moveTo>
                    <a:pt x="1433029" y="2812966"/>
                  </a:moveTo>
                  <a:lnTo>
                    <a:pt x="1433029" y="2778682"/>
                  </a:lnTo>
                </a:path>
                <a:path w="3827145" h="2830195">
                  <a:moveTo>
                    <a:pt x="1564073" y="2812966"/>
                  </a:moveTo>
                  <a:lnTo>
                    <a:pt x="1564073" y="2778682"/>
                  </a:lnTo>
                </a:path>
                <a:path w="3827145" h="2830195">
                  <a:moveTo>
                    <a:pt x="1686722" y="2812966"/>
                  </a:moveTo>
                  <a:lnTo>
                    <a:pt x="1686722" y="2778682"/>
                  </a:lnTo>
                </a:path>
                <a:path w="3827145" h="2830195">
                  <a:moveTo>
                    <a:pt x="1817766" y="2812966"/>
                  </a:moveTo>
                  <a:lnTo>
                    <a:pt x="1817766" y="2778682"/>
                  </a:lnTo>
                </a:path>
                <a:path w="3827145" h="2830195">
                  <a:moveTo>
                    <a:pt x="1939656" y="2812966"/>
                  </a:moveTo>
                  <a:lnTo>
                    <a:pt x="1939656" y="2778682"/>
                  </a:lnTo>
                </a:path>
                <a:path w="3827145" h="2830195">
                  <a:moveTo>
                    <a:pt x="2062318" y="2812966"/>
                  </a:moveTo>
                  <a:lnTo>
                    <a:pt x="2062318" y="2778682"/>
                  </a:lnTo>
                </a:path>
                <a:path w="3827145" h="2830195">
                  <a:moveTo>
                    <a:pt x="2193362" y="2812966"/>
                  </a:moveTo>
                  <a:lnTo>
                    <a:pt x="2193362" y="2778682"/>
                  </a:lnTo>
                </a:path>
                <a:path w="3827145" h="2830195">
                  <a:moveTo>
                    <a:pt x="2315251" y="2812966"/>
                  </a:moveTo>
                  <a:lnTo>
                    <a:pt x="2315251" y="2778682"/>
                  </a:lnTo>
                </a:path>
                <a:path w="3827145" h="2830195">
                  <a:moveTo>
                    <a:pt x="2446283" y="2812966"/>
                  </a:moveTo>
                  <a:lnTo>
                    <a:pt x="2446283" y="2778682"/>
                  </a:lnTo>
                </a:path>
                <a:path w="3827145" h="2830195">
                  <a:moveTo>
                    <a:pt x="2568945" y="2812966"/>
                  </a:moveTo>
                  <a:lnTo>
                    <a:pt x="2568945" y="2778682"/>
                  </a:lnTo>
                </a:path>
                <a:path w="3827145" h="2830195">
                  <a:moveTo>
                    <a:pt x="2691606" y="2812966"/>
                  </a:moveTo>
                  <a:lnTo>
                    <a:pt x="2691606" y="2778682"/>
                  </a:lnTo>
                </a:path>
                <a:path w="3827145" h="2830195">
                  <a:moveTo>
                    <a:pt x="2822638" y="2812966"/>
                  </a:moveTo>
                  <a:lnTo>
                    <a:pt x="2822638" y="2778682"/>
                  </a:lnTo>
                </a:path>
                <a:path w="3827145" h="2830195">
                  <a:moveTo>
                    <a:pt x="2944540" y="2812966"/>
                  </a:moveTo>
                  <a:lnTo>
                    <a:pt x="2944540" y="2778682"/>
                  </a:lnTo>
                </a:path>
                <a:path w="3827145" h="2830195">
                  <a:moveTo>
                    <a:pt x="3075572" y="2812966"/>
                  </a:moveTo>
                  <a:lnTo>
                    <a:pt x="3075572" y="2778682"/>
                  </a:lnTo>
                </a:path>
                <a:path w="3827145" h="2830195">
                  <a:moveTo>
                    <a:pt x="3198234" y="2812966"/>
                  </a:moveTo>
                  <a:lnTo>
                    <a:pt x="3198234" y="2778682"/>
                  </a:lnTo>
                </a:path>
                <a:path w="3827145" h="2830195">
                  <a:moveTo>
                    <a:pt x="3320123" y="2812966"/>
                  </a:moveTo>
                  <a:lnTo>
                    <a:pt x="3320123" y="2778682"/>
                  </a:lnTo>
                </a:path>
                <a:path w="3827145" h="2830195">
                  <a:moveTo>
                    <a:pt x="3451167" y="2812966"/>
                  </a:moveTo>
                  <a:lnTo>
                    <a:pt x="3451167" y="2778682"/>
                  </a:lnTo>
                </a:path>
                <a:path w="3827145" h="2830195">
                  <a:moveTo>
                    <a:pt x="3573816" y="2812966"/>
                  </a:moveTo>
                  <a:lnTo>
                    <a:pt x="3573816" y="2778682"/>
                  </a:lnTo>
                </a:path>
                <a:path w="3827145" h="2830195">
                  <a:moveTo>
                    <a:pt x="3704861" y="2812966"/>
                  </a:moveTo>
                  <a:lnTo>
                    <a:pt x="3704861" y="2778682"/>
                  </a:lnTo>
                </a:path>
                <a:path w="3827145" h="2830195">
                  <a:moveTo>
                    <a:pt x="3826750" y="2812966"/>
                  </a:moveTo>
                  <a:lnTo>
                    <a:pt x="3826750" y="2778682"/>
                  </a:lnTo>
                </a:path>
                <a:path w="3827145" h="2830195">
                  <a:moveTo>
                    <a:pt x="52574" y="2829725"/>
                  </a:moveTo>
                  <a:lnTo>
                    <a:pt x="52574" y="2778682"/>
                  </a:lnTo>
                </a:path>
                <a:path w="3827145" h="2830195">
                  <a:moveTo>
                    <a:pt x="681850" y="2829725"/>
                  </a:moveTo>
                  <a:lnTo>
                    <a:pt x="681850" y="2778682"/>
                  </a:lnTo>
                </a:path>
                <a:path w="3827145" h="2830195">
                  <a:moveTo>
                    <a:pt x="1311139" y="2829725"/>
                  </a:moveTo>
                  <a:lnTo>
                    <a:pt x="1311139" y="2778682"/>
                  </a:lnTo>
                </a:path>
                <a:path w="3827145" h="2830195">
                  <a:moveTo>
                    <a:pt x="1939656" y="2829725"/>
                  </a:moveTo>
                  <a:lnTo>
                    <a:pt x="1939656" y="2778682"/>
                  </a:lnTo>
                </a:path>
                <a:path w="3827145" h="2830195">
                  <a:moveTo>
                    <a:pt x="2568945" y="2829725"/>
                  </a:moveTo>
                  <a:lnTo>
                    <a:pt x="2568945" y="2778682"/>
                  </a:lnTo>
                </a:path>
                <a:path w="3827145" h="2830195">
                  <a:moveTo>
                    <a:pt x="3198234" y="2829725"/>
                  </a:moveTo>
                  <a:lnTo>
                    <a:pt x="3198234" y="2778682"/>
                  </a:lnTo>
                </a:path>
                <a:path w="3827145" h="2830195">
                  <a:moveTo>
                    <a:pt x="3826750" y="2829725"/>
                  </a:moveTo>
                  <a:lnTo>
                    <a:pt x="3826750" y="2778682"/>
                  </a:lnTo>
                </a:path>
              </a:pathLst>
            </a:custGeom>
            <a:ln w="86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68409" y="4081531"/>
              <a:ext cx="9525" cy="33655"/>
            </a:xfrm>
            <a:custGeom>
              <a:avLst/>
              <a:gdLst/>
              <a:ahLst/>
              <a:cxnLst/>
              <a:rect l="l" t="t" r="r" b="b"/>
              <a:pathLst>
                <a:path w="9525" h="33654">
                  <a:moveTo>
                    <a:pt x="0" y="33532"/>
                  </a:moveTo>
                  <a:lnTo>
                    <a:pt x="9142" y="0"/>
                  </a:lnTo>
                </a:path>
              </a:pathLst>
            </a:custGeom>
            <a:ln w="261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7535" y="1744723"/>
              <a:ext cx="3765550" cy="2336800"/>
            </a:xfrm>
            <a:custGeom>
              <a:avLst/>
              <a:gdLst/>
              <a:ahLst/>
              <a:cxnLst/>
              <a:rect l="l" t="t" r="r" b="b"/>
              <a:pathLst>
                <a:path w="3765550" h="2336800">
                  <a:moveTo>
                    <a:pt x="0" y="2336764"/>
                  </a:moveTo>
                  <a:lnTo>
                    <a:pt x="0" y="2319240"/>
                  </a:lnTo>
                  <a:lnTo>
                    <a:pt x="8369" y="2175241"/>
                  </a:lnTo>
                  <a:lnTo>
                    <a:pt x="8369" y="2149338"/>
                  </a:lnTo>
                  <a:lnTo>
                    <a:pt x="16752" y="2132578"/>
                  </a:lnTo>
                  <a:lnTo>
                    <a:pt x="43419" y="2132578"/>
                  </a:lnTo>
                  <a:lnTo>
                    <a:pt x="51802" y="2098294"/>
                  </a:lnTo>
                  <a:lnTo>
                    <a:pt x="51802" y="2064762"/>
                  </a:lnTo>
                  <a:lnTo>
                    <a:pt x="60944" y="1962675"/>
                  </a:lnTo>
                  <a:lnTo>
                    <a:pt x="60944" y="1699053"/>
                  </a:lnTo>
                  <a:lnTo>
                    <a:pt x="69327" y="1512377"/>
                  </a:lnTo>
                  <a:lnTo>
                    <a:pt x="78469" y="1299811"/>
                  </a:lnTo>
                  <a:lnTo>
                    <a:pt x="78469" y="1078852"/>
                  </a:lnTo>
                  <a:lnTo>
                    <a:pt x="86839" y="917329"/>
                  </a:lnTo>
                  <a:lnTo>
                    <a:pt x="86839" y="730667"/>
                  </a:lnTo>
                  <a:lnTo>
                    <a:pt x="95981" y="424381"/>
                  </a:lnTo>
                  <a:lnTo>
                    <a:pt x="104364" y="0"/>
                  </a:lnTo>
                  <a:lnTo>
                    <a:pt x="323020" y="0"/>
                  </a:lnTo>
                  <a:lnTo>
                    <a:pt x="323020" y="186662"/>
                  </a:lnTo>
                  <a:lnTo>
                    <a:pt x="331403" y="331425"/>
                  </a:lnTo>
                  <a:lnTo>
                    <a:pt x="331403" y="518088"/>
                  </a:lnTo>
                  <a:lnTo>
                    <a:pt x="340545" y="662851"/>
                  </a:lnTo>
                  <a:lnTo>
                    <a:pt x="348915" y="688003"/>
                  </a:lnTo>
                  <a:lnTo>
                    <a:pt x="358057" y="696383"/>
                  </a:lnTo>
                  <a:lnTo>
                    <a:pt x="366440" y="696383"/>
                  </a:lnTo>
                  <a:lnTo>
                    <a:pt x="375582" y="704763"/>
                  </a:lnTo>
                  <a:lnTo>
                    <a:pt x="401490" y="704763"/>
                  </a:lnTo>
                  <a:lnTo>
                    <a:pt x="401490" y="713143"/>
                  </a:lnTo>
                  <a:lnTo>
                    <a:pt x="1039148" y="713143"/>
                  </a:lnTo>
                  <a:lnTo>
                    <a:pt x="1781957" y="713143"/>
                  </a:lnTo>
                  <a:lnTo>
                    <a:pt x="1781957" y="722287"/>
                  </a:lnTo>
                  <a:lnTo>
                    <a:pt x="1930513" y="722287"/>
                  </a:lnTo>
                  <a:lnTo>
                    <a:pt x="1939656" y="968385"/>
                  </a:lnTo>
                  <a:lnTo>
                    <a:pt x="1939656" y="1146668"/>
                  </a:lnTo>
                  <a:lnTo>
                    <a:pt x="1948038" y="1308191"/>
                  </a:lnTo>
                  <a:lnTo>
                    <a:pt x="1956408" y="1325715"/>
                  </a:lnTo>
                  <a:lnTo>
                    <a:pt x="1956408" y="1385151"/>
                  </a:lnTo>
                  <a:lnTo>
                    <a:pt x="1965550" y="1385151"/>
                  </a:lnTo>
                  <a:lnTo>
                    <a:pt x="1965550" y="1435430"/>
                  </a:lnTo>
                  <a:lnTo>
                    <a:pt x="2070687" y="1435430"/>
                  </a:lnTo>
                  <a:lnTo>
                    <a:pt x="2079070" y="1427050"/>
                  </a:lnTo>
                  <a:lnTo>
                    <a:pt x="2087452" y="1427050"/>
                  </a:lnTo>
                  <a:lnTo>
                    <a:pt x="2236009" y="1427050"/>
                  </a:lnTo>
                  <a:lnTo>
                    <a:pt x="2236009" y="1435430"/>
                  </a:lnTo>
                  <a:lnTo>
                    <a:pt x="2411233" y="1435430"/>
                  </a:lnTo>
                  <a:lnTo>
                    <a:pt x="2419615" y="1427050"/>
                  </a:lnTo>
                  <a:lnTo>
                    <a:pt x="2498085" y="1427050"/>
                  </a:lnTo>
                  <a:lnTo>
                    <a:pt x="2498085" y="1435430"/>
                  </a:lnTo>
                  <a:lnTo>
                    <a:pt x="2786828" y="1435430"/>
                  </a:lnTo>
                  <a:lnTo>
                    <a:pt x="2795211" y="1427050"/>
                  </a:lnTo>
                  <a:lnTo>
                    <a:pt x="2909477" y="1427050"/>
                  </a:lnTo>
                  <a:lnTo>
                    <a:pt x="2909477" y="1435430"/>
                  </a:lnTo>
                  <a:lnTo>
                    <a:pt x="2917860" y="1435430"/>
                  </a:lnTo>
                  <a:lnTo>
                    <a:pt x="2926243" y="1427050"/>
                  </a:lnTo>
                  <a:lnTo>
                    <a:pt x="2926243" y="1444574"/>
                  </a:lnTo>
                  <a:lnTo>
                    <a:pt x="2935385" y="1444574"/>
                  </a:lnTo>
                  <a:lnTo>
                    <a:pt x="2943768" y="1435430"/>
                  </a:lnTo>
                  <a:lnTo>
                    <a:pt x="2952910" y="1444574"/>
                  </a:lnTo>
                  <a:lnTo>
                    <a:pt x="3005472" y="1444574"/>
                  </a:lnTo>
                  <a:lnTo>
                    <a:pt x="3005472" y="1435430"/>
                  </a:lnTo>
                  <a:lnTo>
                    <a:pt x="3136516" y="1435430"/>
                  </a:lnTo>
                  <a:lnTo>
                    <a:pt x="3136516" y="1427050"/>
                  </a:lnTo>
                  <a:lnTo>
                    <a:pt x="3144899" y="1427050"/>
                  </a:lnTo>
                  <a:lnTo>
                    <a:pt x="3451154" y="1427050"/>
                  </a:lnTo>
                  <a:lnTo>
                    <a:pt x="3451154" y="1418670"/>
                  </a:lnTo>
                  <a:lnTo>
                    <a:pt x="3502957" y="1418670"/>
                  </a:lnTo>
                  <a:lnTo>
                    <a:pt x="3502957" y="1435430"/>
                  </a:lnTo>
                  <a:lnTo>
                    <a:pt x="3590569" y="1435430"/>
                  </a:lnTo>
                  <a:lnTo>
                    <a:pt x="3599711" y="1427050"/>
                  </a:lnTo>
                  <a:lnTo>
                    <a:pt x="3599711" y="1435430"/>
                  </a:lnTo>
                  <a:lnTo>
                    <a:pt x="3616476" y="1435430"/>
                  </a:lnTo>
                  <a:lnTo>
                    <a:pt x="3625618" y="1427050"/>
                  </a:lnTo>
                  <a:lnTo>
                    <a:pt x="3739138" y="1427050"/>
                  </a:lnTo>
                  <a:lnTo>
                    <a:pt x="3747508" y="1435430"/>
                  </a:lnTo>
                  <a:lnTo>
                    <a:pt x="3765033" y="1435430"/>
                  </a:lnTo>
                </a:path>
              </a:pathLst>
            </a:custGeom>
            <a:ln w="2568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60081" y="2254351"/>
              <a:ext cx="182880" cy="1870075"/>
            </a:xfrm>
            <a:custGeom>
              <a:avLst/>
              <a:gdLst/>
              <a:ahLst/>
              <a:cxnLst/>
              <a:rect l="l" t="t" r="r" b="b"/>
              <a:pathLst>
                <a:path w="182880" h="1870075">
                  <a:moveTo>
                    <a:pt x="25908" y="1835365"/>
                  </a:moveTo>
                  <a:lnTo>
                    <a:pt x="8382" y="1835365"/>
                  </a:lnTo>
                  <a:lnTo>
                    <a:pt x="8382" y="1852129"/>
                  </a:lnTo>
                  <a:lnTo>
                    <a:pt x="0" y="1852129"/>
                  </a:lnTo>
                  <a:lnTo>
                    <a:pt x="0" y="1869655"/>
                  </a:lnTo>
                  <a:lnTo>
                    <a:pt x="8382" y="1869655"/>
                  </a:lnTo>
                  <a:lnTo>
                    <a:pt x="25908" y="1869655"/>
                  </a:lnTo>
                  <a:lnTo>
                    <a:pt x="25908" y="1852129"/>
                  </a:lnTo>
                  <a:lnTo>
                    <a:pt x="25908" y="1835365"/>
                  </a:lnTo>
                  <a:close/>
                </a:path>
                <a:path w="182880" h="1870075">
                  <a:moveTo>
                    <a:pt x="34290" y="1733270"/>
                  </a:moveTo>
                  <a:lnTo>
                    <a:pt x="17526" y="1733270"/>
                  </a:lnTo>
                  <a:lnTo>
                    <a:pt x="17526" y="1767560"/>
                  </a:lnTo>
                  <a:lnTo>
                    <a:pt x="34290" y="1767560"/>
                  </a:lnTo>
                  <a:lnTo>
                    <a:pt x="34290" y="1733270"/>
                  </a:lnTo>
                  <a:close/>
                </a:path>
                <a:path w="182880" h="1870075">
                  <a:moveTo>
                    <a:pt x="43434" y="1673847"/>
                  </a:moveTo>
                  <a:lnTo>
                    <a:pt x="25908" y="1673847"/>
                  </a:lnTo>
                  <a:lnTo>
                    <a:pt x="25908" y="1690611"/>
                  </a:lnTo>
                  <a:lnTo>
                    <a:pt x="17526" y="1690611"/>
                  </a:lnTo>
                  <a:lnTo>
                    <a:pt x="17526" y="1708137"/>
                  </a:lnTo>
                  <a:lnTo>
                    <a:pt x="25908" y="1708137"/>
                  </a:lnTo>
                  <a:lnTo>
                    <a:pt x="34290" y="1708137"/>
                  </a:lnTo>
                  <a:lnTo>
                    <a:pt x="43434" y="1708137"/>
                  </a:lnTo>
                  <a:lnTo>
                    <a:pt x="43434" y="1690611"/>
                  </a:lnTo>
                  <a:lnTo>
                    <a:pt x="43434" y="1673847"/>
                  </a:lnTo>
                  <a:close/>
                </a:path>
                <a:path w="182880" h="1870075">
                  <a:moveTo>
                    <a:pt x="86855" y="1580134"/>
                  </a:moveTo>
                  <a:lnTo>
                    <a:pt x="69329" y="1580134"/>
                  </a:lnTo>
                  <a:lnTo>
                    <a:pt x="69329" y="1592897"/>
                  </a:lnTo>
                  <a:lnTo>
                    <a:pt x="60947" y="1588516"/>
                  </a:lnTo>
                  <a:lnTo>
                    <a:pt x="54038" y="1614424"/>
                  </a:lnTo>
                  <a:lnTo>
                    <a:pt x="51803" y="1614424"/>
                  </a:lnTo>
                  <a:lnTo>
                    <a:pt x="43421" y="1614424"/>
                  </a:lnTo>
                  <a:lnTo>
                    <a:pt x="34277" y="1614424"/>
                  </a:lnTo>
                  <a:lnTo>
                    <a:pt x="34277" y="1631188"/>
                  </a:lnTo>
                  <a:lnTo>
                    <a:pt x="43421" y="1631188"/>
                  </a:lnTo>
                  <a:lnTo>
                    <a:pt x="51803" y="1631188"/>
                  </a:lnTo>
                  <a:lnTo>
                    <a:pt x="60947" y="1631188"/>
                  </a:lnTo>
                  <a:lnTo>
                    <a:pt x="69329" y="1631188"/>
                  </a:lnTo>
                  <a:lnTo>
                    <a:pt x="73901" y="1614424"/>
                  </a:lnTo>
                  <a:lnTo>
                    <a:pt x="78473" y="1614424"/>
                  </a:lnTo>
                  <a:lnTo>
                    <a:pt x="86855" y="1614424"/>
                  </a:lnTo>
                  <a:lnTo>
                    <a:pt x="86855" y="1597660"/>
                  </a:lnTo>
                  <a:lnTo>
                    <a:pt x="86855" y="1580134"/>
                  </a:lnTo>
                  <a:close/>
                </a:path>
                <a:path w="182880" h="1870075">
                  <a:moveTo>
                    <a:pt x="86855" y="1478051"/>
                  </a:moveTo>
                  <a:lnTo>
                    <a:pt x="69329" y="1478051"/>
                  </a:lnTo>
                  <a:lnTo>
                    <a:pt x="69329" y="1512341"/>
                  </a:lnTo>
                  <a:lnTo>
                    <a:pt x="86855" y="1512341"/>
                  </a:lnTo>
                  <a:lnTo>
                    <a:pt x="86855" y="1478051"/>
                  </a:lnTo>
                  <a:close/>
                </a:path>
                <a:path w="182880" h="1870075">
                  <a:moveTo>
                    <a:pt x="86855" y="1376718"/>
                  </a:moveTo>
                  <a:lnTo>
                    <a:pt x="69329" y="1376718"/>
                  </a:lnTo>
                  <a:lnTo>
                    <a:pt x="69329" y="1410246"/>
                  </a:lnTo>
                  <a:lnTo>
                    <a:pt x="86855" y="1410246"/>
                  </a:lnTo>
                  <a:lnTo>
                    <a:pt x="86855" y="1376718"/>
                  </a:lnTo>
                  <a:close/>
                </a:path>
                <a:path w="182880" h="1870075">
                  <a:moveTo>
                    <a:pt x="86855" y="1274622"/>
                  </a:moveTo>
                  <a:lnTo>
                    <a:pt x="69329" y="1274622"/>
                  </a:lnTo>
                  <a:lnTo>
                    <a:pt x="69329" y="1308150"/>
                  </a:lnTo>
                  <a:lnTo>
                    <a:pt x="86855" y="1308150"/>
                  </a:lnTo>
                  <a:lnTo>
                    <a:pt x="86855" y="1274622"/>
                  </a:lnTo>
                  <a:close/>
                </a:path>
                <a:path w="182880" h="1870075">
                  <a:moveTo>
                    <a:pt x="86855" y="1223568"/>
                  </a:moveTo>
                  <a:lnTo>
                    <a:pt x="69329" y="1223568"/>
                  </a:lnTo>
                  <a:lnTo>
                    <a:pt x="69329" y="1257109"/>
                  </a:lnTo>
                  <a:lnTo>
                    <a:pt x="86855" y="1257109"/>
                  </a:lnTo>
                  <a:lnTo>
                    <a:pt x="86855" y="1223568"/>
                  </a:lnTo>
                  <a:close/>
                </a:path>
                <a:path w="182880" h="1870075">
                  <a:moveTo>
                    <a:pt x="95999" y="1121473"/>
                  </a:moveTo>
                  <a:lnTo>
                    <a:pt x="78473" y="1121473"/>
                  </a:lnTo>
                  <a:lnTo>
                    <a:pt x="78473" y="1155763"/>
                  </a:lnTo>
                  <a:lnTo>
                    <a:pt x="95999" y="1155763"/>
                  </a:lnTo>
                  <a:lnTo>
                    <a:pt x="95999" y="1121473"/>
                  </a:lnTo>
                  <a:close/>
                </a:path>
                <a:path w="182880" h="1870075">
                  <a:moveTo>
                    <a:pt x="95999" y="1036142"/>
                  </a:moveTo>
                  <a:lnTo>
                    <a:pt x="78473" y="1036142"/>
                  </a:lnTo>
                  <a:lnTo>
                    <a:pt x="78473" y="1070432"/>
                  </a:lnTo>
                  <a:lnTo>
                    <a:pt x="95999" y="1070432"/>
                  </a:lnTo>
                  <a:lnTo>
                    <a:pt x="95999" y="1036142"/>
                  </a:lnTo>
                  <a:close/>
                </a:path>
                <a:path w="182880" h="1870075">
                  <a:moveTo>
                    <a:pt x="104381" y="934821"/>
                  </a:moveTo>
                  <a:lnTo>
                    <a:pt x="86855" y="934821"/>
                  </a:lnTo>
                  <a:lnTo>
                    <a:pt x="86855" y="968349"/>
                  </a:lnTo>
                  <a:lnTo>
                    <a:pt x="104381" y="968349"/>
                  </a:lnTo>
                  <a:lnTo>
                    <a:pt x="104381" y="934821"/>
                  </a:lnTo>
                  <a:close/>
                </a:path>
                <a:path w="182880" h="1870075">
                  <a:moveTo>
                    <a:pt x="113525" y="841108"/>
                  </a:moveTo>
                  <a:lnTo>
                    <a:pt x="95999" y="841108"/>
                  </a:lnTo>
                  <a:lnTo>
                    <a:pt x="95999" y="857872"/>
                  </a:lnTo>
                  <a:lnTo>
                    <a:pt x="86855" y="857872"/>
                  </a:lnTo>
                  <a:lnTo>
                    <a:pt x="86855" y="875398"/>
                  </a:lnTo>
                  <a:lnTo>
                    <a:pt x="86855" y="892162"/>
                  </a:lnTo>
                  <a:lnTo>
                    <a:pt x="104381" y="892162"/>
                  </a:lnTo>
                  <a:lnTo>
                    <a:pt x="104381" y="875398"/>
                  </a:lnTo>
                  <a:lnTo>
                    <a:pt x="113525" y="875398"/>
                  </a:lnTo>
                  <a:lnTo>
                    <a:pt x="113525" y="857872"/>
                  </a:lnTo>
                  <a:lnTo>
                    <a:pt x="113525" y="841108"/>
                  </a:lnTo>
                  <a:close/>
                </a:path>
                <a:path w="182880" h="1870075">
                  <a:moveTo>
                    <a:pt x="113525" y="722261"/>
                  </a:moveTo>
                  <a:lnTo>
                    <a:pt x="95999" y="722261"/>
                  </a:lnTo>
                  <a:lnTo>
                    <a:pt x="95999" y="739013"/>
                  </a:lnTo>
                  <a:lnTo>
                    <a:pt x="95999" y="755789"/>
                  </a:lnTo>
                  <a:lnTo>
                    <a:pt x="95999" y="773303"/>
                  </a:lnTo>
                  <a:lnTo>
                    <a:pt x="113525" y="773303"/>
                  </a:lnTo>
                  <a:lnTo>
                    <a:pt x="113525" y="755789"/>
                  </a:lnTo>
                  <a:lnTo>
                    <a:pt x="113525" y="739013"/>
                  </a:lnTo>
                  <a:lnTo>
                    <a:pt x="113525" y="722261"/>
                  </a:lnTo>
                  <a:close/>
                </a:path>
                <a:path w="182880" h="1870075">
                  <a:moveTo>
                    <a:pt x="113525" y="620166"/>
                  </a:moveTo>
                  <a:lnTo>
                    <a:pt x="95999" y="620166"/>
                  </a:lnTo>
                  <a:lnTo>
                    <a:pt x="95999" y="654456"/>
                  </a:lnTo>
                  <a:lnTo>
                    <a:pt x="113525" y="654456"/>
                  </a:lnTo>
                  <a:lnTo>
                    <a:pt x="113525" y="620166"/>
                  </a:lnTo>
                  <a:close/>
                </a:path>
                <a:path w="182880" h="1870075">
                  <a:moveTo>
                    <a:pt x="121894" y="518071"/>
                  </a:moveTo>
                  <a:lnTo>
                    <a:pt x="104368" y="518071"/>
                  </a:lnTo>
                  <a:lnTo>
                    <a:pt x="104368" y="552361"/>
                  </a:lnTo>
                  <a:lnTo>
                    <a:pt x="121894" y="552361"/>
                  </a:lnTo>
                  <a:lnTo>
                    <a:pt x="121894" y="518071"/>
                  </a:lnTo>
                  <a:close/>
                </a:path>
                <a:path w="182880" h="1870075">
                  <a:moveTo>
                    <a:pt x="121894" y="433501"/>
                  </a:moveTo>
                  <a:lnTo>
                    <a:pt x="104368" y="433501"/>
                  </a:lnTo>
                  <a:lnTo>
                    <a:pt x="104368" y="467029"/>
                  </a:lnTo>
                  <a:lnTo>
                    <a:pt x="121894" y="467029"/>
                  </a:lnTo>
                  <a:lnTo>
                    <a:pt x="121894" y="433501"/>
                  </a:lnTo>
                  <a:close/>
                </a:path>
                <a:path w="182880" h="1870075">
                  <a:moveTo>
                    <a:pt x="121894" y="331419"/>
                  </a:moveTo>
                  <a:lnTo>
                    <a:pt x="104368" y="331419"/>
                  </a:lnTo>
                  <a:lnTo>
                    <a:pt x="104368" y="364947"/>
                  </a:lnTo>
                  <a:lnTo>
                    <a:pt x="121894" y="364947"/>
                  </a:lnTo>
                  <a:lnTo>
                    <a:pt x="121894" y="331419"/>
                  </a:lnTo>
                  <a:close/>
                </a:path>
                <a:path w="182880" h="1870075">
                  <a:moveTo>
                    <a:pt x="131038" y="229323"/>
                  </a:moveTo>
                  <a:lnTo>
                    <a:pt x="113512" y="229323"/>
                  </a:lnTo>
                  <a:lnTo>
                    <a:pt x="113512" y="263613"/>
                  </a:lnTo>
                  <a:lnTo>
                    <a:pt x="131038" y="263613"/>
                  </a:lnTo>
                  <a:lnTo>
                    <a:pt x="131038" y="229323"/>
                  </a:lnTo>
                  <a:close/>
                </a:path>
                <a:path w="182880" h="1870075">
                  <a:moveTo>
                    <a:pt x="139420" y="153136"/>
                  </a:moveTo>
                  <a:lnTo>
                    <a:pt x="121894" y="153136"/>
                  </a:lnTo>
                  <a:lnTo>
                    <a:pt x="121894" y="169900"/>
                  </a:lnTo>
                  <a:lnTo>
                    <a:pt x="113512" y="169900"/>
                  </a:lnTo>
                  <a:lnTo>
                    <a:pt x="113512" y="186664"/>
                  </a:lnTo>
                  <a:lnTo>
                    <a:pt x="121894" y="186664"/>
                  </a:lnTo>
                  <a:lnTo>
                    <a:pt x="131038" y="186664"/>
                  </a:lnTo>
                  <a:lnTo>
                    <a:pt x="139420" y="186664"/>
                  </a:lnTo>
                  <a:lnTo>
                    <a:pt x="139420" y="169900"/>
                  </a:lnTo>
                  <a:lnTo>
                    <a:pt x="139420" y="153136"/>
                  </a:lnTo>
                  <a:close/>
                </a:path>
                <a:path w="182880" h="1870075">
                  <a:moveTo>
                    <a:pt x="139420" y="51041"/>
                  </a:moveTo>
                  <a:lnTo>
                    <a:pt x="121894" y="51041"/>
                  </a:lnTo>
                  <a:lnTo>
                    <a:pt x="121894" y="84569"/>
                  </a:lnTo>
                  <a:lnTo>
                    <a:pt x="139420" y="84569"/>
                  </a:lnTo>
                  <a:lnTo>
                    <a:pt x="139420" y="51041"/>
                  </a:lnTo>
                  <a:close/>
                </a:path>
                <a:path w="182880" h="1870075">
                  <a:moveTo>
                    <a:pt x="182854" y="0"/>
                  </a:moveTo>
                  <a:lnTo>
                    <a:pt x="182854" y="0"/>
                  </a:lnTo>
                  <a:lnTo>
                    <a:pt x="121894" y="0"/>
                  </a:lnTo>
                  <a:lnTo>
                    <a:pt x="121894" y="16764"/>
                  </a:lnTo>
                  <a:lnTo>
                    <a:pt x="182854" y="16764"/>
                  </a:lnTo>
                  <a:lnTo>
                    <a:pt x="1828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38750" y="2254339"/>
              <a:ext cx="0" cy="441959"/>
            </a:xfrm>
            <a:custGeom>
              <a:avLst/>
              <a:gdLst/>
              <a:ahLst/>
              <a:cxnLst/>
              <a:rect l="l" t="t" r="r" b="b"/>
              <a:pathLst>
                <a:path h="441960">
                  <a:moveTo>
                    <a:pt x="0" y="0"/>
                  </a:moveTo>
                  <a:lnTo>
                    <a:pt x="0" y="441888"/>
                  </a:lnTo>
                </a:path>
              </a:pathLst>
            </a:custGeom>
            <a:ln w="26670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34541" y="2764040"/>
              <a:ext cx="340995" cy="1257935"/>
            </a:xfrm>
            <a:custGeom>
              <a:avLst/>
              <a:gdLst/>
              <a:ahLst/>
              <a:cxnLst/>
              <a:rect l="l" t="t" r="r" b="b"/>
              <a:pathLst>
                <a:path w="340994" h="1257935">
                  <a:moveTo>
                    <a:pt x="17538" y="204190"/>
                  </a:moveTo>
                  <a:lnTo>
                    <a:pt x="12" y="204190"/>
                  </a:lnTo>
                  <a:lnTo>
                    <a:pt x="12" y="237718"/>
                  </a:lnTo>
                  <a:lnTo>
                    <a:pt x="17538" y="237718"/>
                  </a:lnTo>
                  <a:lnTo>
                    <a:pt x="17538" y="204190"/>
                  </a:lnTo>
                  <a:close/>
                </a:path>
                <a:path w="340994" h="1257935">
                  <a:moveTo>
                    <a:pt x="17538" y="102095"/>
                  </a:moveTo>
                  <a:lnTo>
                    <a:pt x="12" y="102095"/>
                  </a:lnTo>
                  <a:lnTo>
                    <a:pt x="12" y="135623"/>
                  </a:lnTo>
                  <a:lnTo>
                    <a:pt x="17538" y="135623"/>
                  </a:lnTo>
                  <a:lnTo>
                    <a:pt x="17538" y="102095"/>
                  </a:lnTo>
                  <a:close/>
                </a:path>
                <a:path w="340994" h="1257935">
                  <a:moveTo>
                    <a:pt x="17538" y="0"/>
                  </a:moveTo>
                  <a:lnTo>
                    <a:pt x="12" y="0"/>
                  </a:lnTo>
                  <a:lnTo>
                    <a:pt x="12" y="34290"/>
                  </a:lnTo>
                  <a:lnTo>
                    <a:pt x="17538" y="34290"/>
                  </a:lnTo>
                  <a:lnTo>
                    <a:pt x="17538" y="0"/>
                  </a:lnTo>
                  <a:close/>
                </a:path>
                <a:path w="340994" h="1257935">
                  <a:moveTo>
                    <a:pt x="43434" y="526453"/>
                  </a:moveTo>
                  <a:lnTo>
                    <a:pt x="25908" y="526453"/>
                  </a:lnTo>
                  <a:lnTo>
                    <a:pt x="25908" y="560743"/>
                  </a:lnTo>
                  <a:lnTo>
                    <a:pt x="43434" y="560743"/>
                  </a:lnTo>
                  <a:lnTo>
                    <a:pt x="43434" y="526453"/>
                  </a:lnTo>
                  <a:close/>
                </a:path>
                <a:path w="340994" h="1257935">
                  <a:moveTo>
                    <a:pt x="43434" y="425132"/>
                  </a:moveTo>
                  <a:lnTo>
                    <a:pt x="25908" y="425132"/>
                  </a:lnTo>
                  <a:lnTo>
                    <a:pt x="25908" y="458660"/>
                  </a:lnTo>
                  <a:lnTo>
                    <a:pt x="43434" y="458660"/>
                  </a:lnTo>
                  <a:lnTo>
                    <a:pt x="43434" y="425132"/>
                  </a:lnTo>
                  <a:close/>
                </a:path>
                <a:path w="340994" h="1257935">
                  <a:moveTo>
                    <a:pt x="43434" y="323037"/>
                  </a:moveTo>
                  <a:lnTo>
                    <a:pt x="35052" y="323037"/>
                  </a:lnTo>
                  <a:lnTo>
                    <a:pt x="25908" y="323037"/>
                  </a:lnTo>
                  <a:lnTo>
                    <a:pt x="17538" y="323037"/>
                  </a:lnTo>
                  <a:lnTo>
                    <a:pt x="17538" y="306273"/>
                  </a:lnTo>
                  <a:lnTo>
                    <a:pt x="12" y="306273"/>
                  </a:lnTo>
                  <a:lnTo>
                    <a:pt x="12" y="323037"/>
                  </a:lnTo>
                  <a:lnTo>
                    <a:pt x="0" y="339801"/>
                  </a:lnTo>
                  <a:lnTo>
                    <a:pt x="8382" y="339801"/>
                  </a:lnTo>
                  <a:lnTo>
                    <a:pt x="17526" y="339801"/>
                  </a:lnTo>
                  <a:lnTo>
                    <a:pt x="25908" y="339801"/>
                  </a:lnTo>
                  <a:lnTo>
                    <a:pt x="25908" y="356565"/>
                  </a:lnTo>
                  <a:lnTo>
                    <a:pt x="43434" y="356565"/>
                  </a:lnTo>
                  <a:lnTo>
                    <a:pt x="43434" y="339801"/>
                  </a:lnTo>
                  <a:lnTo>
                    <a:pt x="43434" y="323037"/>
                  </a:lnTo>
                  <a:close/>
                </a:path>
                <a:path w="340994" h="1257935">
                  <a:moveTo>
                    <a:pt x="70104" y="586651"/>
                  </a:moveTo>
                  <a:lnTo>
                    <a:pt x="70104" y="586651"/>
                  </a:lnTo>
                  <a:lnTo>
                    <a:pt x="25908" y="586651"/>
                  </a:lnTo>
                  <a:lnTo>
                    <a:pt x="25908" y="603415"/>
                  </a:lnTo>
                  <a:lnTo>
                    <a:pt x="35052" y="603415"/>
                  </a:lnTo>
                  <a:lnTo>
                    <a:pt x="43434" y="603415"/>
                  </a:lnTo>
                  <a:lnTo>
                    <a:pt x="52578" y="603415"/>
                  </a:lnTo>
                  <a:lnTo>
                    <a:pt x="52578" y="620179"/>
                  </a:lnTo>
                  <a:lnTo>
                    <a:pt x="70104" y="620179"/>
                  </a:lnTo>
                  <a:lnTo>
                    <a:pt x="70104" y="603415"/>
                  </a:lnTo>
                  <a:lnTo>
                    <a:pt x="70104" y="586651"/>
                  </a:lnTo>
                  <a:close/>
                </a:path>
                <a:path w="340994" h="1257935">
                  <a:moveTo>
                    <a:pt x="105143" y="824357"/>
                  </a:moveTo>
                  <a:lnTo>
                    <a:pt x="87617" y="824357"/>
                  </a:lnTo>
                  <a:lnTo>
                    <a:pt x="87617" y="857885"/>
                  </a:lnTo>
                  <a:lnTo>
                    <a:pt x="105143" y="857885"/>
                  </a:lnTo>
                  <a:lnTo>
                    <a:pt x="105143" y="824357"/>
                  </a:lnTo>
                  <a:close/>
                </a:path>
                <a:path w="340994" h="1257935">
                  <a:moveTo>
                    <a:pt x="105143" y="722261"/>
                  </a:moveTo>
                  <a:lnTo>
                    <a:pt x="96012" y="722261"/>
                  </a:lnTo>
                  <a:lnTo>
                    <a:pt x="87630" y="722261"/>
                  </a:lnTo>
                  <a:lnTo>
                    <a:pt x="78486" y="722261"/>
                  </a:lnTo>
                  <a:lnTo>
                    <a:pt x="78486" y="687971"/>
                  </a:lnTo>
                  <a:lnTo>
                    <a:pt x="60960" y="687971"/>
                  </a:lnTo>
                  <a:lnTo>
                    <a:pt x="60960" y="722261"/>
                  </a:lnTo>
                  <a:lnTo>
                    <a:pt x="60960" y="739013"/>
                  </a:lnTo>
                  <a:lnTo>
                    <a:pt x="70104" y="739025"/>
                  </a:lnTo>
                  <a:lnTo>
                    <a:pt x="78473" y="739025"/>
                  </a:lnTo>
                  <a:lnTo>
                    <a:pt x="87617" y="739025"/>
                  </a:lnTo>
                  <a:lnTo>
                    <a:pt x="87617" y="756564"/>
                  </a:lnTo>
                  <a:lnTo>
                    <a:pt x="105143" y="756564"/>
                  </a:lnTo>
                  <a:lnTo>
                    <a:pt x="105143" y="739025"/>
                  </a:lnTo>
                  <a:lnTo>
                    <a:pt x="105143" y="722261"/>
                  </a:lnTo>
                  <a:close/>
                </a:path>
                <a:path w="340994" h="1257935">
                  <a:moveTo>
                    <a:pt x="131051" y="867029"/>
                  </a:moveTo>
                  <a:lnTo>
                    <a:pt x="131051" y="867029"/>
                  </a:lnTo>
                  <a:lnTo>
                    <a:pt x="87617" y="867029"/>
                  </a:lnTo>
                  <a:lnTo>
                    <a:pt x="87617" y="883793"/>
                  </a:lnTo>
                  <a:lnTo>
                    <a:pt x="95999" y="883793"/>
                  </a:lnTo>
                  <a:lnTo>
                    <a:pt x="105143" y="883793"/>
                  </a:lnTo>
                  <a:lnTo>
                    <a:pt x="113525" y="883793"/>
                  </a:lnTo>
                  <a:lnTo>
                    <a:pt x="113525" y="900557"/>
                  </a:lnTo>
                  <a:lnTo>
                    <a:pt x="131051" y="900557"/>
                  </a:lnTo>
                  <a:lnTo>
                    <a:pt x="131051" y="883793"/>
                  </a:lnTo>
                  <a:lnTo>
                    <a:pt x="131051" y="867029"/>
                  </a:lnTo>
                  <a:close/>
                </a:path>
                <a:path w="340994" h="1257935">
                  <a:moveTo>
                    <a:pt x="166103" y="959980"/>
                  </a:moveTo>
                  <a:lnTo>
                    <a:pt x="166103" y="959980"/>
                  </a:lnTo>
                  <a:lnTo>
                    <a:pt x="122669" y="959980"/>
                  </a:lnTo>
                  <a:lnTo>
                    <a:pt x="122669" y="968362"/>
                  </a:lnTo>
                  <a:lnTo>
                    <a:pt x="122669" y="977506"/>
                  </a:lnTo>
                  <a:lnTo>
                    <a:pt x="131051" y="977506"/>
                  </a:lnTo>
                  <a:lnTo>
                    <a:pt x="139433" y="977506"/>
                  </a:lnTo>
                  <a:lnTo>
                    <a:pt x="148577" y="977506"/>
                  </a:lnTo>
                  <a:lnTo>
                    <a:pt x="148577" y="994270"/>
                  </a:lnTo>
                  <a:lnTo>
                    <a:pt x="166103" y="994270"/>
                  </a:lnTo>
                  <a:lnTo>
                    <a:pt x="166103" y="977506"/>
                  </a:lnTo>
                  <a:lnTo>
                    <a:pt x="166103" y="959980"/>
                  </a:lnTo>
                  <a:close/>
                </a:path>
                <a:path w="340994" h="1257935">
                  <a:moveTo>
                    <a:pt x="183616" y="1062062"/>
                  </a:moveTo>
                  <a:lnTo>
                    <a:pt x="174472" y="1062062"/>
                  </a:lnTo>
                  <a:lnTo>
                    <a:pt x="166090" y="1062062"/>
                  </a:lnTo>
                  <a:lnTo>
                    <a:pt x="156946" y="1062062"/>
                  </a:lnTo>
                  <a:lnTo>
                    <a:pt x="156946" y="1078826"/>
                  </a:lnTo>
                  <a:lnTo>
                    <a:pt x="166090" y="1078826"/>
                  </a:lnTo>
                  <a:lnTo>
                    <a:pt x="166090" y="1096352"/>
                  </a:lnTo>
                  <a:lnTo>
                    <a:pt x="183616" y="1096352"/>
                  </a:lnTo>
                  <a:lnTo>
                    <a:pt x="183616" y="1078826"/>
                  </a:lnTo>
                  <a:lnTo>
                    <a:pt x="183616" y="1062062"/>
                  </a:lnTo>
                  <a:close/>
                </a:path>
                <a:path w="340994" h="1257935">
                  <a:moveTo>
                    <a:pt x="201142" y="1129868"/>
                  </a:moveTo>
                  <a:lnTo>
                    <a:pt x="189750" y="1129868"/>
                  </a:lnTo>
                  <a:lnTo>
                    <a:pt x="183616" y="1104734"/>
                  </a:lnTo>
                  <a:lnTo>
                    <a:pt x="166103" y="1096352"/>
                  </a:lnTo>
                  <a:lnTo>
                    <a:pt x="174472" y="1129868"/>
                  </a:lnTo>
                  <a:lnTo>
                    <a:pt x="174472" y="1147394"/>
                  </a:lnTo>
                  <a:lnTo>
                    <a:pt x="183616" y="1147394"/>
                  </a:lnTo>
                  <a:lnTo>
                    <a:pt x="183616" y="1164158"/>
                  </a:lnTo>
                  <a:lnTo>
                    <a:pt x="201142" y="1164158"/>
                  </a:lnTo>
                  <a:lnTo>
                    <a:pt x="201142" y="1147394"/>
                  </a:lnTo>
                  <a:lnTo>
                    <a:pt x="201142" y="1129868"/>
                  </a:lnTo>
                  <a:close/>
                </a:path>
                <a:path w="340994" h="1257935">
                  <a:moveTo>
                    <a:pt x="340563" y="1240345"/>
                  </a:moveTo>
                  <a:lnTo>
                    <a:pt x="332181" y="1240345"/>
                  </a:lnTo>
                  <a:lnTo>
                    <a:pt x="323049" y="1240345"/>
                  </a:lnTo>
                  <a:lnTo>
                    <a:pt x="314667" y="1240345"/>
                  </a:lnTo>
                  <a:lnTo>
                    <a:pt x="314667" y="1223581"/>
                  </a:lnTo>
                  <a:lnTo>
                    <a:pt x="253707" y="1223581"/>
                  </a:lnTo>
                  <a:lnTo>
                    <a:pt x="253707" y="1206830"/>
                  </a:lnTo>
                  <a:lnTo>
                    <a:pt x="253707" y="1189304"/>
                  </a:lnTo>
                  <a:lnTo>
                    <a:pt x="244576" y="1189304"/>
                  </a:lnTo>
                  <a:lnTo>
                    <a:pt x="236194" y="1189304"/>
                  </a:lnTo>
                  <a:lnTo>
                    <a:pt x="191998" y="1189304"/>
                  </a:lnTo>
                  <a:lnTo>
                    <a:pt x="191998" y="1206830"/>
                  </a:lnTo>
                  <a:lnTo>
                    <a:pt x="236181" y="1206830"/>
                  </a:lnTo>
                  <a:lnTo>
                    <a:pt x="236181" y="1223581"/>
                  </a:lnTo>
                  <a:lnTo>
                    <a:pt x="236181" y="1240345"/>
                  </a:lnTo>
                  <a:lnTo>
                    <a:pt x="244563" y="1240345"/>
                  </a:lnTo>
                  <a:lnTo>
                    <a:pt x="297141" y="1240345"/>
                  </a:lnTo>
                  <a:lnTo>
                    <a:pt x="297141" y="1257871"/>
                  </a:lnTo>
                  <a:lnTo>
                    <a:pt x="340563" y="1257871"/>
                  </a:lnTo>
                  <a:lnTo>
                    <a:pt x="340563" y="124034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9196" y="3979240"/>
              <a:ext cx="393700" cy="93980"/>
            </a:xfrm>
            <a:custGeom>
              <a:avLst/>
              <a:gdLst/>
              <a:ahLst/>
              <a:cxnLst/>
              <a:rect l="l" t="t" r="r" b="b"/>
              <a:pathLst>
                <a:path w="393700" h="93979">
                  <a:moveTo>
                    <a:pt x="287997" y="8382"/>
                  </a:moveTo>
                  <a:lnTo>
                    <a:pt x="279615" y="8382"/>
                  </a:lnTo>
                  <a:lnTo>
                    <a:pt x="270471" y="8382"/>
                  </a:lnTo>
                  <a:lnTo>
                    <a:pt x="262089" y="8382"/>
                  </a:lnTo>
                  <a:lnTo>
                    <a:pt x="244563" y="0"/>
                  </a:lnTo>
                  <a:lnTo>
                    <a:pt x="237858" y="25146"/>
                  </a:lnTo>
                  <a:lnTo>
                    <a:pt x="235432" y="25146"/>
                  </a:lnTo>
                  <a:lnTo>
                    <a:pt x="227050" y="25146"/>
                  </a:lnTo>
                  <a:lnTo>
                    <a:pt x="191998" y="25146"/>
                  </a:lnTo>
                  <a:lnTo>
                    <a:pt x="191998" y="42672"/>
                  </a:lnTo>
                  <a:lnTo>
                    <a:pt x="183616" y="42672"/>
                  </a:lnTo>
                  <a:lnTo>
                    <a:pt x="174472" y="42672"/>
                  </a:lnTo>
                  <a:lnTo>
                    <a:pt x="174472" y="59436"/>
                  </a:lnTo>
                  <a:lnTo>
                    <a:pt x="166090" y="59436"/>
                  </a:lnTo>
                  <a:lnTo>
                    <a:pt x="161518" y="59436"/>
                  </a:lnTo>
                  <a:lnTo>
                    <a:pt x="156959" y="42672"/>
                  </a:lnTo>
                  <a:lnTo>
                    <a:pt x="139433" y="34290"/>
                  </a:lnTo>
                  <a:lnTo>
                    <a:pt x="141719" y="42672"/>
                  </a:lnTo>
                  <a:lnTo>
                    <a:pt x="139433" y="42672"/>
                  </a:lnTo>
                  <a:lnTo>
                    <a:pt x="131051" y="42672"/>
                  </a:lnTo>
                  <a:lnTo>
                    <a:pt x="131051" y="25146"/>
                  </a:lnTo>
                  <a:lnTo>
                    <a:pt x="131051" y="8382"/>
                  </a:lnTo>
                  <a:lnTo>
                    <a:pt x="70091" y="8382"/>
                  </a:lnTo>
                  <a:lnTo>
                    <a:pt x="52578" y="0"/>
                  </a:lnTo>
                  <a:lnTo>
                    <a:pt x="45872" y="25146"/>
                  </a:lnTo>
                  <a:lnTo>
                    <a:pt x="43434" y="25146"/>
                  </a:lnTo>
                  <a:lnTo>
                    <a:pt x="35052" y="25146"/>
                  </a:lnTo>
                  <a:lnTo>
                    <a:pt x="25908" y="25146"/>
                  </a:lnTo>
                  <a:lnTo>
                    <a:pt x="17526" y="25146"/>
                  </a:lnTo>
                  <a:lnTo>
                    <a:pt x="8382" y="25146"/>
                  </a:lnTo>
                  <a:lnTo>
                    <a:pt x="0" y="25146"/>
                  </a:lnTo>
                  <a:lnTo>
                    <a:pt x="0" y="42672"/>
                  </a:lnTo>
                  <a:lnTo>
                    <a:pt x="60960" y="42672"/>
                  </a:lnTo>
                  <a:lnTo>
                    <a:pt x="65633" y="25146"/>
                  </a:lnTo>
                  <a:lnTo>
                    <a:pt x="113525" y="25146"/>
                  </a:lnTo>
                  <a:lnTo>
                    <a:pt x="113525" y="42672"/>
                  </a:lnTo>
                  <a:lnTo>
                    <a:pt x="113525" y="59436"/>
                  </a:lnTo>
                  <a:lnTo>
                    <a:pt x="121907" y="59436"/>
                  </a:lnTo>
                  <a:lnTo>
                    <a:pt x="131051" y="59436"/>
                  </a:lnTo>
                  <a:lnTo>
                    <a:pt x="139433" y="59436"/>
                  </a:lnTo>
                  <a:lnTo>
                    <a:pt x="146291" y="59436"/>
                  </a:lnTo>
                  <a:lnTo>
                    <a:pt x="148564" y="67767"/>
                  </a:lnTo>
                  <a:lnTo>
                    <a:pt x="148564" y="76200"/>
                  </a:lnTo>
                  <a:lnTo>
                    <a:pt x="156946" y="76200"/>
                  </a:lnTo>
                  <a:lnTo>
                    <a:pt x="166090" y="76200"/>
                  </a:lnTo>
                  <a:lnTo>
                    <a:pt x="174472" y="76200"/>
                  </a:lnTo>
                  <a:lnTo>
                    <a:pt x="183616" y="76200"/>
                  </a:lnTo>
                  <a:lnTo>
                    <a:pt x="191998" y="76200"/>
                  </a:lnTo>
                  <a:lnTo>
                    <a:pt x="191998" y="59436"/>
                  </a:lnTo>
                  <a:lnTo>
                    <a:pt x="201142" y="59436"/>
                  </a:lnTo>
                  <a:lnTo>
                    <a:pt x="209524" y="59436"/>
                  </a:lnTo>
                  <a:lnTo>
                    <a:pt x="209524" y="42672"/>
                  </a:lnTo>
                  <a:lnTo>
                    <a:pt x="252945" y="42672"/>
                  </a:lnTo>
                  <a:lnTo>
                    <a:pt x="257619" y="25146"/>
                  </a:lnTo>
                  <a:lnTo>
                    <a:pt x="262089" y="25146"/>
                  </a:lnTo>
                  <a:lnTo>
                    <a:pt x="270471" y="25146"/>
                  </a:lnTo>
                  <a:lnTo>
                    <a:pt x="270471" y="42672"/>
                  </a:lnTo>
                  <a:lnTo>
                    <a:pt x="287997" y="42672"/>
                  </a:lnTo>
                  <a:lnTo>
                    <a:pt x="287997" y="25146"/>
                  </a:lnTo>
                  <a:lnTo>
                    <a:pt x="287997" y="8382"/>
                  </a:lnTo>
                  <a:close/>
                </a:path>
                <a:path w="393700" h="93979">
                  <a:moveTo>
                    <a:pt x="383997" y="76187"/>
                  </a:moveTo>
                  <a:lnTo>
                    <a:pt x="375615" y="42672"/>
                  </a:lnTo>
                  <a:lnTo>
                    <a:pt x="358089" y="34290"/>
                  </a:lnTo>
                  <a:lnTo>
                    <a:pt x="360184" y="42672"/>
                  </a:lnTo>
                  <a:lnTo>
                    <a:pt x="358089" y="42672"/>
                  </a:lnTo>
                  <a:lnTo>
                    <a:pt x="349707" y="42672"/>
                  </a:lnTo>
                  <a:lnTo>
                    <a:pt x="340563" y="42672"/>
                  </a:lnTo>
                  <a:lnTo>
                    <a:pt x="332181" y="42672"/>
                  </a:lnTo>
                  <a:lnTo>
                    <a:pt x="332181" y="59436"/>
                  </a:lnTo>
                  <a:lnTo>
                    <a:pt x="270471" y="59436"/>
                  </a:lnTo>
                  <a:lnTo>
                    <a:pt x="270471" y="76200"/>
                  </a:lnTo>
                  <a:lnTo>
                    <a:pt x="349707" y="76200"/>
                  </a:lnTo>
                  <a:lnTo>
                    <a:pt x="349707" y="59436"/>
                  </a:lnTo>
                  <a:lnTo>
                    <a:pt x="358089" y="59436"/>
                  </a:lnTo>
                  <a:lnTo>
                    <a:pt x="364375" y="59436"/>
                  </a:lnTo>
                  <a:lnTo>
                    <a:pt x="366471" y="67805"/>
                  </a:lnTo>
                  <a:lnTo>
                    <a:pt x="383997" y="76187"/>
                  </a:lnTo>
                  <a:close/>
                </a:path>
                <a:path w="393700" h="93979">
                  <a:moveTo>
                    <a:pt x="393128" y="76187"/>
                  </a:moveTo>
                  <a:lnTo>
                    <a:pt x="383997" y="76187"/>
                  </a:lnTo>
                  <a:lnTo>
                    <a:pt x="366458" y="76187"/>
                  </a:lnTo>
                  <a:lnTo>
                    <a:pt x="366458" y="93713"/>
                  </a:lnTo>
                  <a:lnTo>
                    <a:pt x="393128" y="93713"/>
                  </a:lnTo>
                  <a:lnTo>
                    <a:pt x="393128" y="7618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15655" y="3979240"/>
              <a:ext cx="384810" cy="93980"/>
            </a:xfrm>
            <a:custGeom>
              <a:avLst/>
              <a:gdLst/>
              <a:ahLst/>
              <a:cxnLst/>
              <a:rect l="l" t="t" r="r" b="b"/>
              <a:pathLst>
                <a:path w="384810" h="93979">
                  <a:moveTo>
                    <a:pt x="114300" y="59436"/>
                  </a:moveTo>
                  <a:lnTo>
                    <a:pt x="105156" y="25146"/>
                  </a:lnTo>
                  <a:lnTo>
                    <a:pt x="87642" y="16764"/>
                  </a:lnTo>
                  <a:lnTo>
                    <a:pt x="89877" y="25146"/>
                  </a:lnTo>
                  <a:lnTo>
                    <a:pt x="87642" y="25146"/>
                  </a:lnTo>
                  <a:lnTo>
                    <a:pt x="44196" y="25146"/>
                  </a:lnTo>
                  <a:lnTo>
                    <a:pt x="44196" y="38671"/>
                  </a:lnTo>
                  <a:lnTo>
                    <a:pt x="35052" y="34290"/>
                  </a:lnTo>
                  <a:lnTo>
                    <a:pt x="29425" y="56756"/>
                  </a:lnTo>
                  <a:lnTo>
                    <a:pt x="17538" y="51054"/>
                  </a:lnTo>
                  <a:lnTo>
                    <a:pt x="11252" y="76187"/>
                  </a:lnTo>
                  <a:lnTo>
                    <a:pt x="9144" y="76187"/>
                  </a:lnTo>
                  <a:lnTo>
                    <a:pt x="0" y="76187"/>
                  </a:lnTo>
                  <a:lnTo>
                    <a:pt x="0" y="93713"/>
                  </a:lnTo>
                  <a:lnTo>
                    <a:pt x="9144" y="93713"/>
                  </a:lnTo>
                  <a:lnTo>
                    <a:pt x="26670" y="93713"/>
                  </a:lnTo>
                  <a:lnTo>
                    <a:pt x="30949" y="76200"/>
                  </a:lnTo>
                  <a:lnTo>
                    <a:pt x="35052" y="76200"/>
                  </a:lnTo>
                  <a:lnTo>
                    <a:pt x="44196" y="76200"/>
                  </a:lnTo>
                  <a:lnTo>
                    <a:pt x="48374" y="59436"/>
                  </a:lnTo>
                  <a:lnTo>
                    <a:pt x="52578" y="59436"/>
                  </a:lnTo>
                  <a:lnTo>
                    <a:pt x="61722" y="59436"/>
                  </a:lnTo>
                  <a:lnTo>
                    <a:pt x="61722" y="42672"/>
                  </a:lnTo>
                  <a:lnTo>
                    <a:pt x="70116" y="42672"/>
                  </a:lnTo>
                  <a:lnTo>
                    <a:pt x="79248" y="42672"/>
                  </a:lnTo>
                  <a:lnTo>
                    <a:pt x="87642" y="42672"/>
                  </a:lnTo>
                  <a:lnTo>
                    <a:pt x="94551" y="42672"/>
                  </a:lnTo>
                  <a:lnTo>
                    <a:pt x="96786" y="51054"/>
                  </a:lnTo>
                  <a:lnTo>
                    <a:pt x="114300" y="59436"/>
                  </a:lnTo>
                  <a:close/>
                </a:path>
                <a:path w="384810" h="93979">
                  <a:moveTo>
                    <a:pt x="314667" y="59436"/>
                  </a:moveTo>
                  <a:lnTo>
                    <a:pt x="306298" y="25146"/>
                  </a:lnTo>
                  <a:lnTo>
                    <a:pt x="288772" y="16764"/>
                  </a:lnTo>
                  <a:lnTo>
                    <a:pt x="290817" y="25146"/>
                  </a:lnTo>
                  <a:lnTo>
                    <a:pt x="288772" y="25146"/>
                  </a:lnTo>
                  <a:lnTo>
                    <a:pt x="279628" y="25146"/>
                  </a:lnTo>
                  <a:lnTo>
                    <a:pt x="271246" y="25146"/>
                  </a:lnTo>
                  <a:lnTo>
                    <a:pt x="266954" y="25146"/>
                  </a:lnTo>
                  <a:lnTo>
                    <a:pt x="262864" y="8382"/>
                  </a:lnTo>
                  <a:lnTo>
                    <a:pt x="245351" y="0"/>
                  </a:lnTo>
                  <a:lnTo>
                    <a:pt x="247396" y="8382"/>
                  </a:lnTo>
                  <a:lnTo>
                    <a:pt x="245351" y="8382"/>
                  </a:lnTo>
                  <a:lnTo>
                    <a:pt x="201155" y="8382"/>
                  </a:lnTo>
                  <a:lnTo>
                    <a:pt x="201155" y="25146"/>
                  </a:lnTo>
                  <a:lnTo>
                    <a:pt x="192773" y="25146"/>
                  </a:lnTo>
                  <a:lnTo>
                    <a:pt x="183629" y="25146"/>
                  </a:lnTo>
                  <a:lnTo>
                    <a:pt x="183629" y="42672"/>
                  </a:lnTo>
                  <a:lnTo>
                    <a:pt x="183629" y="59436"/>
                  </a:lnTo>
                  <a:lnTo>
                    <a:pt x="175260" y="59436"/>
                  </a:lnTo>
                  <a:lnTo>
                    <a:pt x="157734" y="51054"/>
                  </a:lnTo>
                  <a:lnTo>
                    <a:pt x="150876" y="76187"/>
                  </a:lnTo>
                  <a:lnTo>
                    <a:pt x="148590" y="76187"/>
                  </a:lnTo>
                  <a:lnTo>
                    <a:pt x="140208" y="76187"/>
                  </a:lnTo>
                  <a:lnTo>
                    <a:pt x="140208" y="59436"/>
                  </a:lnTo>
                  <a:lnTo>
                    <a:pt x="131826" y="59436"/>
                  </a:lnTo>
                  <a:lnTo>
                    <a:pt x="122682" y="59436"/>
                  </a:lnTo>
                  <a:lnTo>
                    <a:pt x="114300" y="59436"/>
                  </a:lnTo>
                  <a:lnTo>
                    <a:pt x="105156" y="59436"/>
                  </a:lnTo>
                  <a:lnTo>
                    <a:pt x="96774" y="59436"/>
                  </a:lnTo>
                  <a:lnTo>
                    <a:pt x="96774" y="76200"/>
                  </a:lnTo>
                  <a:lnTo>
                    <a:pt x="105156" y="76200"/>
                  </a:lnTo>
                  <a:lnTo>
                    <a:pt x="114300" y="76200"/>
                  </a:lnTo>
                  <a:lnTo>
                    <a:pt x="122682" y="76200"/>
                  </a:lnTo>
                  <a:lnTo>
                    <a:pt x="122682" y="93713"/>
                  </a:lnTo>
                  <a:lnTo>
                    <a:pt x="140208" y="93726"/>
                  </a:lnTo>
                  <a:lnTo>
                    <a:pt x="148590" y="93713"/>
                  </a:lnTo>
                  <a:lnTo>
                    <a:pt x="157734" y="93713"/>
                  </a:lnTo>
                  <a:lnTo>
                    <a:pt x="166116" y="93713"/>
                  </a:lnTo>
                  <a:lnTo>
                    <a:pt x="170776" y="76200"/>
                  </a:lnTo>
                  <a:lnTo>
                    <a:pt x="201155" y="76200"/>
                  </a:lnTo>
                  <a:lnTo>
                    <a:pt x="201155" y="59436"/>
                  </a:lnTo>
                  <a:lnTo>
                    <a:pt x="201155" y="42672"/>
                  </a:lnTo>
                  <a:lnTo>
                    <a:pt x="210299" y="42672"/>
                  </a:lnTo>
                  <a:lnTo>
                    <a:pt x="218681" y="42672"/>
                  </a:lnTo>
                  <a:lnTo>
                    <a:pt x="218681" y="25146"/>
                  </a:lnTo>
                  <a:lnTo>
                    <a:pt x="227825" y="25146"/>
                  </a:lnTo>
                  <a:lnTo>
                    <a:pt x="236194" y="25146"/>
                  </a:lnTo>
                  <a:lnTo>
                    <a:pt x="245351" y="25146"/>
                  </a:lnTo>
                  <a:lnTo>
                    <a:pt x="251498" y="25146"/>
                  </a:lnTo>
                  <a:lnTo>
                    <a:pt x="253720" y="34239"/>
                  </a:lnTo>
                  <a:lnTo>
                    <a:pt x="253720" y="42672"/>
                  </a:lnTo>
                  <a:lnTo>
                    <a:pt x="262864" y="42672"/>
                  </a:lnTo>
                  <a:lnTo>
                    <a:pt x="271246" y="42672"/>
                  </a:lnTo>
                  <a:lnTo>
                    <a:pt x="279628" y="42672"/>
                  </a:lnTo>
                  <a:lnTo>
                    <a:pt x="288772" y="42672"/>
                  </a:lnTo>
                  <a:lnTo>
                    <a:pt x="295097" y="42672"/>
                  </a:lnTo>
                  <a:lnTo>
                    <a:pt x="297154" y="51054"/>
                  </a:lnTo>
                  <a:lnTo>
                    <a:pt x="314667" y="59436"/>
                  </a:lnTo>
                  <a:close/>
                </a:path>
                <a:path w="384810" h="93979">
                  <a:moveTo>
                    <a:pt x="384771" y="59436"/>
                  </a:moveTo>
                  <a:lnTo>
                    <a:pt x="384771" y="59436"/>
                  </a:lnTo>
                  <a:lnTo>
                    <a:pt x="297154" y="59436"/>
                  </a:lnTo>
                  <a:lnTo>
                    <a:pt x="297154" y="76200"/>
                  </a:lnTo>
                  <a:lnTo>
                    <a:pt x="384771" y="76200"/>
                  </a:lnTo>
                  <a:lnTo>
                    <a:pt x="384771" y="5943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82900" y="3962488"/>
              <a:ext cx="384810" cy="93345"/>
            </a:xfrm>
            <a:custGeom>
              <a:avLst/>
              <a:gdLst/>
              <a:ahLst/>
              <a:cxnLst/>
              <a:rect l="l" t="t" r="r" b="b"/>
              <a:pathLst>
                <a:path w="384810" h="93345">
                  <a:moveTo>
                    <a:pt x="60947" y="59423"/>
                  </a:moveTo>
                  <a:lnTo>
                    <a:pt x="44183" y="51041"/>
                  </a:lnTo>
                  <a:lnTo>
                    <a:pt x="37325" y="76187"/>
                  </a:lnTo>
                  <a:lnTo>
                    <a:pt x="35052" y="76187"/>
                  </a:lnTo>
                  <a:lnTo>
                    <a:pt x="0" y="76187"/>
                  </a:lnTo>
                  <a:lnTo>
                    <a:pt x="0" y="92951"/>
                  </a:lnTo>
                  <a:lnTo>
                    <a:pt x="52565" y="92951"/>
                  </a:lnTo>
                  <a:lnTo>
                    <a:pt x="60947" y="59423"/>
                  </a:lnTo>
                  <a:close/>
                </a:path>
                <a:path w="384810" h="93345">
                  <a:moveTo>
                    <a:pt x="105130" y="59423"/>
                  </a:moveTo>
                  <a:lnTo>
                    <a:pt x="95999" y="25133"/>
                  </a:lnTo>
                  <a:lnTo>
                    <a:pt x="78473" y="16751"/>
                  </a:lnTo>
                  <a:lnTo>
                    <a:pt x="80708" y="25133"/>
                  </a:lnTo>
                  <a:lnTo>
                    <a:pt x="78473" y="25133"/>
                  </a:lnTo>
                  <a:lnTo>
                    <a:pt x="70091" y="25133"/>
                  </a:lnTo>
                  <a:lnTo>
                    <a:pt x="60947" y="25133"/>
                  </a:lnTo>
                  <a:lnTo>
                    <a:pt x="52565" y="25133"/>
                  </a:lnTo>
                  <a:lnTo>
                    <a:pt x="44183" y="25133"/>
                  </a:lnTo>
                  <a:lnTo>
                    <a:pt x="44183" y="41897"/>
                  </a:lnTo>
                  <a:lnTo>
                    <a:pt x="85178" y="41897"/>
                  </a:lnTo>
                  <a:lnTo>
                    <a:pt x="87617" y="51041"/>
                  </a:lnTo>
                  <a:lnTo>
                    <a:pt x="105130" y="59423"/>
                  </a:lnTo>
                  <a:close/>
                </a:path>
                <a:path w="384810" h="93345">
                  <a:moveTo>
                    <a:pt x="148564" y="41897"/>
                  </a:moveTo>
                  <a:lnTo>
                    <a:pt x="131038" y="41897"/>
                  </a:lnTo>
                  <a:lnTo>
                    <a:pt x="131038" y="59423"/>
                  </a:lnTo>
                  <a:lnTo>
                    <a:pt x="122656" y="59423"/>
                  </a:lnTo>
                  <a:lnTo>
                    <a:pt x="87617" y="59423"/>
                  </a:lnTo>
                  <a:lnTo>
                    <a:pt x="87617" y="76187"/>
                  </a:lnTo>
                  <a:lnTo>
                    <a:pt x="148564" y="76187"/>
                  </a:lnTo>
                  <a:lnTo>
                    <a:pt x="148564" y="59423"/>
                  </a:lnTo>
                  <a:lnTo>
                    <a:pt x="148564" y="41897"/>
                  </a:lnTo>
                  <a:close/>
                </a:path>
                <a:path w="384810" h="93345">
                  <a:moveTo>
                    <a:pt x="384746" y="59423"/>
                  </a:moveTo>
                  <a:lnTo>
                    <a:pt x="380276" y="59423"/>
                  </a:lnTo>
                  <a:lnTo>
                    <a:pt x="375602" y="41897"/>
                  </a:lnTo>
                  <a:lnTo>
                    <a:pt x="358076" y="33515"/>
                  </a:lnTo>
                  <a:lnTo>
                    <a:pt x="360311" y="41897"/>
                  </a:lnTo>
                  <a:lnTo>
                    <a:pt x="358076" y="41897"/>
                  </a:lnTo>
                  <a:lnTo>
                    <a:pt x="349694" y="41897"/>
                  </a:lnTo>
                  <a:lnTo>
                    <a:pt x="340550" y="41897"/>
                  </a:lnTo>
                  <a:lnTo>
                    <a:pt x="332168" y="41897"/>
                  </a:lnTo>
                  <a:lnTo>
                    <a:pt x="323024" y="41897"/>
                  </a:lnTo>
                  <a:lnTo>
                    <a:pt x="323024" y="51092"/>
                  </a:lnTo>
                  <a:lnTo>
                    <a:pt x="316738" y="76187"/>
                  </a:lnTo>
                  <a:lnTo>
                    <a:pt x="314655" y="76187"/>
                  </a:lnTo>
                  <a:lnTo>
                    <a:pt x="306273" y="76187"/>
                  </a:lnTo>
                  <a:lnTo>
                    <a:pt x="257898" y="76187"/>
                  </a:lnTo>
                  <a:lnTo>
                    <a:pt x="253707" y="59423"/>
                  </a:lnTo>
                  <a:lnTo>
                    <a:pt x="236181" y="51041"/>
                  </a:lnTo>
                  <a:lnTo>
                    <a:pt x="238277" y="59423"/>
                  </a:lnTo>
                  <a:lnTo>
                    <a:pt x="236181" y="59423"/>
                  </a:lnTo>
                  <a:lnTo>
                    <a:pt x="227037" y="59423"/>
                  </a:lnTo>
                  <a:lnTo>
                    <a:pt x="227037" y="41897"/>
                  </a:lnTo>
                  <a:lnTo>
                    <a:pt x="227037" y="25133"/>
                  </a:lnTo>
                  <a:lnTo>
                    <a:pt x="218655" y="25133"/>
                  </a:lnTo>
                  <a:lnTo>
                    <a:pt x="209511" y="25133"/>
                  </a:lnTo>
                  <a:lnTo>
                    <a:pt x="201129" y="25133"/>
                  </a:lnTo>
                  <a:lnTo>
                    <a:pt x="196557" y="25133"/>
                  </a:lnTo>
                  <a:lnTo>
                    <a:pt x="191985" y="8369"/>
                  </a:lnTo>
                  <a:lnTo>
                    <a:pt x="175234" y="0"/>
                  </a:lnTo>
                  <a:lnTo>
                    <a:pt x="177317" y="8369"/>
                  </a:lnTo>
                  <a:lnTo>
                    <a:pt x="175234" y="8369"/>
                  </a:lnTo>
                  <a:lnTo>
                    <a:pt x="131038" y="8369"/>
                  </a:lnTo>
                  <a:lnTo>
                    <a:pt x="131038" y="25133"/>
                  </a:lnTo>
                  <a:lnTo>
                    <a:pt x="181508" y="25133"/>
                  </a:lnTo>
                  <a:lnTo>
                    <a:pt x="183603" y="33477"/>
                  </a:lnTo>
                  <a:lnTo>
                    <a:pt x="183603" y="41897"/>
                  </a:lnTo>
                  <a:lnTo>
                    <a:pt x="191985" y="41897"/>
                  </a:lnTo>
                  <a:lnTo>
                    <a:pt x="201129" y="41897"/>
                  </a:lnTo>
                  <a:lnTo>
                    <a:pt x="209511" y="41897"/>
                  </a:lnTo>
                  <a:lnTo>
                    <a:pt x="209511" y="59423"/>
                  </a:lnTo>
                  <a:lnTo>
                    <a:pt x="209511" y="76187"/>
                  </a:lnTo>
                  <a:lnTo>
                    <a:pt x="218655" y="76187"/>
                  </a:lnTo>
                  <a:lnTo>
                    <a:pt x="227037" y="76187"/>
                  </a:lnTo>
                  <a:lnTo>
                    <a:pt x="236181" y="76187"/>
                  </a:lnTo>
                  <a:lnTo>
                    <a:pt x="242468" y="76187"/>
                  </a:lnTo>
                  <a:lnTo>
                    <a:pt x="244551" y="84518"/>
                  </a:lnTo>
                  <a:lnTo>
                    <a:pt x="244551" y="92951"/>
                  </a:lnTo>
                  <a:lnTo>
                    <a:pt x="253695" y="92951"/>
                  </a:lnTo>
                  <a:lnTo>
                    <a:pt x="262077" y="92951"/>
                  </a:lnTo>
                  <a:lnTo>
                    <a:pt x="332181" y="92951"/>
                  </a:lnTo>
                  <a:lnTo>
                    <a:pt x="340563" y="59423"/>
                  </a:lnTo>
                  <a:lnTo>
                    <a:pt x="349694" y="59423"/>
                  </a:lnTo>
                  <a:lnTo>
                    <a:pt x="358076" y="59423"/>
                  </a:lnTo>
                  <a:lnTo>
                    <a:pt x="364985" y="59423"/>
                  </a:lnTo>
                  <a:lnTo>
                    <a:pt x="367220" y="67805"/>
                  </a:lnTo>
                  <a:lnTo>
                    <a:pt x="367220" y="76187"/>
                  </a:lnTo>
                  <a:lnTo>
                    <a:pt x="384746" y="76187"/>
                  </a:lnTo>
                  <a:lnTo>
                    <a:pt x="384746" y="5942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50121" y="3962488"/>
              <a:ext cx="393700" cy="110489"/>
            </a:xfrm>
            <a:custGeom>
              <a:avLst/>
              <a:gdLst/>
              <a:ahLst/>
              <a:cxnLst/>
              <a:rect l="l" t="t" r="r" b="b"/>
              <a:pathLst>
                <a:path w="393700" h="110489">
                  <a:moveTo>
                    <a:pt x="209511" y="41897"/>
                  </a:moveTo>
                  <a:lnTo>
                    <a:pt x="191998" y="33515"/>
                  </a:lnTo>
                  <a:lnTo>
                    <a:pt x="185661" y="59423"/>
                  </a:lnTo>
                  <a:lnTo>
                    <a:pt x="183616" y="59423"/>
                  </a:lnTo>
                  <a:lnTo>
                    <a:pt x="60947" y="59423"/>
                  </a:lnTo>
                  <a:lnTo>
                    <a:pt x="60947" y="76187"/>
                  </a:lnTo>
                  <a:lnTo>
                    <a:pt x="52565" y="76187"/>
                  </a:lnTo>
                  <a:lnTo>
                    <a:pt x="43434" y="76187"/>
                  </a:lnTo>
                  <a:lnTo>
                    <a:pt x="43434" y="59423"/>
                  </a:lnTo>
                  <a:lnTo>
                    <a:pt x="0" y="59423"/>
                  </a:lnTo>
                  <a:lnTo>
                    <a:pt x="0" y="76187"/>
                  </a:lnTo>
                  <a:lnTo>
                    <a:pt x="8382" y="76187"/>
                  </a:lnTo>
                  <a:lnTo>
                    <a:pt x="17526" y="76187"/>
                  </a:lnTo>
                  <a:lnTo>
                    <a:pt x="25908" y="76187"/>
                  </a:lnTo>
                  <a:lnTo>
                    <a:pt x="25908" y="92938"/>
                  </a:lnTo>
                  <a:lnTo>
                    <a:pt x="25908" y="110464"/>
                  </a:lnTo>
                  <a:lnTo>
                    <a:pt x="35039" y="110464"/>
                  </a:lnTo>
                  <a:lnTo>
                    <a:pt x="43421" y="110464"/>
                  </a:lnTo>
                  <a:lnTo>
                    <a:pt x="60947" y="110477"/>
                  </a:lnTo>
                  <a:lnTo>
                    <a:pt x="60947" y="92951"/>
                  </a:lnTo>
                  <a:lnTo>
                    <a:pt x="70091" y="92951"/>
                  </a:lnTo>
                  <a:lnTo>
                    <a:pt x="78473" y="92951"/>
                  </a:lnTo>
                  <a:lnTo>
                    <a:pt x="78473" y="76187"/>
                  </a:lnTo>
                  <a:lnTo>
                    <a:pt x="87617" y="76187"/>
                  </a:lnTo>
                  <a:lnTo>
                    <a:pt x="201142" y="76187"/>
                  </a:lnTo>
                  <a:lnTo>
                    <a:pt x="209511" y="41897"/>
                  </a:lnTo>
                  <a:close/>
                </a:path>
                <a:path w="393700" h="110489">
                  <a:moveTo>
                    <a:pt x="375602" y="76187"/>
                  </a:moveTo>
                  <a:lnTo>
                    <a:pt x="367220" y="41897"/>
                  </a:lnTo>
                  <a:lnTo>
                    <a:pt x="349707" y="33515"/>
                  </a:lnTo>
                  <a:lnTo>
                    <a:pt x="351751" y="41897"/>
                  </a:lnTo>
                  <a:lnTo>
                    <a:pt x="349707" y="41897"/>
                  </a:lnTo>
                  <a:lnTo>
                    <a:pt x="345033" y="41897"/>
                  </a:lnTo>
                  <a:lnTo>
                    <a:pt x="340563" y="25133"/>
                  </a:lnTo>
                  <a:lnTo>
                    <a:pt x="323037" y="16751"/>
                  </a:lnTo>
                  <a:lnTo>
                    <a:pt x="325272" y="25133"/>
                  </a:lnTo>
                  <a:lnTo>
                    <a:pt x="323037" y="25133"/>
                  </a:lnTo>
                  <a:lnTo>
                    <a:pt x="248754" y="25133"/>
                  </a:lnTo>
                  <a:lnTo>
                    <a:pt x="244563" y="8369"/>
                  </a:lnTo>
                  <a:lnTo>
                    <a:pt x="227037" y="0"/>
                  </a:lnTo>
                  <a:lnTo>
                    <a:pt x="229120" y="8369"/>
                  </a:lnTo>
                  <a:lnTo>
                    <a:pt x="227037" y="8369"/>
                  </a:lnTo>
                  <a:lnTo>
                    <a:pt x="218655" y="8369"/>
                  </a:lnTo>
                  <a:lnTo>
                    <a:pt x="209511" y="8369"/>
                  </a:lnTo>
                  <a:lnTo>
                    <a:pt x="201129" y="8369"/>
                  </a:lnTo>
                  <a:lnTo>
                    <a:pt x="191985" y="8369"/>
                  </a:lnTo>
                  <a:lnTo>
                    <a:pt x="191985" y="25133"/>
                  </a:lnTo>
                  <a:lnTo>
                    <a:pt x="233311" y="25133"/>
                  </a:lnTo>
                  <a:lnTo>
                    <a:pt x="235419" y="33515"/>
                  </a:lnTo>
                  <a:lnTo>
                    <a:pt x="235419" y="41897"/>
                  </a:lnTo>
                  <a:lnTo>
                    <a:pt x="244563" y="41897"/>
                  </a:lnTo>
                  <a:lnTo>
                    <a:pt x="252945" y="41897"/>
                  </a:lnTo>
                  <a:lnTo>
                    <a:pt x="329742" y="41897"/>
                  </a:lnTo>
                  <a:lnTo>
                    <a:pt x="332168" y="51003"/>
                  </a:lnTo>
                  <a:lnTo>
                    <a:pt x="332168" y="59423"/>
                  </a:lnTo>
                  <a:lnTo>
                    <a:pt x="340550" y="59423"/>
                  </a:lnTo>
                  <a:lnTo>
                    <a:pt x="349694" y="59423"/>
                  </a:lnTo>
                  <a:lnTo>
                    <a:pt x="356019" y="59423"/>
                  </a:lnTo>
                  <a:lnTo>
                    <a:pt x="358076" y="67805"/>
                  </a:lnTo>
                  <a:lnTo>
                    <a:pt x="375602" y="76187"/>
                  </a:lnTo>
                  <a:close/>
                </a:path>
                <a:path w="393700" h="110489">
                  <a:moveTo>
                    <a:pt x="393128" y="76187"/>
                  </a:moveTo>
                  <a:lnTo>
                    <a:pt x="383984" y="76187"/>
                  </a:lnTo>
                  <a:lnTo>
                    <a:pt x="375602" y="76187"/>
                  </a:lnTo>
                  <a:lnTo>
                    <a:pt x="367220" y="76187"/>
                  </a:lnTo>
                  <a:lnTo>
                    <a:pt x="358076" y="76187"/>
                  </a:lnTo>
                  <a:lnTo>
                    <a:pt x="358076" y="92951"/>
                  </a:lnTo>
                  <a:lnTo>
                    <a:pt x="358076" y="110477"/>
                  </a:lnTo>
                  <a:lnTo>
                    <a:pt x="375602" y="110477"/>
                  </a:lnTo>
                  <a:lnTo>
                    <a:pt x="375602" y="92951"/>
                  </a:lnTo>
                  <a:lnTo>
                    <a:pt x="383984" y="92951"/>
                  </a:lnTo>
                  <a:lnTo>
                    <a:pt x="393128" y="92951"/>
                  </a:lnTo>
                  <a:lnTo>
                    <a:pt x="393128" y="7618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17341" y="3979240"/>
              <a:ext cx="393700" cy="93980"/>
            </a:xfrm>
            <a:custGeom>
              <a:avLst/>
              <a:gdLst/>
              <a:ahLst/>
              <a:cxnLst/>
              <a:rect l="l" t="t" r="r" b="b"/>
              <a:pathLst>
                <a:path w="393700" h="93979">
                  <a:moveTo>
                    <a:pt x="25908" y="42672"/>
                  </a:moveTo>
                  <a:lnTo>
                    <a:pt x="8382" y="42672"/>
                  </a:lnTo>
                  <a:lnTo>
                    <a:pt x="8382" y="59436"/>
                  </a:lnTo>
                  <a:lnTo>
                    <a:pt x="0" y="59436"/>
                  </a:lnTo>
                  <a:lnTo>
                    <a:pt x="0" y="76200"/>
                  </a:lnTo>
                  <a:lnTo>
                    <a:pt x="8382" y="76200"/>
                  </a:lnTo>
                  <a:lnTo>
                    <a:pt x="25908" y="76200"/>
                  </a:lnTo>
                  <a:lnTo>
                    <a:pt x="25908" y="59436"/>
                  </a:lnTo>
                  <a:lnTo>
                    <a:pt x="25908" y="42672"/>
                  </a:lnTo>
                  <a:close/>
                </a:path>
                <a:path w="393700" h="93979">
                  <a:moveTo>
                    <a:pt x="78473" y="0"/>
                  </a:moveTo>
                  <a:lnTo>
                    <a:pt x="78473" y="0"/>
                  </a:lnTo>
                  <a:lnTo>
                    <a:pt x="16764" y="0"/>
                  </a:lnTo>
                  <a:lnTo>
                    <a:pt x="16764" y="16764"/>
                  </a:lnTo>
                  <a:lnTo>
                    <a:pt x="8382" y="16764"/>
                  </a:lnTo>
                  <a:lnTo>
                    <a:pt x="8382" y="34290"/>
                  </a:lnTo>
                  <a:lnTo>
                    <a:pt x="16764" y="34290"/>
                  </a:lnTo>
                  <a:lnTo>
                    <a:pt x="34290" y="34290"/>
                  </a:lnTo>
                  <a:lnTo>
                    <a:pt x="34290" y="16764"/>
                  </a:lnTo>
                  <a:lnTo>
                    <a:pt x="43421" y="16764"/>
                  </a:lnTo>
                  <a:lnTo>
                    <a:pt x="51803" y="16764"/>
                  </a:lnTo>
                  <a:lnTo>
                    <a:pt x="60947" y="16764"/>
                  </a:lnTo>
                  <a:lnTo>
                    <a:pt x="60947" y="34290"/>
                  </a:lnTo>
                  <a:lnTo>
                    <a:pt x="78473" y="34290"/>
                  </a:lnTo>
                  <a:lnTo>
                    <a:pt x="78473" y="16764"/>
                  </a:lnTo>
                  <a:lnTo>
                    <a:pt x="78473" y="0"/>
                  </a:lnTo>
                  <a:close/>
                </a:path>
                <a:path w="393700" h="93979">
                  <a:moveTo>
                    <a:pt x="393141" y="42672"/>
                  </a:moveTo>
                  <a:lnTo>
                    <a:pt x="393141" y="42672"/>
                  </a:lnTo>
                  <a:lnTo>
                    <a:pt x="358089" y="42672"/>
                  </a:lnTo>
                  <a:lnTo>
                    <a:pt x="340575" y="34290"/>
                  </a:lnTo>
                  <a:lnTo>
                    <a:pt x="333705" y="59436"/>
                  </a:lnTo>
                  <a:lnTo>
                    <a:pt x="331431" y="59436"/>
                  </a:lnTo>
                  <a:lnTo>
                    <a:pt x="323049" y="59436"/>
                  </a:lnTo>
                  <a:lnTo>
                    <a:pt x="200367" y="59436"/>
                  </a:lnTo>
                  <a:lnTo>
                    <a:pt x="182854" y="51054"/>
                  </a:lnTo>
                  <a:lnTo>
                    <a:pt x="180759" y="59436"/>
                  </a:lnTo>
                  <a:lnTo>
                    <a:pt x="174472" y="34290"/>
                  </a:lnTo>
                  <a:lnTo>
                    <a:pt x="156946" y="25146"/>
                  </a:lnTo>
                  <a:lnTo>
                    <a:pt x="159181" y="34290"/>
                  </a:lnTo>
                  <a:lnTo>
                    <a:pt x="156946" y="34290"/>
                  </a:lnTo>
                  <a:lnTo>
                    <a:pt x="147802" y="34290"/>
                  </a:lnTo>
                  <a:lnTo>
                    <a:pt x="131051" y="25146"/>
                  </a:lnTo>
                  <a:lnTo>
                    <a:pt x="126377" y="42672"/>
                  </a:lnTo>
                  <a:lnTo>
                    <a:pt x="121907" y="42672"/>
                  </a:lnTo>
                  <a:lnTo>
                    <a:pt x="113525" y="42672"/>
                  </a:lnTo>
                  <a:lnTo>
                    <a:pt x="113525" y="59436"/>
                  </a:lnTo>
                  <a:lnTo>
                    <a:pt x="104381" y="59436"/>
                  </a:lnTo>
                  <a:lnTo>
                    <a:pt x="95999" y="59436"/>
                  </a:lnTo>
                  <a:lnTo>
                    <a:pt x="86855" y="59436"/>
                  </a:lnTo>
                  <a:lnTo>
                    <a:pt x="78473" y="59436"/>
                  </a:lnTo>
                  <a:lnTo>
                    <a:pt x="69329" y="59436"/>
                  </a:lnTo>
                  <a:lnTo>
                    <a:pt x="69329" y="76200"/>
                  </a:lnTo>
                  <a:lnTo>
                    <a:pt x="78473" y="76200"/>
                  </a:lnTo>
                  <a:lnTo>
                    <a:pt x="86855" y="76200"/>
                  </a:lnTo>
                  <a:lnTo>
                    <a:pt x="95999" y="76200"/>
                  </a:lnTo>
                  <a:lnTo>
                    <a:pt x="95999" y="93713"/>
                  </a:lnTo>
                  <a:lnTo>
                    <a:pt x="113525" y="93726"/>
                  </a:lnTo>
                  <a:lnTo>
                    <a:pt x="131051" y="93726"/>
                  </a:lnTo>
                  <a:lnTo>
                    <a:pt x="131051" y="76187"/>
                  </a:lnTo>
                  <a:lnTo>
                    <a:pt x="131051" y="63804"/>
                  </a:lnTo>
                  <a:lnTo>
                    <a:pt x="139433" y="67805"/>
                  </a:lnTo>
                  <a:lnTo>
                    <a:pt x="143611" y="51054"/>
                  </a:lnTo>
                  <a:lnTo>
                    <a:pt x="147802" y="51054"/>
                  </a:lnTo>
                  <a:lnTo>
                    <a:pt x="156946" y="51054"/>
                  </a:lnTo>
                  <a:lnTo>
                    <a:pt x="163271" y="51054"/>
                  </a:lnTo>
                  <a:lnTo>
                    <a:pt x="165328" y="59436"/>
                  </a:lnTo>
                  <a:lnTo>
                    <a:pt x="179108" y="66027"/>
                  </a:lnTo>
                  <a:lnTo>
                    <a:pt x="178663" y="67805"/>
                  </a:lnTo>
                  <a:lnTo>
                    <a:pt x="165328" y="67805"/>
                  </a:lnTo>
                  <a:lnTo>
                    <a:pt x="165328" y="84569"/>
                  </a:lnTo>
                  <a:lnTo>
                    <a:pt x="174472" y="84569"/>
                  </a:lnTo>
                  <a:lnTo>
                    <a:pt x="191998" y="93713"/>
                  </a:lnTo>
                  <a:lnTo>
                    <a:pt x="196278" y="76200"/>
                  </a:lnTo>
                  <a:lnTo>
                    <a:pt x="348957" y="76200"/>
                  </a:lnTo>
                  <a:lnTo>
                    <a:pt x="353517" y="59436"/>
                  </a:lnTo>
                  <a:lnTo>
                    <a:pt x="358089" y="59436"/>
                  </a:lnTo>
                  <a:lnTo>
                    <a:pt x="358101" y="59436"/>
                  </a:lnTo>
                  <a:lnTo>
                    <a:pt x="393141" y="59436"/>
                  </a:lnTo>
                  <a:lnTo>
                    <a:pt x="393141" y="4267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83813" y="3962488"/>
              <a:ext cx="393700" cy="119380"/>
            </a:xfrm>
            <a:custGeom>
              <a:avLst/>
              <a:gdLst/>
              <a:ahLst/>
              <a:cxnLst/>
              <a:rect l="l" t="t" r="r" b="b"/>
              <a:pathLst>
                <a:path w="393700" h="119379">
                  <a:moveTo>
                    <a:pt x="201142" y="33515"/>
                  </a:moveTo>
                  <a:lnTo>
                    <a:pt x="191998" y="33515"/>
                  </a:lnTo>
                  <a:lnTo>
                    <a:pt x="183616" y="33515"/>
                  </a:lnTo>
                  <a:lnTo>
                    <a:pt x="175234" y="33515"/>
                  </a:lnTo>
                  <a:lnTo>
                    <a:pt x="157708" y="25133"/>
                  </a:lnTo>
                  <a:lnTo>
                    <a:pt x="151650" y="47879"/>
                  </a:lnTo>
                  <a:lnTo>
                    <a:pt x="140195" y="41897"/>
                  </a:lnTo>
                  <a:lnTo>
                    <a:pt x="136042" y="57442"/>
                  </a:lnTo>
                  <a:lnTo>
                    <a:pt x="122669" y="51041"/>
                  </a:lnTo>
                  <a:lnTo>
                    <a:pt x="115798" y="76187"/>
                  </a:lnTo>
                  <a:lnTo>
                    <a:pt x="113525" y="76187"/>
                  </a:lnTo>
                  <a:lnTo>
                    <a:pt x="105143" y="76187"/>
                  </a:lnTo>
                  <a:lnTo>
                    <a:pt x="95999" y="76187"/>
                  </a:lnTo>
                  <a:lnTo>
                    <a:pt x="87617" y="76187"/>
                  </a:lnTo>
                  <a:lnTo>
                    <a:pt x="78486" y="76187"/>
                  </a:lnTo>
                  <a:lnTo>
                    <a:pt x="78486" y="59423"/>
                  </a:lnTo>
                  <a:lnTo>
                    <a:pt x="0" y="59423"/>
                  </a:lnTo>
                  <a:lnTo>
                    <a:pt x="0" y="76187"/>
                  </a:lnTo>
                  <a:lnTo>
                    <a:pt x="60947" y="76187"/>
                  </a:lnTo>
                  <a:lnTo>
                    <a:pt x="60947" y="92951"/>
                  </a:lnTo>
                  <a:lnTo>
                    <a:pt x="131051" y="92951"/>
                  </a:lnTo>
                  <a:lnTo>
                    <a:pt x="135077" y="78117"/>
                  </a:lnTo>
                  <a:lnTo>
                    <a:pt x="148577" y="84556"/>
                  </a:lnTo>
                  <a:lnTo>
                    <a:pt x="153136" y="67805"/>
                  </a:lnTo>
                  <a:lnTo>
                    <a:pt x="157708" y="67805"/>
                  </a:lnTo>
                  <a:lnTo>
                    <a:pt x="166090" y="67805"/>
                  </a:lnTo>
                  <a:lnTo>
                    <a:pt x="170561" y="51041"/>
                  </a:lnTo>
                  <a:lnTo>
                    <a:pt x="175234" y="51041"/>
                  </a:lnTo>
                  <a:lnTo>
                    <a:pt x="183616" y="51041"/>
                  </a:lnTo>
                  <a:lnTo>
                    <a:pt x="183616" y="67805"/>
                  </a:lnTo>
                  <a:lnTo>
                    <a:pt x="201142" y="67805"/>
                  </a:lnTo>
                  <a:lnTo>
                    <a:pt x="201142" y="51041"/>
                  </a:lnTo>
                  <a:lnTo>
                    <a:pt x="201142" y="33515"/>
                  </a:lnTo>
                  <a:close/>
                </a:path>
                <a:path w="393700" h="119379">
                  <a:moveTo>
                    <a:pt x="314655" y="59423"/>
                  </a:moveTo>
                  <a:lnTo>
                    <a:pt x="297141" y="51041"/>
                  </a:lnTo>
                  <a:lnTo>
                    <a:pt x="290842" y="76187"/>
                  </a:lnTo>
                  <a:lnTo>
                    <a:pt x="288759" y="76187"/>
                  </a:lnTo>
                  <a:lnTo>
                    <a:pt x="279615" y="76187"/>
                  </a:lnTo>
                  <a:lnTo>
                    <a:pt x="279615" y="84556"/>
                  </a:lnTo>
                  <a:lnTo>
                    <a:pt x="271233" y="84556"/>
                  </a:lnTo>
                  <a:lnTo>
                    <a:pt x="262089" y="84556"/>
                  </a:lnTo>
                  <a:lnTo>
                    <a:pt x="253707" y="84556"/>
                  </a:lnTo>
                  <a:lnTo>
                    <a:pt x="236181" y="76187"/>
                  </a:lnTo>
                  <a:lnTo>
                    <a:pt x="231711" y="92938"/>
                  </a:lnTo>
                  <a:lnTo>
                    <a:pt x="231508" y="92938"/>
                  </a:lnTo>
                  <a:lnTo>
                    <a:pt x="227050" y="76187"/>
                  </a:lnTo>
                  <a:lnTo>
                    <a:pt x="209524" y="67805"/>
                  </a:lnTo>
                  <a:lnTo>
                    <a:pt x="211810" y="76187"/>
                  </a:lnTo>
                  <a:lnTo>
                    <a:pt x="209524" y="76187"/>
                  </a:lnTo>
                  <a:lnTo>
                    <a:pt x="201142" y="76187"/>
                  </a:lnTo>
                  <a:lnTo>
                    <a:pt x="191998" y="76187"/>
                  </a:lnTo>
                  <a:lnTo>
                    <a:pt x="183616" y="76187"/>
                  </a:lnTo>
                  <a:lnTo>
                    <a:pt x="183616" y="92951"/>
                  </a:lnTo>
                  <a:lnTo>
                    <a:pt x="191998" y="92951"/>
                  </a:lnTo>
                  <a:lnTo>
                    <a:pt x="201142" y="92951"/>
                  </a:lnTo>
                  <a:lnTo>
                    <a:pt x="209524" y="92951"/>
                  </a:lnTo>
                  <a:lnTo>
                    <a:pt x="216382" y="92951"/>
                  </a:lnTo>
                  <a:lnTo>
                    <a:pt x="218655" y="101282"/>
                  </a:lnTo>
                  <a:lnTo>
                    <a:pt x="218655" y="110464"/>
                  </a:lnTo>
                  <a:lnTo>
                    <a:pt x="227037" y="110464"/>
                  </a:lnTo>
                  <a:lnTo>
                    <a:pt x="244563" y="118846"/>
                  </a:lnTo>
                  <a:lnTo>
                    <a:pt x="249237" y="101320"/>
                  </a:lnTo>
                  <a:lnTo>
                    <a:pt x="253707" y="101320"/>
                  </a:lnTo>
                  <a:lnTo>
                    <a:pt x="262089" y="101320"/>
                  </a:lnTo>
                  <a:lnTo>
                    <a:pt x="271233" y="101320"/>
                  </a:lnTo>
                  <a:lnTo>
                    <a:pt x="279615" y="101320"/>
                  </a:lnTo>
                  <a:lnTo>
                    <a:pt x="297141" y="101333"/>
                  </a:lnTo>
                  <a:lnTo>
                    <a:pt x="297141" y="92951"/>
                  </a:lnTo>
                  <a:lnTo>
                    <a:pt x="306285" y="92951"/>
                  </a:lnTo>
                  <a:lnTo>
                    <a:pt x="314655" y="59423"/>
                  </a:lnTo>
                  <a:close/>
                </a:path>
                <a:path w="393700" h="119379">
                  <a:moveTo>
                    <a:pt x="393128" y="0"/>
                  </a:moveTo>
                  <a:lnTo>
                    <a:pt x="393128" y="0"/>
                  </a:lnTo>
                  <a:lnTo>
                    <a:pt x="340563" y="0"/>
                  </a:lnTo>
                  <a:lnTo>
                    <a:pt x="340563" y="8369"/>
                  </a:lnTo>
                  <a:lnTo>
                    <a:pt x="340563" y="16764"/>
                  </a:lnTo>
                  <a:lnTo>
                    <a:pt x="340563" y="20764"/>
                  </a:lnTo>
                  <a:lnTo>
                    <a:pt x="332181" y="16751"/>
                  </a:lnTo>
                  <a:lnTo>
                    <a:pt x="328079" y="33515"/>
                  </a:lnTo>
                  <a:lnTo>
                    <a:pt x="323799" y="33515"/>
                  </a:lnTo>
                  <a:lnTo>
                    <a:pt x="314655" y="33515"/>
                  </a:lnTo>
                  <a:lnTo>
                    <a:pt x="306273" y="33515"/>
                  </a:lnTo>
                  <a:lnTo>
                    <a:pt x="297129" y="33515"/>
                  </a:lnTo>
                  <a:lnTo>
                    <a:pt x="297129" y="51041"/>
                  </a:lnTo>
                  <a:lnTo>
                    <a:pt x="306273" y="51041"/>
                  </a:lnTo>
                  <a:lnTo>
                    <a:pt x="314655" y="51041"/>
                  </a:lnTo>
                  <a:lnTo>
                    <a:pt x="323799" y="51041"/>
                  </a:lnTo>
                  <a:lnTo>
                    <a:pt x="340563" y="59423"/>
                  </a:lnTo>
                  <a:lnTo>
                    <a:pt x="345236" y="41897"/>
                  </a:lnTo>
                  <a:lnTo>
                    <a:pt x="349707" y="41897"/>
                  </a:lnTo>
                  <a:lnTo>
                    <a:pt x="358089" y="41897"/>
                  </a:lnTo>
                  <a:lnTo>
                    <a:pt x="358089" y="25133"/>
                  </a:lnTo>
                  <a:lnTo>
                    <a:pt x="358089" y="16764"/>
                  </a:lnTo>
                  <a:lnTo>
                    <a:pt x="367220" y="16764"/>
                  </a:lnTo>
                  <a:lnTo>
                    <a:pt x="375615" y="16764"/>
                  </a:lnTo>
                  <a:lnTo>
                    <a:pt x="384759" y="16764"/>
                  </a:lnTo>
                  <a:lnTo>
                    <a:pt x="393128" y="16764"/>
                  </a:lnTo>
                  <a:lnTo>
                    <a:pt x="39312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51033" y="3962488"/>
              <a:ext cx="393700" cy="101600"/>
            </a:xfrm>
            <a:custGeom>
              <a:avLst/>
              <a:gdLst/>
              <a:ahLst/>
              <a:cxnLst/>
              <a:rect l="l" t="t" r="r" b="b"/>
              <a:pathLst>
                <a:path w="393700" h="101600">
                  <a:moveTo>
                    <a:pt x="35052" y="0"/>
                  </a:moveTo>
                  <a:lnTo>
                    <a:pt x="25908" y="0"/>
                  </a:lnTo>
                  <a:lnTo>
                    <a:pt x="17526" y="0"/>
                  </a:lnTo>
                  <a:lnTo>
                    <a:pt x="8382" y="0"/>
                  </a:lnTo>
                  <a:lnTo>
                    <a:pt x="0" y="0"/>
                  </a:lnTo>
                  <a:lnTo>
                    <a:pt x="0" y="16764"/>
                  </a:lnTo>
                  <a:lnTo>
                    <a:pt x="8382" y="16764"/>
                  </a:lnTo>
                  <a:lnTo>
                    <a:pt x="17526" y="16764"/>
                  </a:lnTo>
                  <a:lnTo>
                    <a:pt x="17526" y="33528"/>
                  </a:lnTo>
                  <a:lnTo>
                    <a:pt x="35052" y="33528"/>
                  </a:lnTo>
                  <a:lnTo>
                    <a:pt x="35052" y="16764"/>
                  </a:lnTo>
                  <a:lnTo>
                    <a:pt x="35052" y="0"/>
                  </a:lnTo>
                  <a:close/>
                </a:path>
                <a:path w="393700" h="101600">
                  <a:moveTo>
                    <a:pt x="236181" y="51041"/>
                  </a:moveTo>
                  <a:lnTo>
                    <a:pt x="227050" y="16751"/>
                  </a:lnTo>
                  <a:lnTo>
                    <a:pt x="209524" y="8369"/>
                  </a:lnTo>
                  <a:lnTo>
                    <a:pt x="211810" y="16751"/>
                  </a:lnTo>
                  <a:lnTo>
                    <a:pt x="209524" y="16751"/>
                  </a:lnTo>
                  <a:lnTo>
                    <a:pt x="166090" y="16751"/>
                  </a:lnTo>
                  <a:lnTo>
                    <a:pt x="166090" y="25184"/>
                  </a:lnTo>
                  <a:lnTo>
                    <a:pt x="159194" y="51041"/>
                  </a:lnTo>
                  <a:lnTo>
                    <a:pt x="156946" y="51041"/>
                  </a:lnTo>
                  <a:lnTo>
                    <a:pt x="148577" y="51041"/>
                  </a:lnTo>
                  <a:lnTo>
                    <a:pt x="148564" y="59423"/>
                  </a:lnTo>
                  <a:lnTo>
                    <a:pt x="139433" y="59423"/>
                  </a:lnTo>
                  <a:lnTo>
                    <a:pt x="135331" y="59423"/>
                  </a:lnTo>
                  <a:lnTo>
                    <a:pt x="131051" y="41897"/>
                  </a:lnTo>
                  <a:lnTo>
                    <a:pt x="113525" y="33515"/>
                  </a:lnTo>
                  <a:lnTo>
                    <a:pt x="117805" y="51041"/>
                  </a:lnTo>
                  <a:lnTo>
                    <a:pt x="113525" y="51041"/>
                  </a:lnTo>
                  <a:lnTo>
                    <a:pt x="104381" y="51041"/>
                  </a:lnTo>
                  <a:lnTo>
                    <a:pt x="87630" y="41897"/>
                  </a:lnTo>
                  <a:lnTo>
                    <a:pt x="82956" y="59423"/>
                  </a:lnTo>
                  <a:lnTo>
                    <a:pt x="78473" y="59423"/>
                  </a:lnTo>
                  <a:lnTo>
                    <a:pt x="70091" y="59423"/>
                  </a:lnTo>
                  <a:lnTo>
                    <a:pt x="70091" y="76187"/>
                  </a:lnTo>
                  <a:lnTo>
                    <a:pt x="60960" y="76187"/>
                  </a:lnTo>
                  <a:lnTo>
                    <a:pt x="52578" y="76187"/>
                  </a:lnTo>
                  <a:lnTo>
                    <a:pt x="43434" y="76187"/>
                  </a:lnTo>
                  <a:lnTo>
                    <a:pt x="35052" y="76187"/>
                  </a:lnTo>
                  <a:lnTo>
                    <a:pt x="25908" y="76187"/>
                  </a:lnTo>
                  <a:lnTo>
                    <a:pt x="25908" y="92951"/>
                  </a:lnTo>
                  <a:lnTo>
                    <a:pt x="35052" y="92951"/>
                  </a:lnTo>
                  <a:lnTo>
                    <a:pt x="43434" y="92951"/>
                  </a:lnTo>
                  <a:lnTo>
                    <a:pt x="52578" y="92951"/>
                  </a:lnTo>
                  <a:lnTo>
                    <a:pt x="52578" y="101320"/>
                  </a:lnTo>
                  <a:lnTo>
                    <a:pt x="70104" y="101333"/>
                  </a:lnTo>
                  <a:lnTo>
                    <a:pt x="87630" y="101333"/>
                  </a:lnTo>
                  <a:lnTo>
                    <a:pt x="87630" y="84556"/>
                  </a:lnTo>
                  <a:lnTo>
                    <a:pt x="87630" y="80568"/>
                  </a:lnTo>
                  <a:lnTo>
                    <a:pt x="95999" y="84556"/>
                  </a:lnTo>
                  <a:lnTo>
                    <a:pt x="100177" y="67805"/>
                  </a:lnTo>
                  <a:lnTo>
                    <a:pt x="104381" y="67805"/>
                  </a:lnTo>
                  <a:lnTo>
                    <a:pt x="113525" y="67805"/>
                  </a:lnTo>
                  <a:lnTo>
                    <a:pt x="121907" y="67805"/>
                  </a:lnTo>
                  <a:lnTo>
                    <a:pt x="121907" y="76187"/>
                  </a:lnTo>
                  <a:lnTo>
                    <a:pt x="131051" y="76187"/>
                  </a:lnTo>
                  <a:lnTo>
                    <a:pt x="139433" y="76187"/>
                  </a:lnTo>
                  <a:lnTo>
                    <a:pt x="148577" y="76187"/>
                  </a:lnTo>
                  <a:lnTo>
                    <a:pt x="156959" y="76187"/>
                  </a:lnTo>
                  <a:lnTo>
                    <a:pt x="166103" y="76187"/>
                  </a:lnTo>
                  <a:lnTo>
                    <a:pt x="166103" y="67805"/>
                  </a:lnTo>
                  <a:lnTo>
                    <a:pt x="174472" y="67805"/>
                  </a:lnTo>
                  <a:lnTo>
                    <a:pt x="183616" y="33515"/>
                  </a:lnTo>
                  <a:lnTo>
                    <a:pt x="191998" y="33515"/>
                  </a:lnTo>
                  <a:lnTo>
                    <a:pt x="201142" y="33515"/>
                  </a:lnTo>
                  <a:lnTo>
                    <a:pt x="209524" y="33515"/>
                  </a:lnTo>
                  <a:lnTo>
                    <a:pt x="216382" y="33515"/>
                  </a:lnTo>
                  <a:lnTo>
                    <a:pt x="218668" y="41897"/>
                  </a:lnTo>
                  <a:lnTo>
                    <a:pt x="236181" y="51041"/>
                  </a:lnTo>
                  <a:close/>
                </a:path>
                <a:path w="393700" h="101600">
                  <a:moveTo>
                    <a:pt x="393141" y="84556"/>
                  </a:moveTo>
                  <a:lnTo>
                    <a:pt x="388556" y="84556"/>
                  </a:lnTo>
                  <a:lnTo>
                    <a:pt x="383997" y="67805"/>
                  </a:lnTo>
                  <a:lnTo>
                    <a:pt x="367233" y="59423"/>
                  </a:lnTo>
                  <a:lnTo>
                    <a:pt x="371424" y="76187"/>
                  </a:lnTo>
                  <a:lnTo>
                    <a:pt x="367233" y="76187"/>
                  </a:lnTo>
                  <a:lnTo>
                    <a:pt x="358089" y="76187"/>
                  </a:lnTo>
                  <a:lnTo>
                    <a:pt x="292569" y="76187"/>
                  </a:lnTo>
                  <a:lnTo>
                    <a:pt x="287997" y="59423"/>
                  </a:lnTo>
                  <a:lnTo>
                    <a:pt x="270471" y="51041"/>
                  </a:lnTo>
                  <a:lnTo>
                    <a:pt x="272757" y="59423"/>
                  </a:lnTo>
                  <a:lnTo>
                    <a:pt x="270471" y="59423"/>
                  </a:lnTo>
                  <a:lnTo>
                    <a:pt x="262089" y="59423"/>
                  </a:lnTo>
                  <a:lnTo>
                    <a:pt x="262089" y="51041"/>
                  </a:lnTo>
                  <a:lnTo>
                    <a:pt x="252945" y="51041"/>
                  </a:lnTo>
                  <a:lnTo>
                    <a:pt x="218668" y="51041"/>
                  </a:lnTo>
                  <a:lnTo>
                    <a:pt x="218668" y="67805"/>
                  </a:lnTo>
                  <a:lnTo>
                    <a:pt x="244563" y="67805"/>
                  </a:lnTo>
                  <a:lnTo>
                    <a:pt x="244563" y="76187"/>
                  </a:lnTo>
                  <a:lnTo>
                    <a:pt x="252945" y="76187"/>
                  </a:lnTo>
                  <a:lnTo>
                    <a:pt x="262089" y="76187"/>
                  </a:lnTo>
                  <a:lnTo>
                    <a:pt x="270471" y="76187"/>
                  </a:lnTo>
                  <a:lnTo>
                    <a:pt x="277329" y="76187"/>
                  </a:lnTo>
                  <a:lnTo>
                    <a:pt x="279615" y="84556"/>
                  </a:lnTo>
                  <a:lnTo>
                    <a:pt x="279615" y="92951"/>
                  </a:lnTo>
                  <a:lnTo>
                    <a:pt x="287997" y="92951"/>
                  </a:lnTo>
                  <a:lnTo>
                    <a:pt x="297141" y="92951"/>
                  </a:lnTo>
                  <a:lnTo>
                    <a:pt x="305511" y="92951"/>
                  </a:lnTo>
                  <a:lnTo>
                    <a:pt x="305511" y="101320"/>
                  </a:lnTo>
                  <a:lnTo>
                    <a:pt x="323037" y="101333"/>
                  </a:lnTo>
                  <a:lnTo>
                    <a:pt x="340563" y="101333"/>
                  </a:lnTo>
                  <a:lnTo>
                    <a:pt x="340563" y="92951"/>
                  </a:lnTo>
                  <a:lnTo>
                    <a:pt x="349707" y="92951"/>
                  </a:lnTo>
                  <a:lnTo>
                    <a:pt x="358089" y="92951"/>
                  </a:lnTo>
                  <a:lnTo>
                    <a:pt x="367233" y="92951"/>
                  </a:lnTo>
                  <a:lnTo>
                    <a:pt x="375615" y="92951"/>
                  </a:lnTo>
                  <a:lnTo>
                    <a:pt x="375615" y="101320"/>
                  </a:lnTo>
                  <a:lnTo>
                    <a:pt x="393141" y="101320"/>
                  </a:lnTo>
                  <a:lnTo>
                    <a:pt x="393141" y="845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6636" y="3970858"/>
              <a:ext cx="384810" cy="93345"/>
            </a:xfrm>
            <a:custGeom>
              <a:avLst/>
              <a:gdLst/>
              <a:ahLst/>
              <a:cxnLst/>
              <a:rect l="l" t="t" r="r" b="b"/>
              <a:pathLst>
                <a:path w="384810" h="93345">
                  <a:moveTo>
                    <a:pt x="375615" y="42672"/>
                  </a:moveTo>
                  <a:lnTo>
                    <a:pt x="367233" y="8382"/>
                  </a:lnTo>
                  <a:lnTo>
                    <a:pt x="349707" y="0"/>
                  </a:lnTo>
                  <a:lnTo>
                    <a:pt x="351802" y="8382"/>
                  </a:lnTo>
                  <a:lnTo>
                    <a:pt x="349707" y="8382"/>
                  </a:lnTo>
                  <a:lnTo>
                    <a:pt x="287997" y="8382"/>
                  </a:lnTo>
                  <a:lnTo>
                    <a:pt x="287997" y="16764"/>
                  </a:lnTo>
                  <a:lnTo>
                    <a:pt x="279615" y="16764"/>
                  </a:lnTo>
                  <a:lnTo>
                    <a:pt x="273278" y="42672"/>
                  </a:lnTo>
                  <a:lnTo>
                    <a:pt x="271233" y="42672"/>
                  </a:lnTo>
                  <a:lnTo>
                    <a:pt x="214198" y="42672"/>
                  </a:lnTo>
                  <a:lnTo>
                    <a:pt x="209524" y="25146"/>
                  </a:lnTo>
                  <a:lnTo>
                    <a:pt x="191998" y="16764"/>
                  </a:lnTo>
                  <a:lnTo>
                    <a:pt x="194233" y="25146"/>
                  </a:lnTo>
                  <a:lnTo>
                    <a:pt x="191998" y="25146"/>
                  </a:lnTo>
                  <a:lnTo>
                    <a:pt x="166090" y="25146"/>
                  </a:lnTo>
                  <a:lnTo>
                    <a:pt x="148577" y="16764"/>
                  </a:lnTo>
                  <a:lnTo>
                    <a:pt x="87617" y="16764"/>
                  </a:lnTo>
                  <a:lnTo>
                    <a:pt x="87617" y="25146"/>
                  </a:lnTo>
                  <a:lnTo>
                    <a:pt x="78486" y="25146"/>
                  </a:lnTo>
                  <a:lnTo>
                    <a:pt x="60960" y="16764"/>
                  </a:lnTo>
                  <a:lnTo>
                    <a:pt x="54622" y="42672"/>
                  </a:lnTo>
                  <a:lnTo>
                    <a:pt x="52578" y="42672"/>
                  </a:lnTo>
                  <a:lnTo>
                    <a:pt x="43434" y="42672"/>
                  </a:lnTo>
                  <a:lnTo>
                    <a:pt x="37134" y="67818"/>
                  </a:lnTo>
                  <a:lnTo>
                    <a:pt x="35052" y="67818"/>
                  </a:lnTo>
                  <a:lnTo>
                    <a:pt x="25908" y="67818"/>
                  </a:lnTo>
                  <a:lnTo>
                    <a:pt x="25908" y="76187"/>
                  </a:lnTo>
                  <a:lnTo>
                    <a:pt x="17538" y="76187"/>
                  </a:lnTo>
                  <a:lnTo>
                    <a:pt x="8382" y="76187"/>
                  </a:lnTo>
                  <a:lnTo>
                    <a:pt x="12" y="76187"/>
                  </a:lnTo>
                  <a:lnTo>
                    <a:pt x="0" y="92951"/>
                  </a:lnTo>
                  <a:lnTo>
                    <a:pt x="25908" y="92951"/>
                  </a:lnTo>
                  <a:lnTo>
                    <a:pt x="43434" y="92964"/>
                  </a:lnTo>
                  <a:lnTo>
                    <a:pt x="43434" y="84582"/>
                  </a:lnTo>
                  <a:lnTo>
                    <a:pt x="52578" y="84582"/>
                  </a:lnTo>
                  <a:lnTo>
                    <a:pt x="58851" y="59436"/>
                  </a:lnTo>
                  <a:lnTo>
                    <a:pt x="70104" y="59436"/>
                  </a:lnTo>
                  <a:lnTo>
                    <a:pt x="74193" y="42672"/>
                  </a:lnTo>
                  <a:lnTo>
                    <a:pt x="78473" y="42672"/>
                  </a:lnTo>
                  <a:lnTo>
                    <a:pt x="105143" y="42672"/>
                  </a:lnTo>
                  <a:lnTo>
                    <a:pt x="105143" y="33528"/>
                  </a:lnTo>
                  <a:lnTo>
                    <a:pt x="113525" y="33528"/>
                  </a:lnTo>
                  <a:lnTo>
                    <a:pt x="122669" y="33528"/>
                  </a:lnTo>
                  <a:lnTo>
                    <a:pt x="131051" y="33528"/>
                  </a:lnTo>
                  <a:lnTo>
                    <a:pt x="131051" y="42672"/>
                  </a:lnTo>
                  <a:lnTo>
                    <a:pt x="131051" y="51054"/>
                  </a:lnTo>
                  <a:lnTo>
                    <a:pt x="131051" y="59436"/>
                  </a:lnTo>
                  <a:lnTo>
                    <a:pt x="139433" y="59436"/>
                  </a:lnTo>
                  <a:lnTo>
                    <a:pt x="156959" y="59436"/>
                  </a:lnTo>
                  <a:lnTo>
                    <a:pt x="161429" y="42672"/>
                  </a:lnTo>
                  <a:lnTo>
                    <a:pt x="166090" y="42672"/>
                  </a:lnTo>
                  <a:lnTo>
                    <a:pt x="198907" y="42672"/>
                  </a:lnTo>
                  <a:lnTo>
                    <a:pt x="201142" y="51054"/>
                  </a:lnTo>
                  <a:lnTo>
                    <a:pt x="201142" y="59436"/>
                  </a:lnTo>
                  <a:lnTo>
                    <a:pt x="209524" y="59436"/>
                  </a:lnTo>
                  <a:lnTo>
                    <a:pt x="218668" y="59436"/>
                  </a:lnTo>
                  <a:lnTo>
                    <a:pt x="287997" y="59436"/>
                  </a:lnTo>
                  <a:lnTo>
                    <a:pt x="294906" y="33528"/>
                  </a:lnTo>
                  <a:lnTo>
                    <a:pt x="297141" y="33528"/>
                  </a:lnTo>
                  <a:lnTo>
                    <a:pt x="305523" y="33528"/>
                  </a:lnTo>
                  <a:lnTo>
                    <a:pt x="305523" y="25146"/>
                  </a:lnTo>
                  <a:lnTo>
                    <a:pt x="355993" y="25146"/>
                  </a:lnTo>
                  <a:lnTo>
                    <a:pt x="358089" y="33528"/>
                  </a:lnTo>
                  <a:lnTo>
                    <a:pt x="375615" y="42672"/>
                  </a:lnTo>
                  <a:close/>
                </a:path>
                <a:path w="384810" h="93345">
                  <a:moveTo>
                    <a:pt x="384759" y="42672"/>
                  </a:moveTo>
                  <a:lnTo>
                    <a:pt x="375615" y="42672"/>
                  </a:lnTo>
                  <a:lnTo>
                    <a:pt x="367233" y="42672"/>
                  </a:lnTo>
                  <a:lnTo>
                    <a:pt x="358089" y="42672"/>
                  </a:lnTo>
                  <a:lnTo>
                    <a:pt x="358089" y="59436"/>
                  </a:lnTo>
                  <a:lnTo>
                    <a:pt x="367233" y="59436"/>
                  </a:lnTo>
                  <a:lnTo>
                    <a:pt x="375615" y="59436"/>
                  </a:lnTo>
                  <a:lnTo>
                    <a:pt x="384759" y="59436"/>
                  </a:lnTo>
                  <a:lnTo>
                    <a:pt x="384759" y="4267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93869" y="3944962"/>
              <a:ext cx="358140" cy="128270"/>
            </a:xfrm>
            <a:custGeom>
              <a:avLst/>
              <a:gdLst/>
              <a:ahLst/>
              <a:cxnLst/>
              <a:rect l="l" t="t" r="r" b="b"/>
              <a:pathLst>
                <a:path w="358139" h="128270">
                  <a:moveTo>
                    <a:pt x="51803" y="51041"/>
                  </a:moveTo>
                  <a:lnTo>
                    <a:pt x="35052" y="42659"/>
                  </a:lnTo>
                  <a:lnTo>
                    <a:pt x="28143" y="68567"/>
                  </a:lnTo>
                  <a:lnTo>
                    <a:pt x="25908" y="68567"/>
                  </a:lnTo>
                  <a:lnTo>
                    <a:pt x="0" y="68567"/>
                  </a:lnTo>
                  <a:lnTo>
                    <a:pt x="0" y="85331"/>
                  </a:lnTo>
                  <a:lnTo>
                    <a:pt x="43421" y="85331"/>
                  </a:lnTo>
                  <a:lnTo>
                    <a:pt x="51803" y="51041"/>
                  </a:lnTo>
                  <a:close/>
                </a:path>
                <a:path w="358139" h="128270">
                  <a:moveTo>
                    <a:pt x="95999" y="8382"/>
                  </a:moveTo>
                  <a:lnTo>
                    <a:pt x="86855" y="8382"/>
                  </a:lnTo>
                  <a:lnTo>
                    <a:pt x="78473" y="8382"/>
                  </a:lnTo>
                  <a:lnTo>
                    <a:pt x="69329" y="8382"/>
                  </a:lnTo>
                  <a:lnTo>
                    <a:pt x="51803" y="0"/>
                  </a:lnTo>
                  <a:lnTo>
                    <a:pt x="47510" y="17526"/>
                  </a:lnTo>
                  <a:lnTo>
                    <a:pt x="43421" y="17526"/>
                  </a:lnTo>
                  <a:lnTo>
                    <a:pt x="35039" y="17526"/>
                  </a:lnTo>
                  <a:lnTo>
                    <a:pt x="35039" y="34290"/>
                  </a:lnTo>
                  <a:lnTo>
                    <a:pt x="43421" y="34290"/>
                  </a:lnTo>
                  <a:lnTo>
                    <a:pt x="60947" y="42659"/>
                  </a:lnTo>
                  <a:lnTo>
                    <a:pt x="65036" y="25908"/>
                  </a:lnTo>
                  <a:lnTo>
                    <a:pt x="69329" y="25908"/>
                  </a:lnTo>
                  <a:lnTo>
                    <a:pt x="78473" y="25908"/>
                  </a:lnTo>
                  <a:lnTo>
                    <a:pt x="78473" y="42672"/>
                  </a:lnTo>
                  <a:lnTo>
                    <a:pt x="95999" y="42672"/>
                  </a:lnTo>
                  <a:lnTo>
                    <a:pt x="95999" y="25908"/>
                  </a:lnTo>
                  <a:lnTo>
                    <a:pt x="95999" y="8382"/>
                  </a:lnTo>
                  <a:close/>
                </a:path>
                <a:path w="358139" h="128270">
                  <a:moveTo>
                    <a:pt x="358089" y="68567"/>
                  </a:moveTo>
                  <a:lnTo>
                    <a:pt x="331419" y="68567"/>
                  </a:lnTo>
                  <a:lnTo>
                    <a:pt x="331419" y="76949"/>
                  </a:lnTo>
                  <a:lnTo>
                    <a:pt x="331419" y="85331"/>
                  </a:lnTo>
                  <a:lnTo>
                    <a:pt x="331419" y="93713"/>
                  </a:lnTo>
                  <a:lnTo>
                    <a:pt x="323049" y="93713"/>
                  </a:lnTo>
                  <a:lnTo>
                    <a:pt x="305523" y="85331"/>
                  </a:lnTo>
                  <a:lnTo>
                    <a:pt x="301332" y="102082"/>
                  </a:lnTo>
                  <a:lnTo>
                    <a:pt x="297141" y="102082"/>
                  </a:lnTo>
                  <a:lnTo>
                    <a:pt x="287997" y="102082"/>
                  </a:lnTo>
                  <a:lnTo>
                    <a:pt x="279615" y="102082"/>
                  </a:lnTo>
                  <a:lnTo>
                    <a:pt x="270471" y="102082"/>
                  </a:lnTo>
                  <a:lnTo>
                    <a:pt x="270471" y="93713"/>
                  </a:lnTo>
                  <a:lnTo>
                    <a:pt x="174485" y="93713"/>
                  </a:lnTo>
                  <a:lnTo>
                    <a:pt x="174485" y="76949"/>
                  </a:lnTo>
                  <a:lnTo>
                    <a:pt x="78473" y="76949"/>
                  </a:lnTo>
                  <a:lnTo>
                    <a:pt x="78473" y="93713"/>
                  </a:lnTo>
                  <a:lnTo>
                    <a:pt x="156959" y="93713"/>
                  </a:lnTo>
                  <a:lnTo>
                    <a:pt x="156959" y="110477"/>
                  </a:lnTo>
                  <a:lnTo>
                    <a:pt x="252945" y="110477"/>
                  </a:lnTo>
                  <a:lnTo>
                    <a:pt x="252945" y="118846"/>
                  </a:lnTo>
                  <a:lnTo>
                    <a:pt x="270471" y="118859"/>
                  </a:lnTo>
                  <a:lnTo>
                    <a:pt x="279615" y="118846"/>
                  </a:lnTo>
                  <a:lnTo>
                    <a:pt x="287997" y="118846"/>
                  </a:lnTo>
                  <a:lnTo>
                    <a:pt x="297141" y="118846"/>
                  </a:lnTo>
                  <a:lnTo>
                    <a:pt x="314667" y="127990"/>
                  </a:lnTo>
                  <a:lnTo>
                    <a:pt x="318947" y="110477"/>
                  </a:lnTo>
                  <a:lnTo>
                    <a:pt x="323037" y="110477"/>
                  </a:lnTo>
                  <a:lnTo>
                    <a:pt x="331419" y="110477"/>
                  </a:lnTo>
                  <a:lnTo>
                    <a:pt x="340575" y="110477"/>
                  </a:lnTo>
                  <a:lnTo>
                    <a:pt x="348945" y="110477"/>
                  </a:lnTo>
                  <a:lnTo>
                    <a:pt x="348945" y="93713"/>
                  </a:lnTo>
                  <a:lnTo>
                    <a:pt x="348945" y="85331"/>
                  </a:lnTo>
                  <a:lnTo>
                    <a:pt x="358089" y="85331"/>
                  </a:lnTo>
                  <a:lnTo>
                    <a:pt x="358089" y="6856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00575" y="1846081"/>
              <a:ext cx="3442335" cy="2235835"/>
            </a:xfrm>
            <a:custGeom>
              <a:avLst/>
              <a:gdLst/>
              <a:ahLst/>
              <a:cxnLst/>
              <a:rect l="l" t="t" r="r" b="b"/>
              <a:pathLst>
                <a:path w="3442335" h="2235835">
                  <a:moveTo>
                    <a:pt x="0" y="2235450"/>
                  </a:moveTo>
                  <a:lnTo>
                    <a:pt x="17525" y="2235450"/>
                  </a:lnTo>
                  <a:lnTo>
                    <a:pt x="25894" y="2176026"/>
                  </a:lnTo>
                  <a:lnTo>
                    <a:pt x="25894" y="2133362"/>
                  </a:lnTo>
                  <a:lnTo>
                    <a:pt x="35037" y="1904021"/>
                  </a:lnTo>
                  <a:lnTo>
                    <a:pt x="35037" y="1861357"/>
                  </a:lnTo>
                  <a:lnTo>
                    <a:pt x="43420" y="1861357"/>
                  </a:lnTo>
                  <a:lnTo>
                    <a:pt x="52562" y="1836205"/>
                  </a:lnTo>
                  <a:lnTo>
                    <a:pt x="52562" y="1785161"/>
                  </a:lnTo>
                  <a:lnTo>
                    <a:pt x="60945" y="1785161"/>
                  </a:lnTo>
                  <a:lnTo>
                    <a:pt x="78470" y="1767637"/>
                  </a:lnTo>
                  <a:lnTo>
                    <a:pt x="78470" y="1734117"/>
                  </a:lnTo>
                  <a:lnTo>
                    <a:pt x="87612" y="1665536"/>
                  </a:lnTo>
                  <a:lnTo>
                    <a:pt x="95995" y="1665536"/>
                  </a:lnTo>
                  <a:lnTo>
                    <a:pt x="104365" y="1657156"/>
                  </a:lnTo>
                  <a:lnTo>
                    <a:pt x="156940" y="1657156"/>
                  </a:lnTo>
                  <a:lnTo>
                    <a:pt x="156940" y="1394296"/>
                  </a:lnTo>
                  <a:lnTo>
                    <a:pt x="166083" y="467813"/>
                  </a:lnTo>
                  <a:lnTo>
                    <a:pt x="174465" y="484573"/>
                  </a:lnTo>
                  <a:lnTo>
                    <a:pt x="183608" y="501333"/>
                  </a:lnTo>
                  <a:lnTo>
                    <a:pt x="191978" y="535617"/>
                  </a:lnTo>
                  <a:lnTo>
                    <a:pt x="191978" y="561521"/>
                  </a:lnTo>
                  <a:lnTo>
                    <a:pt x="201120" y="578293"/>
                  </a:lnTo>
                  <a:lnTo>
                    <a:pt x="209503" y="603433"/>
                  </a:lnTo>
                  <a:lnTo>
                    <a:pt x="209503" y="611813"/>
                  </a:lnTo>
                  <a:lnTo>
                    <a:pt x="218645" y="611813"/>
                  </a:lnTo>
                  <a:lnTo>
                    <a:pt x="227028" y="603433"/>
                  </a:lnTo>
                  <a:lnTo>
                    <a:pt x="235410" y="611813"/>
                  </a:lnTo>
                  <a:lnTo>
                    <a:pt x="707752" y="611813"/>
                  </a:lnTo>
                  <a:lnTo>
                    <a:pt x="707752" y="603433"/>
                  </a:lnTo>
                  <a:lnTo>
                    <a:pt x="716135" y="611813"/>
                  </a:lnTo>
                  <a:lnTo>
                    <a:pt x="725277" y="603433"/>
                  </a:lnTo>
                  <a:lnTo>
                    <a:pt x="725277" y="611813"/>
                  </a:lnTo>
                  <a:lnTo>
                    <a:pt x="733660" y="611813"/>
                  </a:lnTo>
                  <a:lnTo>
                    <a:pt x="733660" y="603433"/>
                  </a:lnTo>
                  <a:lnTo>
                    <a:pt x="742802" y="611813"/>
                  </a:lnTo>
                  <a:lnTo>
                    <a:pt x="751185" y="603433"/>
                  </a:lnTo>
                  <a:lnTo>
                    <a:pt x="751185" y="611813"/>
                  </a:lnTo>
                  <a:lnTo>
                    <a:pt x="760327" y="603433"/>
                  </a:lnTo>
                  <a:lnTo>
                    <a:pt x="760327" y="611813"/>
                  </a:lnTo>
                  <a:lnTo>
                    <a:pt x="768710" y="603433"/>
                  </a:lnTo>
                  <a:lnTo>
                    <a:pt x="777852" y="611813"/>
                  </a:lnTo>
                  <a:lnTo>
                    <a:pt x="786235" y="603433"/>
                  </a:lnTo>
                  <a:lnTo>
                    <a:pt x="794605" y="611813"/>
                  </a:lnTo>
                  <a:lnTo>
                    <a:pt x="803747" y="603433"/>
                  </a:lnTo>
                  <a:lnTo>
                    <a:pt x="812130" y="611813"/>
                  </a:lnTo>
                  <a:lnTo>
                    <a:pt x="812130" y="603433"/>
                  </a:lnTo>
                  <a:lnTo>
                    <a:pt x="821272" y="603433"/>
                  </a:lnTo>
                  <a:lnTo>
                    <a:pt x="829655" y="611813"/>
                  </a:lnTo>
                  <a:lnTo>
                    <a:pt x="829655" y="603433"/>
                  </a:lnTo>
                  <a:lnTo>
                    <a:pt x="838798" y="603433"/>
                  </a:lnTo>
                  <a:lnTo>
                    <a:pt x="838798" y="611813"/>
                  </a:lnTo>
                  <a:lnTo>
                    <a:pt x="847180" y="603433"/>
                  </a:lnTo>
                  <a:lnTo>
                    <a:pt x="856323" y="603433"/>
                  </a:lnTo>
                  <a:lnTo>
                    <a:pt x="864705" y="611813"/>
                  </a:lnTo>
                  <a:lnTo>
                    <a:pt x="891360" y="611813"/>
                  </a:lnTo>
                  <a:lnTo>
                    <a:pt x="899743" y="603433"/>
                  </a:lnTo>
                  <a:lnTo>
                    <a:pt x="908885" y="611813"/>
                  </a:lnTo>
                  <a:lnTo>
                    <a:pt x="917268" y="603433"/>
                  </a:lnTo>
                  <a:lnTo>
                    <a:pt x="917268" y="611813"/>
                  </a:lnTo>
                  <a:lnTo>
                    <a:pt x="952318" y="611813"/>
                  </a:lnTo>
                  <a:lnTo>
                    <a:pt x="960688" y="603433"/>
                  </a:lnTo>
                  <a:lnTo>
                    <a:pt x="960688" y="611813"/>
                  </a:lnTo>
                  <a:lnTo>
                    <a:pt x="969830" y="611813"/>
                  </a:lnTo>
                  <a:lnTo>
                    <a:pt x="969830" y="603433"/>
                  </a:lnTo>
                  <a:lnTo>
                    <a:pt x="978213" y="611813"/>
                  </a:lnTo>
                  <a:lnTo>
                    <a:pt x="987356" y="603433"/>
                  </a:lnTo>
                  <a:lnTo>
                    <a:pt x="987356" y="611813"/>
                  </a:lnTo>
                  <a:lnTo>
                    <a:pt x="995738" y="611813"/>
                  </a:lnTo>
                  <a:lnTo>
                    <a:pt x="995738" y="603433"/>
                  </a:lnTo>
                  <a:lnTo>
                    <a:pt x="1004881" y="611813"/>
                  </a:lnTo>
                  <a:lnTo>
                    <a:pt x="1039931" y="611813"/>
                  </a:lnTo>
                  <a:lnTo>
                    <a:pt x="1091734" y="611813"/>
                  </a:lnTo>
                  <a:lnTo>
                    <a:pt x="1100876" y="603433"/>
                  </a:lnTo>
                  <a:lnTo>
                    <a:pt x="1100876" y="611813"/>
                  </a:lnTo>
                  <a:lnTo>
                    <a:pt x="1118401" y="611813"/>
                  </a:lnTo>
                  <a:lnTo>
                    <a:pt x="1118401" y="603433"/>
                  </a:lnTo>
                  <a:lnTo>
                    <a:pt x="1126771" y="611813"/>
                  </a:lnTo>
                  <a:lnTo>
                    <a:pt x="1616650" y="611813"/>
                  </a:lnTo>
                  <a:lnTo>
                    <a:pt x="1616650" y="552389"/>
                  </a:lnTo>
                  <a:lnTo>
                    <a:pt x="1625033" y="348952"/>
                  </a:lnTo>
                  <a:lnTo>
                    <a:pt x="1633403" y="331428"/>
                  </a:lnTo>
                  <a:lnTo>
                    <a:pt x="1642545" y="195808"/>
                  </a:lnTo>
                  <a:lnTo>
                    <a:pt x="1642545" y="51043"/>
                  </a:lnTo>
                  <a:lnTo>
                    <a:pt x="1650928" y="42663"/>
                  </a:lnTo>
                  <a:lnTo>
                    <a:pt x="1660071" y="34284"/>
                  </a:lnTo>
                  <a:lnTo>
                    <a:pt x="1660071" y="25904"/>
                  </a:lnTo>
                  <a:lnTo>
                    <a:pt x="1668453" y="25904"/>
                  </a:lnTo>
                  <a:lnTo>
                    <a:pt x="1668453" y="17524"/>
                  </a:lnTo>
                  <a:lnTo>
                    <a:pt x="2096615" y="17524"/>
                  </a:lnTo>
                  <a:lnTo>
                    <a:pt x="2254315" y="17524"/>
                  </a:lnTo>
                  <a:lnTo>
                    <a:pt x="2262698" y="9144"/>
                  </a:lnTo>
                  <a:lnTo>
                    <a:pt x="2507251" y="9144"/>
                  </a:lnTo>
                  <a:lnTo>
                    <a:pt x="2507251" y="17524"/>
                  </a:lnTo>
                  <a:lnTo>
                    <a:pt x="2516394" y="17524"/>
                  </a:lnTo>
                  <a:lnTo>
                    <a:pt x="2524776" y="25904"/>
                  </a:lnTo>
                  <a:lnTo>
                    <a:pt x="2533919" y="25904"/>
                  </a:lnTo>
                  <a:lnTo>
                    <a:pt x="2542302" y="68568"/>
                  </a:lnTo>
                  <a:lnTo>
                    <a:pt x="2568969" y="68568"/>
                  </a:lnTo>
                  <a:lnTo>
                    <a:pt x="2577339" y="34284"/>
                  </a:lnTo>
                  <a:lnTo>
                    <a:pt x="2603247" y="34284"/>
                  </a:lnTo>
                  <a:lnTo>
                    <a:pt x="2603247" y="9144"/>
                  </a:lnTo>
                  <a:lnTo>
                    <a:pt x="2708385" y="9144"/>
                  </a:lnTo>
                  <a:lnTo>
                    <a:pt x="2717527" y="17524"/>
                  </a:lnTo>
                  <a:lnTo>
                    <a:pt x="2743435" y="17524"/>
                  </a:lnTo>
                  <a:lnTo>
                    <a:pt x="2743435" y="25904"/>
                  </a:lnTo>
                  <a:lnTo>
                    <a:pt x="2848560" y="25904"/>
                  </a:lnTo>
                  <a:lnTo>
                    <a:pt x="2856943" y="34284"/>
                  </a:lnTo>
                  <a:lnTo>
                    <a:pt x="2865325" y="34284"/>
                  </a:lnTo>
                  <a:lnTo>
                    <a:pt x="2874468" y="76948"/>
                  </a:lnTo>
                  <a:lnTo>
                    <a:pt x="2882850" y="85327"/>
                  </a:lnTo>
                  <a:lnTo>
                    <a:pt x="2900375" y="85327"/>
                  </a:lnTo>
                  <a:lnTo>
                    <a:pt x="2900375" y="68568"/>
                  </a:lnTo>
                  <a:lnTo>
                    <a:pt x="2909518" y="68568"/>
                  </a:lnTo>
                  <a:lnTo>
                    <a:pt x="2917888" y="42663"/>
                  </a:lnTo>
                  <a:lnTo>
                    <a:pt x="2935413" y="42663"/>
                  </a:lnTo>
                  <a:lnTo>
                    <a:pt x="2935413" y="9144"/>
                  </a:lnTo>
                  <a:lnTo>
                    <a:pt x="3023026" y="9144"/>
                  </a:lnTo>
                  <a:lnTo>
                    <a:pt x="3023026" y="17524"/>
                  </a:lnTo>
                  <a:lnTo>
                    <a:pt x="3144929" y="17524"/>
                  </a:lnTo>
                  <a:lnTo>
                    <a:pt x="3154071" y="42663"/>
                  </a:lnTo>
                  <a:lnTo>
                    <a:pt x="3162454" y="42663"/>
                  </a:lnTo>
                  <a:lnTo>
                    <a:pt x="3171596" y="51043"/>
                  </a:lnTo>
                  <a:lnTo>
                    <a:pt x="3179966" y="51043"/>
                  </a:lnTo>
                  <a:lnTo>
                    <a:pt x="3189109" y="0"/>
                  </a:lnTo>
                  <a:lnTo>
                    <a:pt x="3442045" y="0"/>
                  </a:lnTo>
                </a:path>
              </a:pathLst>
            </a:custGeom>
            <a:ln w="25702">
              <a:solidFill>
                <a:srgbClr val="007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91513" y="2713024"/>
              <a:ext cx="332740" cy="1411605"/>
            </a:xfrm>
            <a:custGeom>
              <a:avLst/>
              <a:gdLst/>
              <a:ahLst/>
              <a:cxnLst/>
              <a:rect l="l" t="t" r="r" b="b"/>
              <a:pathLst>
                <a:path w="332739" h="1411604">
                  <a:moveTo>
                    <a:pt x="44196" y="1342440"/>
                  </a:moveTo>
                  <a:lnTo>
                    <a:pt x="26670" y="1342440"/>
                  </a:lnTo>
                  <a:lnTo>
                    <a:pt x="26670" y="1359966"/>
                  </a:lnTo>
                  <a:lnTo>
                    <a:pt x="17526" y="1359966"/>
                  </a:lnTo>
                  <a:lnTo>
                    <a:pt x="9144" y="1359966"/>
                  </a:lnTo>
                  <a:lnTo>
                    <a:pt x="0" y="1359966"/>
                  </a:lnTo>
                  <a:lnTo>
                    <a:pt x="0" y="1376730"/>
                  </a:lnTo>
                  <a:lnTo>
                    <a:pt x="0" y="1411020"/>
                  </a:lnTo>
                  <a:lnTo>
                    <a:pt x="17526" y="1411020"/>
                  </a:lnTo>
                  <a:lnTo>
                    <a:pt x="17526" y="1376730"/>
                  </a:lnTo>
                  <a:lnTo>
                    <a:pt x="26670" y="1376730"/>
                  </a:lnTo>
                  <a:lnTo>
                    <a:pt x="35052" y="1376730"/>
                  </a:lnTo>
                  <a:lnTo>
                    <a:pt x="44196" y="1376730"/>
                  </a:lnTo>
                  <a:lnTo>
                    <a:pt x="44196" y="1359966"/>
                  </a:lnTo>
                  <a:lnTo>
                    <a:pt x="44196" y="1342440"/>
                  </a:lnTo>
                  <a:close/>
                </a:path>
                <a:path w="332739" h="1411604">
                  <a:moveTo>
                    <a:pt x="44196" y="1240358"/>
                  </a:moveTo>
                  <a:lnTo>
                    <a:pt x="26670" y="1240358"/>
                  </a:lnTo>
                  <a:lnTo>
                    <a:pt x="26670" y="1274648"/>
                  </a:lnTo>
                  <a:lnTo>
                    <a:pt x="44196" y="1274648"/>
                  </a:lnTo>
                  <a:lnTo>
                    <a:pt x="44196" y="1240358"/>
                  </a:lnTo>
                  <a:close/>
                </a:path>
                <a:path w="332739" h="1411604">
                  <a:moveTo>
                    <a:pt x="52578" y="1139024"/>
                  </a:moveTo>
                  <a:lnTo>
                    <a:pt x="35052" y="1139024"/>
                  </a:lnTo>
                  <a:lnTo>
                    <a:pt x="35052" y="1172552"/>
                  </a:lnTo>
                  <a:lnTo>
                    <a:pt x="52578" y="1172552"/>
                  </a:lnTo>
                  <a:lnTo>
                    <a:pt x="52578" y="1139024"/>
                  </a:lnTo>
                  <a:close/>
                </a:path>
                <a:path w="332739" h="1411604">
                  <a:moveTo>
                    <a:pt x="61722" y="1028547"/>
                  </a:moveTo>
                  <a:lnTo>
                    <a:pt x="44196" y="1028547"/>
                  </a:lnTo>
                  <a:lnTo>
                    <a:pt x="44196" y="1045311"/>
                  </a:lnTo>
                  <a:lnTo>
                    <a:pt x="35052" y="1045311"/>
                  </a:lnTo>
                  <a:lnTo>
                    <a:pt x="35052" y="1062075"/>
                  </a:lnTo>
                  <a:lnTo>
                    <a:pt x="35052" y="1070457"/>
                  </a:lnTo>
                  <a:lnTo>
                    <a:pt x="52578" y="1070457"/>
                  </a:lnTo>
                  <a:lnTo>
                    <a:pt x="52578" y="1062075"/>
                  </a:lnTo>
                  <a:lnTo>
                    <a:pt x="61722" y="1062075"/>
                  </a:lnTo>
                  <a:lnTo>
                    <a:pt x="61722" y="1045311"/>
                  </a:lnTo>
                  <a:lnTo>
                    <a:pt x="61722" y="1028547"/>
                  </a:lnTo>
                  <a:close/>
                </a:path>
                <a:path w="332739" h="1411604">
                  <a:moveTo>
                    <a:pt x="79248" y="951611"/>
                  </a:moveTo>
                  <a:lnTo>
                    <a:pt x="61722" y="951611"/>
                  </a:lnTo>
                  <a:lnTo>
                    <a:pt x="61722" y="969124"/>
                  </a:lnTo>
                  <a:lnTo>
                    <a:pt x="52578" y="969124"/>
                  </a:lnTo>
                  <a:lnTo>
                    <a:pt x="52578" y="985888"/>
                  </a:lnTo>
                  <a:lnTo>
                    <a:pt x="61722" y="985888"/>
                  </a:lnTo>
                  <a:lnTo>
                    <a:pt x="79248" y="985901"/>
                  </a:lnTo>
                  <a:lnTo>
                    <a:pt x="79248" y="969124"/>
                  </a:lnTo>
                  <a:lnTo>
                    <a:pt x="79248" y="951611"/>
                  </a:lnTo>
                  <a:close/>
                </a:path>
                <a:path w="332739" h="1411604">
                  <a:moveTo>
                    <a:pt x="105143" y="858659"/>
                  </a:moveTo>
                  <a:lnTo>
                    <a:pt x="87617" y="858659"/>
                  </a:lnTo>
                  <a:lnTo>
                    <a:pt x="87617" y="875411"/>
                  </a:lnTo>
                  <a:lnTo>
                    <a:pt x="79235" y="875411"/>
                  </a:lnTo>
                  <a:lnTo>
                    <a:pt x="79235" y="892175"/>
                  </a:lnTo>
                  <a:lnTo>
                    <a:pt x="79235" y="908939"/>
                  </a:lnTo>
                  <a:lnTo>
                    <a:pt x="70091" y="908939"/>
                  </a:lnTo>
                  <a:lnTo>
                    <a:pt x="61722" y="908939"/>
                  </a:lnTo>
                  <a:lnTo>
                    <a:pt x="61722" y="926465"/>
                  </a:lnTo>
                  <a:lnTo>
                    <a:pt x="70091" y="926465"/>
                  </a:lnTo>
                  <a:lnTo>
                    <a:pt x="79235" y="926465"/>
                  </a:lnTo>
                  <a:lnTo>
                    <a:pt x="87630" y="926465"/>
                  </a:lnTo>
                  <a:lnTo>
                    <a:pt x="96761" y="926465"/>
                  </a:lnTo>
                  <a:lnTo>
                    <a:pt x="96761" y="908939"/>
                  </a:lnTo>
                  <a:lnTo>
                    <a:pt x="96761" y="892187"/>
                  </a:lnTo>
                  <a:lnTo>
                    <a:pt x="105143" y="892187"/>
                  </a:lnTo>
                  <a:lnTo>
                    <a:pt x="105143" y="875411"/>
                  </a:lnTo>
                  <a:lnTo>
                    <a:pt x="105143" y="858659"/>
                  </a:lnTo>
                  <a:close/>
                </a:path>
                <a:path w="332739" h="1411604">
                  <a:moveTo>
                    <a:pt x="175234" y="807605"/>
                  </a:moveTo>
                  <a:lnTo>
                    <a:pt x="157721" y="807605"/>
                  </a:lnTo>
                  <a:lnTo>
                    <a:pt x="157721" y="798474"/>
                  </a:lnTo>
                  <a:lnTo>
                    <a:pt x="157721" y="781697"/>
                  </a:lnTo>
                  <a:lnTo>
                    <a:pt x="148577" y="781697"/>
                  </a:lnTo>
                  <a:lnTo>
                    <a:pt x="140195" y="781697"/>
                  </a:lnTo>
                  <a:lnTo>
                    <a:pt x="131051" y="781697"/>
                  </a:lnTo>
                  <a:lnTo>
                    <a:pt x="113525" y="773315"/>
                  </a:lnTo>
                  <a:lnTo>
                    <a:pt x="109423" y="790079"/>
                  </a:lnTo>
                  <a:lnTo>
                    <a:pt x="105143" y="790079"/>
                  </a:lnTo>
                  <a:lnTo>
                    <a:pt x="96761" y="790079"/>
                  </a:lnTo>
                  <a:lnTo>
                    <a:pt x="96761" y="807618"/>
                  </a:lnTo>
                  <a:lnTo>
                    <a:pt x="105143" y="807618"/>
                  </a:lnTo>
                  <a:lnTo>
                    <a:pt x="122669" y="815987"/>
                  </a:lnTo>
                  <a:lnTo>
                    <a:pt x="126949" y="798474"/>
                  </a:lnTo>
                  <a:lnTo>
                    <a:pt x="131051" y="798474"/>
                  </a:lnTo>
                  <a:lnTo>
                    <a:pt x="140195" y="798474"/>
                  </a:lnTo>
                  <a:lnTo>
                    <a:pt x="140195" y="816000"/>
                  </a:lnTo>
                  <a:lnTo>
                    <a:pt x="157708" y="816000"/>
                  </a:lnTo>
                  <a:lnTo>
                    <a:pt x="157708" y="824369"/>
                  </a:lnTo>
                  <a:lnTo>
                    <a:pt x="148564" y="824369"/>
                  </a:lnTo>
                  <a:lnTo>
                    <a:pt x="140195" y="824369"/>
                  </a:lnTo>
                  <a:lnTo>
                    <a:pt x="140195" y="841133"/>
                  </a:lnTo>
                  <a:lnTo>
                    <a:pt x="148564" y="841133"/>
                  </a:lnTo>
                  <a:lnTo>
                    <a:pt x="157708" y="841133"/>
                  </a:lnTo>
                  <a:lnTo>
                    <a:pt x="166103" y="841133"/>
                  </a:lnTo>
                  <a:lnTo>
                    <a:pt x="175234" y="841133"/>
                  </a:lnTo>
                  <a:lnTo>
                    <a:pt x="175234" y="824369"/>
                  </a:lnTo>
                  <a:lnTo>
                    <a:pt x="175234" y="807605"/>
                  </a:lnTo>
                  <a:close/>
                </a:path>
                <a:path w="332739" h="1411604">
                  <a:moveTo>
                    <a:pt x="175234" y="705510"/>
                  </a:moveTo>
                  <a:lnTo>
                    <a:pt x="157708" y="705510"/>
                  </a:lnTo>
                  <a:lnTo>
                    <a:pt x="157708" y="739038"/>
                  </a:lnTo>
                  <a:lnTo>
                    <a:pt x="175234" y="739038"/>
                  </a:lnTo>
                  <a:lnTo>
                    <a:pt x="175234" y="705510"/>
                  </a:lnTo>
                  <a:close/>
                </a:path>
                <a:path w="332739" h="1411604">
                  <a:moveTo>
                    <a:pt x="183616" y="603415"/>
                  </a:moveTo>
                  <a:lnTo>
                    <a:pt x="166103" y="595033"/>
                  </a:lnTo>
                  <a:lnTo>
                    <a:pt x="157721" y="628561"/>
                  </a:lnTo>
                  <a:lnTo>
                    <a:pt x="175234" y="637705"/>
                  </a:lnTo>
                  <a:lnTo>
                    <a:pt x="183616" y="603415"/>
                  </a:lnTo>
                  <a:close/>
                </a:path>
                <a:path w="332739" h="1411604">
                  <a:moveTo>
                    <a:pt x="183616" y="501319"/>
                  </a:moveTo>
                  <a:lnTo>
                    <a:pt x="166090" y="501319"/>
                  </a:lnTo>
                  <a:lnTo>
                    <a:pt x="166090" y="535609"/>
                  </a:lnTo>
                  <a:lnTo>
                    <a:pt x="183616" y="535609"/>
                  </a:lnTo>
                  <a:lnTo>
                    <a:pt x="183616" y="501319"/>
                  </a:lnTo>
                  <a:close/>
                </a:path>
                <a:path w="332739" h="1411604">
                  <a:moveTo>
                    <a:pt x="183616" y="399237"/>
                  </a:moveTo>
                  <a:lnTo>
                    <a:pt x="166090" y="399237"/>
                  </a:lnTo>
                  <a:lnTo>
                    <a:pt x="166090" y="416763"/>
                  </a:lnTo>
                  <a:lnTo>
                    <a:pt x="166090" y="433527"/>
                  </a:lnTo>
                  <a:lnTo>
                    <a:pt x="183616" y="433527"/>
                  </a:lnTo>
                  <a:lnTo>
                    <a:pt x="183616" y="416763"/>
                  </a:lnTo>
                  <a:lnTo>
                    <a:pt x="183616" y="399237"/>
                  </a:lnTo>
                  <a:close/>
                </a:path>
                <a:path w="332739" h="1411604">
                  <a:moveTo>
                    <a:pt x="183616" y="297141"/>
                  </a:moveTo>
                  <a:lnTo>
                    <a:pt x="166090" y="297141"/>
                  </a:lnTo>
                  <a:lnTo>
                    <a:pt x="166090" y="331431"/>
                  </a:lnTo>
                  <a:lnTo>
                    <a:pt x="183616" y="331431"/>
                  </a:lnTo>
                  <a:lnTo>
                    <a:pt x="183616" y="297141"/>
                  </a:lnTo>
                  <a:close/>
                </a:path>
                <a:path w="332739" h="1411604">
                  <a:moveTo>
                    <a:pt x="183616" y="204190"/>
                  </a:moveTo>
                  <a:lnTo>
                    <a:pt x="166090" y="204190"/>
                  </a:lnTo>
                  <a:lnTo>
                    <a:pt x="166090" y="220954"/>
                  </a:lnTo>
                  <a:lnTo>
                    <a:pt x="166090" y="229336"/>
                  </a:lnTo>
                  <a:lnTo>
                    <a:pt x="166090" y="237718"/>
                  </a:lnTo>
                  <a:lnTo>
                    <a:pt x="183616" y="237718"/>
                  </a:lnTo>
                  <a:lnTo>
                    <a:pt x="183616" y="229336"/>
                  </a:lnTo>
                  <a:lnTo>
                    <a:pt x="183616" y="220954"/>
                  </a:lnTo>
                  <a:lnTo>
                    <a:pt x="183616" y="204190"/>
                  </a:lnTo>
                  <a:close/>
                </a:path>
                <a:path w="332739" h="1411604">
                  <a:moveTo>
                    <a:pt x="201142" y="110477"/>
                  </a:moveTo>
                  <a:lnTo>
                    <a:pt x="183616" y="110477"/>
                  </a:lnTo>
                  <a:lnTo>
                    <a:pt x="183616" y="127228"/>
                  </a:lnTo>
                  <a:lnTo>
                    <a:pt x="175234" y="127228"/>
                  </a:lnTo>
                  <a:lnTo>
                    <a:pt x="175234" y="136385"/>
                  </a:lnTo>
                  <a:lnTo>
                    <a:pt x="175234" y="144767"/>
                  </a:lnTo>
                  <a:lnTo>
                    <a:pt x="183616" y="144767"/>
                  </a:lnTo>
                  <a:lnTo>
                    <a:pt x="201142" y="144780"/>
                  </a:lnTo>
                  <a:lnTo>
                    <a:pt x="201142" y="127228"/>
                  </a:lnTo>
                  <a:lnTo>
                    <a:pt x="201142" y="110477"/>
                  </a:lnTo>
                  <a:close/>
                </a:path>
                <a:path w="332739" h="1411604">
                  <a:moveTo>
                    <a:pt x="218668" y="42659"/>
                  </a:moveTo>
                  <a:lnTo>
                    <a:pt x="201142" y="42659"/>
                  </a:lnTo>
                  <a:lnTo>
                    <a:pt x="201142" y="59423"/>
                  </a:lnTo>
                  <a:lnTo>
                    <a:pt x="192760" y="59423"/>
                  </a:lnTo>
                  <a:lnTo>
                    <a:pt x="192760" y="76187"/>
                  </a:lnTo>
                  <a:lnTo>
                    <a:pt x="201142" y="76187"/>
                  </a:lnTo>
                  <a:lnTo>
                    <a:pt x="210286" y="76187"/>
                  </a:lnTo>
                  <a:lnTo>
                    <a:pt x="218668" y="76187"/>
                  </a:lnTo>
                  <a:lnTo>
                    <a:pt x="218668" y="59423"/>
                  </a:lnTo>
                  <a:lnTo>
                    <a:pt x="218668" y="42659"/>
                  </a:lnTo>
                  <a:close/>
                </a:path>
                <a:path w="332739" h="1411604">
                  <a:moveTo>
                    <a:pt x="332181" y="16764"/>
                  </a:moveTo>
                  <a:lnTo>
                    <a:pt x="332181" y="16764"/>
                  </a:lnTo>
                  <a:lnTo>
                    <a:pt x="288759" y="16764"/>
                  </a:lnTo>
                  <a:lnTo>
                    <a:pt x="288759" y="8382"/>
                  </a:lnTo>
                  <a:lnTo>
                    <a:pt x="227812" y="8382"/>
                  </a:lnTo>
                  <a:lnTo>
                    <a:pt x="227812" y="0"/>
                  </a:lnTo>
                  <a:lnTo>
                    <a:pt x="210286" y="0"/>
                  </a:lnTo>
                  <a:lnTo>
                    <a:pt x="210286" y="8382"/>
                  </a:lnTo>
                  <a:lnTo>
                    <a:pt x="210286" y="25908"/>
                  </a:lnTo>
                  <a:lnTo>
                    <a:pt x="271233" y="25908"/>
                  </a:lnTo>
                  <a:lnTo>
                    <a:pt x="271233" y="34290"/>
                  </a:lnTo>
                  <a:lnTo>
                    <a:pt x="332181" y="34290"/>
                  </a:lnTo>
                  <a:lnTo>
                    <a:pt x="332181" y="16764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97786" y="2457792"/>
              <a:ext cx="384175" cy="314960"/>
            </a:xfrm>
            <a:custGeom>
              <a:avLst/>
              <a:gdLst/>
              <a:ahLst/>
              <a:cxnLst/>
              <a:rect l="l" t="t" r="r" b="b"/>
              <a:pathLst>
                <a:path w="384175" h="314960">
                  <a:moveTo>
                    <a:pt x="166103" y="281139"/>
                  </a:moveTo>
                  <a:lnTo>
                    <a:pt x="148577" y="281139"/>
                  </a:lnTo>
                  <a:lnTo>
                    <a:pt x="148577" y="297891"/>
                  </a:lnTo>
                  <a:lnTo>
                    <a:pt x="139433" y="297891"/>
                  </a:lnTo>
                  <a:lnTo>
                    <a:pt x="131051" y="297891"/>
                  </a:lnTo>
                  <a:lnTo>
                    <a:pt x="121907" y="297891"/>
                  </a:lnTo>
                  <a:lnTo>
                    <a:pt x="121907" y="289521"/>
                  </a:lnTo>
                  <a:lnTo>
                    <a:pt x="113525" y="289521"/>
                  </a:lnTo>
                  <a:lnTo>
                    <a:pt x="104381" y="289521"/>
                  </a:lnTo>
                  <a:lnTo>
                    <a:pt x="95999" y="289521"/>
                  </a:lnTo>
                  <a:lnTo>
                    <a:pt x="93764" y="289521"/>
                  </a:lnTo>
                  <a:lnTo>
                    <a:pt x="86868" y="263613"/>
                  </a:lnTo>
                  <a:lnTo>
                    <a:pt x="70104" y="255231"/>
                  </a:lnTo>
                  <a:lnTo>
                    <a:pt x="72148" y="263613"/>
                  </a:lnTo>
                  <a:lnTo>
                    <a:pt x="70104" y="263613"/>
                  </a:lnTo>
                  <a:lnTo>
                    <a:pt x="60960" y="263613"/>
                  </a:lnTo>
                  <a:lnTo>
                    <a:pt x="60960" y="255231"/>
                  </a:lnTo>
                  <a:lnTo>
                    <a:pt x="52578" y="255231"/>
                  </a:lnTo>
                  <a:lnTo>
                    <a:pt x="43434" y="255231"/>
                  </a:lnTo>
                  <a:lnTo>
                    <a:pt x="35052" y="255231"/>
                  </a:lnTo>
                  <a:lnTo>
                    <a:pt x="17526" y="246849"/>
                  </a:lnTo>
                  <a:lnTo>
                    <a:pt x="10820" y="271995"/>
                  </a:lnTo>
                  <a:lnTo>
                    <a:pt x="0" y="271995"/>
                  </a:lnTo>
                  <a:lnTo>
                    <a:pt x="0" y="289521"/>
                  </a:lnTo>
                  <a:lnTo>
                    <a:pt x="25908" y="289521"/>
                  </a:lnTo>
                  <a:lnTo>
                    <a:pt x="30581" y="271995"/>
                  </a:lnTo>
                  <a:lnTo>
                    <a:pt x="35052" y="271995"/>
                  </a:lnTo>
                  <a:lnTo>
                    <a:pt x="43434" y="271995"/>
                  </a:lnTo>
                  <a:lnTo>
                    <a:pt x="43434" y="281139"/>
                  </a:lnTo>
                  <a:lnTo>
                    <a:pt x="52578" y="281139"/>
                  </a:lnTo>
                  <a:lnTo>
                    <a:pt x="60960" y="281139"/>
                  </a:lnTo>
                  <a:lnTo>
                    <a:pt x="70104" y="281139"/>
                  </a:lnTo>
                  <a:lnTo>
                    <a:pt x="76428" y="281139"/>
                  </a:lnTo>
                  <a:lnTo>
                    <a:pt x="78473" y="289521"/>
                  </a:lnTo>
                  <a:lnTo>
                    <a:pt x="78473" y="306285"/>
                  </a:lnTo>
                  <a:lnTo>
                    <a:pt x="86855" y="306285"/>
                  </a:lnTo>
                  <a:lnTo>
                    <a:pt x="95999" y="306285"/>
                  </a:lnTo>
                  <a:lnTo>
                    <a:pt x="104381" y="306285"/>
                  </a:lnTo>
                  <a:lnTo>
                    <a:pt x="104381" y="314655"/>
                  </a:lnTo>
                  <a:lnTo>
                    <a:pt x="121907" y="314667"/>
                  </a:lnTo>
                  <a:lnTo>
                    <a:pt x="131051" y="314655"/>
                  </a:lnTo>
                  <a:lnTo>
                    <a:pt x="139433" y="314655"/>
                  </a:lnTo>
                  <a:lnTo>
                    <a:pt x="148577" y="314655"/>
                  </a:lnTo>
                  <a:lnTo>
                    <a:pt x="166103" y="314667"/>
                  </a:lnTo>
                  <a:lnTo>
                    <a:pt x="166103" y="297891"/>
                  </a:lnTo>
                  <a:lnTo>
                    <a:pt x="166103" y="281139"/>
                  </a:lnTo>
                  <a:close/>
                </a:path>
                <a:path w="384175" h="314960">
                  <a:moveTo>
                    <a:pt x="183616" y="179044"/>
                  </a:moveTo>
                  <a:lnTo>
                    <a:pt x="166090" y="179044"/>
                  </a:lnTo>
                  <a:lnTo>
                    <a:pt x="166090" y="195808"/>
                  </a:lnTo>
                  <a:lnTo>
                    <a:pt x="156946" y="195808"/>
                  </a:lnTo>
                  <a:lnTo>
                    <a:pt x="156946" y="212572"/>
                  </a:lnTo>
                  <a:lnTo>
                    <a:pt x="166090" y="212572"/>
                  </a:lnTo>
                  <a:lnTo>
                    <a:pt x="174472" y="212572"/>
                  </a:lnTo>
                  <a:lnTo>
                    <a:pt x="183616" y="212572"/>
                  </a:lnTo>
                  <a:lnTo>
                    <a:pt x="183616" y="195808"/>
                  </a:lnTo>
                  <a:lnTo>
                    <a:pt x="183616" y="179044"/>
                  </a:lnTo>
                  <a:close/>
                </a:path>
                <a:path w="384175" h="314960">
                  <a:moveTo>
                    <a:pt x="201142" y="68567"/>
                  </a:moveTo>
                  <a:lnTo>
                    <a:pt x="183616" y="68567"/>
                  </a:lnTo>
                  <a:lnTo>
                    <a:pt x="183616" y="85331"/>
                  </a:lnTo>
                  <a:lnTo>
                    <a:pt x="174472" y="85331"/>
                  </a:lnTo>
                  <a:lnTo>
                    <a:pt x="174472" y="102095"/>
                  </a:lnTo>
                  <a:lnTo>
                    <a:pt x="174472" y="110477"/>
                  </a:lnTo>
                  <a:lnTo>
                    <a:pt x="191998" y="110477"/>
                  </a:lnTo>
                  <a:lnTo>
                    <a:pt x="191998" y="102095"/>
                  </a:lnTo>
                  <a:lnTo>
                    <a:pt x="201142" y="102095"/>
                  </a:lnTo>
                  <a:lnTo>
                    <a:pt x="201142" y="85331"/>
                  </a:lnTo>
                  <a:lnTo>
                    <a:pt x="201142" y="68567"/>
                  </a:lnTo>
                  <a:close/>
                </a:path>
                <a:path w="384175" h="314960">
                  <a:moveTo>
                    <a:pt x="384009" y="34290"/>
                  </a:moveTo>
                  <a:lnTo>
                    <a:pt x="375627" y="34290"/>
                  </a:lnTo>
                  <a:lnTo>
                    <a:pt x="366483" y="34290"/>
                  </a:lnTo>
                  <a:lnTo>
                    <a:pt x="358101" y="34290"/>
                  </a:lnTo>
                  <a:lnTo>
                    <a:pt x="358101" y="25908"/>
                  </a:lnTo>
                  <a:lnTo>
                    <a:pt x="310108" y="25908"/>
                  </a:lnTo>
                  <a:lnTo>
                    <a:pt x="305536" y="9144"/>
                  </a:lnTo>
                  <a:lnTo>
                    <a:pt x="288010" y="0"/>
                  </a:lnTo>
                  <a:lnTo>
                    <a:pt x="292684" y="17526"/>
                  </a:lnTo>
                  <a:lnTo>
                    <a:pt x="288010" y="17526"/>
                  </a:lnTo>
                  <a:lnTo>
                    <a:pt x="279615" y="17526"/>
                  </a:lnTo>
                  <a:lnTo>
                    <a:pt x="270471" y="17526"/>
                  </a:lnTo>
                  <a:lnTo>
                    <a:pt x="262089" y="17526"/>
                  </a:lnTo>
                  <a:lnTo>
                    <a:pt x="262089" y="34290"/>
                  </a:lnTo>
                  <a:lnTo>
                    <a:pt x="252945" y="34290"/>
                  </a:lnTo>
                  <a:lnTo>
                    <a:pt x="248754" y="34290"/>
                  </a:lnTo>
                  <a:lnTo>
                    <a:pt x="244563" y="17526"/>
                  </a:lnTo>
                  <a:lnTo>
                    <a:pt x="227050" y="9144"/>
                  </a:lnTo>
                  <a:lnTo>
                    <a:pt x="231241" y="25908"/>
                  </a:lnTo>
                  <a:lnTo>
                    <a:pt x="227050" y="25908"/>
                  </a:lnTo>
                  <a:lnTo>
                    <a:pt x="183616" y="25908"/>
                  </a:lnTo>
                  <a:lnTo>
                    <a:pt x="183616" y="42672"/>
                  </a:lnTo>
                  <a:lnTo>
                    <a:pt x="235419" y="42672"/>
                  </a:lnTo>
                  <a:lnTo>
                    <a:pt x="235419" y="51054"/>
                  </a:lnTo>
                  <a:lnTo>
                    <a:pt x="279615" y="51054"/>
                  </a:lnTo>
                  <a:lnTo>
                    <a:pt x="279615" y="34290"/>
                  </a:lnTo>
                  <a:lnTo>
                    <a:pt x="288010" y="34290"/>
                  </a:lnTo>
                  <a:lnTo>
                    <a:pt x="297141" y="34290"/>
                  </a:lnTo>
                  <a:lnTo>
                    <a:pt x="297141" y="42672"/>
                  </a:lnTo>
                  <a:lnTo>
                    <a:pt x="340575" y="42672"/>
                  </a:lnTo>
                  <a:lnTo>
                    <a:pt x="340575" y="51054"/>
                  </a:lnTo>
                  <a:lnTo>
                    <a:pt x="384009" y="51054"/>
                  </a:lnTo>
                  <a:lnTo>
                    <a:pt x="384009" y="34290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55888" y="2432659"/>
              <a:ext cx="393700" cy="85725"/>
            </a:xfrm>
            <a:custGeom>
              <a:avLst/>
              <a:gdLst/>
              <a:ahLst/>
              <a:cxnLst/>
              <a:rect l="l" t="t" r="r" b="b"/>
              <a:pathLst>
                <a:path w="393700" h="85725">
                  <a:moveTo>
                    <a:pt x="393128" y="67805"/>
                  </a:moveTo>
                  <a:lnTo>
                    <a:pt x="393128" y="67805"/>
                  </a:lnTo>
                  <a:lnTo>
                    <a:pt x="345020" y="67805"/>
                  </a:lnTo>
                  <a:lnTo>
                    <a:pt x="340563" y="51041"/>
                  </a:lnTo>
                  <a:lnTo>
                    <a:pt x="323037" y="42659"/>
                  </a:lnTo>
                  <a:lnTo>
                    <a:pt x="327609" y="59423"/>
                  </a:lnTo>
                  <a:lnTo>
                    <a:pt x="323037" y="59423"/>
                  </a:lnTo>
                  <a:lnTo>
                    <a:pt x="314655" y="59423"/>
                  </a:lnTo>
                  <a:lnTo>
                    <a:pt x="314655" y="42659"/>
                  </a:lnTo>
                  <a:lnTo>
                    <a:pt x="305511" y="42659"/>
                  </a:lnTo>
                  <a:lnTo>
                    <a:pt x="297129" y="42659"/>
                  </a:lnTo>
                  <a:lnTo>
                    <a:pt x="297129" y="34277"/>
                  </a:lnTo>
                  <a:lnTo>
                    <a:pt x="287985" y="34277"/>
                  </a:lnTo>
                  <a:lnTo>
                    <a:pt x="271221" y="25133"/>
                  </a:lnTo>
                  <a:lnTo>
                    <a:pt x="264312" y="51041"/>
                  </a:lnTo>
                  <a:lnTo>
                    <a:pt x="262089" y="51041"/>
                  </a:lnTo>
                  <a:lnTo>
                    <a:pt x="253695" y="51041"/>
                  </a:lnTo>
                  <a:lnTo>
                    <a:pt x="249135" y="51041"/>
                  </a:lnTo>
                  <a:lnTo>
                    <a:pt x="244563" y="34277"/>
                  </a:lnTo>
                  <a:lnTo>
                    <a:pt x="227037" y="25133"/>
                  </a:lnTo>
                  <a:lnTo>
                    <a:pt x="231711" y="42659"/>
                  </a:lnTo>
                  <a:lnTo>
                    <a:pt x="227037" y="42659"/>
                  </a:lnTo>
                  <a:lnTo>
                    <a:pt x="218655" y="42659"/>
                  </a:lnTo>
                  <a:lnTo>
                    <a:pt x="209511" y="42659"/>
                  </a:lnTo>
                  <a:lnTo>
                    <a:pt x="205409" y="42659"/>
                  </a:lnTo>
                  <a:lnTo>
                    <a:pt x="201129" y="25133"/>
                  </a:lnTo>
                  <a:lnTo>
                    <a:pt x="183616" y="16751"/>
                  </a:lnTo>
                  <a:lnTo>
                    <a:pt x="187883" y="34277"/>
                  </a:lnTo>
                  <a:lnTo>
                    <a:pt x="183616" y="34277"/>
                  </a:lnTo>
                  <a:lnTo>
                    <a:pt x="139420" y="34277"/>
                  </a:lnTo>
                  <a:lnTo>
                    <a:pt x="139420" y="25133"/>
                  </a:lnTo>
                  <a:lnTo>
                    <a:pt x="47879" y="25133"/>
                  </a:lnTo>
                  <a:lnTo>
                    <a:pt x="43421" y="8382"/>
                  </a:lnTo>
                  <a:lnTo>
                    <a:pt x="25908" y="0"/>
                  </a:lnTo>
                  <a:lnTo>
                    <a:pt x="30365" y="16751"/>
                  </a:lnTo>
                  <a:lnTo>
                    <a:pt x="17526" y="16751"/>
                  </a:lnTo>
                  <a:lnTo>
                    <a:pt x="17513" y="34277"/>
                  </a:lnTo>
                  <a:lnTo>
                    <a:pt x="35039" y="34277"/>
                  </a:lnTo>
                  <a:lnTo>
                    <a:pt x="35039" y="42659"/>
                  </a:lnTo>
                  <a:lnTo>
                    <a:pt x="17526" y="34277"/>
                  </a:lnTo>
                  <a:lnTo>
                    <a:pt x="10668" y="59423"/>
                  </a:lnTo>
                  <a:lnTo>
                    <a:pt x="8382" y="59423"/>
                  </a:lnTo>
                  <a:lnTo>
                    <a:pt x="0" y="59423"/>
                  </a:lnTo>
                  <a:lnTo>
                    <a:pt x="0" y="76187"/>
                  </a:lnTo>
                  <a:lnTo>
                    <a:pt x="8382" y="76187"/>
                  </a:lnTo>
                  <a:lnTo>
                    <a:pt x="25908" y="76187"/>
                  </a:lnTo>
                  <a:lnTo>
                    <a:pt x="35052" y="42659"/>
                  </a:lnTo>
                  <a:lnTo>
                    <a:pt x="122656" y="42659"/>
                  </a:lnTo>
                  <a:lnTo>
                    <a:pt x="122656" y="51041"/>
                  </a:lnTo>
                  <a:lnTo>
                    <a:pt x="191985" y="51041"/>
                  </a:lnTo>
                  <a:lnTo>
                    <a:pt x="191985" y="59423"/>
                  </a:lnTo>
                  <a:lnTo>
                    <a:pt x="236181" y="59423"/>
                  </a:lnTo>
                  <a:lnTo>
                    <a:pt x="236181" y="67805"/>
                  </a:lnTo>
                  <a:lnTo>
                    <a:pt x="279603" y="67805"/>
                  </a:lnTo>
                  <a:lnTo>
                    <a:pt x="281698" y="59423"/>
                  </a:lnTo>
                  <a:lnTo>
                    <a:pt x="287985" y="59423"/>
                  </a:lnTo>
                  <a:lnTo>
                    <a:pt x="297129" y="59423"/>
                  </a:lnTo>
                  <a:lnTo>
                    <a:pt x="297129" y="76187"/>
                  </a:lnTo>
                  <a:lnTo>
                    <a:pt x="305511" y="76187"/>
                  </a:lnTo>
                  <a:lnTo>
                    <a:pt x="314655" y="76187"/>
                  </a:lnTo>
                  <a:lnTo>
                    <a:pt x="323037" y="76187"/>
                  </a:lnTo>
                  <a:lnTo>
                    <a:pt x="332168" y="76187"/>
                  </a:lnTo>
                  <a:lnTo>
                    <a:pt x="332168" y="85331"/>
                  </a:lnTo>
                  <a:lnTo>
                    <a:pt x="393128" y="85331"/>
                  </a:lnTo>
                  <a:lnTo>
                    <a:pt x="393128" y="67805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23108" y="2432659"/>
              <a:ext cx="393700" cy="127635"/>
            </a:xfrm>
            <a:custGeom>
              <a:avLst/>
              <a:gdLst/>
              <a:ahLst/>
              <a:cxnLst/>
              <a:rect l="l" t="t" r="r" b="b"/>
              <a:pathLst>
                <a:path w="393700" h="127635">
                  <a:moveTo>
                    <a:pt x="86855" y="42659"/>
                  </a:moveTo>
                  <a:lnTo>
                    <a:pt x="69329" y="42659"/>
                  </a:lnTo>
                  <a:lnTo>
                    <a:pt x="69329" y="59423"/>
                  </a:lnTo>
                  <a:lnTo>
                    <a:pt x="60947" y="59423"/>
                  </a:lnTo>
                  <a:lnTo>
                    <a:pt x="43434" y="51041"/>
                  </a:lnTo>
                  <a:lnTo>
                    <a:pt x="37287" y="76187"/>
                  </a:lnTo>
                  <a:lnTo>
                    <a:pt x="35052" y="76187"/>
                  </a:lnTo>
                  <a:lnTo>
                    <a:pt x="25908" y="76187"/>
                  </a:lnTo>
                  <a:lnTo>
                    <a:pt x="25908" y="67805"/>
                  </a:lnTo>
                  <a:lnTo>
                    <a:pt x="8382" y="67805"/>
                  </a:lnTo>
                  <a:lnTo>
                    <a:pt x="0" y="67805"/>
                  </a:lnTo>
                  <a:lnTo>
                    <a:pt x="0" y="85331"/>
                  </a:lnTo>
                  <a:lnTo>
                    <a:pt x="8382" y="85331"/>
                  </a:lnTo>
                  <a:lnTo>
                    <a:pt x="8382" y="93713"/>
                  </a:lnTo>
                  <a:lnTo>
                    <a:pt x="17526" y="93713"/>
                  </a:lnTo>
                  <a:lnTo>
                    <a:pt x="51803" y="93713"/>
                  </a:lnTo>
                  <a:lnTo>
                    <a:pt x="56464" y="76187"/>
                  </a:lnTo>
                  <a:lnTo>
                    <a:pt x="60947" y="76187"/>
                  </a:lnTo>
                  <a:lnTo>
                    <a:pt x="69329" y="76187"/>
                  </a:lnTo>
                  <a:lnTo>
                    <a:pt x="78473" y="76187"/>
                  </a:lnTo>
                  <a:lnTo>
                    <a:pt x="86855" y="76187"/>
                  </a:lnTo>
                  <a:lnTo>
                    <a:pt x="86855" y="59423"/>
                  </a:lnTo>
                  <a:lnTo>
                    <a:pt x="86855" y="42659"/>
                  </a:lnTo>
                  <a:close/>
                </a:path>
                <a:path w="393700" h="127635">
                  <a:moveTo>
                    <a:pt x="252958" y="25133"/>
                  </a:moveTo>
                  <a:lnTo>
                    <a:pt x="252958" y="25133"/>
                  </a:lnTo>
                  <a:lnTo>
                    <a:pt x="213601" y="25133"/>
                  </a:lnTo>
                  <a:lnTo>
                    <a:pt x="209511" y="8382"/>
                  </a:lnTo>
                  <a:lnTo>
                    <a:pt x="191998" y="0"/>
                  </a:lnTo>
                  <a:lnTo>
                    <a:pt x="196088" y="16751"/>
                  </a:lnTo>
                  <a:lnTo>
                    <a:pt x="191998" y="16751"/>
                  </a:lnTo>
                  <a:lnTo>
                    <a:pt x="69329" y="16751"/>
                  </a:lnTo>
                  <a:lnTo>
                    <a:pt x="69329" y="34277"/>
                  </a:lnTo>
                  <a:lnTo>
                    <a:pt x="200367" y="34277"/>
                  </a:lnTo>
                  <a:lnTo>
                    <a:pt x="200367" y="42659"/>
                  </a:lnTo>
                  <a:lnTo>
                    <a:pt x="209511" y="42659"/>
                  </a:lnTo>
                  <a:lnTo>
                    <a:pt x="217893" y="42659"/>
                  </a:lnTo>
                  <a:lnTo>
                    <a:pt x="227050" y="42659"/>
                  </a:lnTo>
                  <a:lnTo>
                    <a:pt x="235432" y="42659"/>
                  </a:lnTo>
                  <a:lnTo>
                    <a:pt x="235432" y="59423"/>
                  </a:lnTo>
                  <a:lnTo>
                    <a:pt x="252958" y="59423"/>
                  </a:lnTo>
                  <a:lnTo>
                    <a:pt x="252958" y="42659"/>
                  </a:lnTo>
                  <a:lnTo>
                    <a:pt x="252958" y="25133"/>
                  </a:lnTo>
                  <a:close/>
                </a:path>
                <a:path w="393700" h="127635">
                  <a:moveTo>
                    <a:pt x="393141" y="76187"/>
                  </a:moveTo>
                  <a:lnTo>
                    <a:pt x="393141" y="76187"/>
                  </a:lnTo>
                  <a:lnTo>
                    <a:pt x="353415" y="76187"/>
                  </a:lnTo>
                  <a:lnTo>
                    <a:pt x="348957" y="59423"/>
                  </a:lnTo>
                  <a:lnTo>
                    <a:pt x="331431" y="51041"/>
                  </a:lnTo>
                  <a:lnTo>
                    <a:pt x="335902" y="67805"/>
                  </a:lnTo>
                  <a:lnTo>
                    <a:pt x="331431" y="67805"/>
                  </a:lnTo>
                  <a:lnTo>
                    <a:pt x="323049" y="67805"/>
                  </a:lnTo>
                  <a:lnTo>
                    <a:pt x="314667" y="67805"/>
                  </a:lnTo>
                  <a:lnTo>
                    <a:pt x="305523" y="67805"/>
                  </a:lnTo>
                  <a:lnTo>
                    <a:pt x="299186" y="93700"/>
                  </a:lnTo>
                  <a:lnTo>
                    <a:pt x="297141" y="93700"/>
                  </a:lnTo>
                  <a:lnTo>
                    <a:pt x="287997" y="93700"/>
                  </a:lnTo>
                  <a:lnTo>
                    <a:pt x="287997" y="102082"/>
                  </a:lnTo>
                  <a:lnTo>
                    <a:pt x="244576" y="102082"/>
                  </a:lnTo>
                  <a:lnTo>
                    <a:pt x="244576" y="118846"/>
                  </a:lnTo>
                  <a:lnTo>
                    <a:pt x="252958" y="118846"/>
                  </a:lnTo>
                  <a:lnTo>
                    <a:pt x="262089" y="118846"/>
                  </a:lnTo>
                  <a:lnTo>
                    <a:pt x="270471" y="118846"/>
                  </a:lnTo>
                  <a:lnTo>
                    <a:pt x="270471" y="127228"/>
                  </a:lnTo>
                  <a:lnTo>
                    <a:pt x="279615" y="127228"/>
                  </a:lnTo>
                  <a:lnTo>
                    <a:pt x="287997" y="127228"/>
                  </a:lnTo>
                  <a:lnTo>
                    <a:pt x="297141" y="127228"/>
                  </a:lnTo>
                  <a:lnTo>
                    <a:pt x="305523" y="127228"/>
                  </a:lnTo>
                  <a:lnTo>
                    <a:pt x="305523" y="110464"/>
                  </a:lnTo>
                  <a:lnTo>
                    <a:pt x="314667" y="110464"/>
                  </a:lnTo>
                  <a:lnTo>
                    <a:pt x="320802" y="85331"/>
                  </a:lnTo>
                  <a:lnTo>
                    <a:pt x="323049" y="85331"/>
                  </a:lnTo>
                  <a:lnTo>
                    <a:pt x="331431" y="85331"/>
                  </a:lnTo>
                  <a:lnTo>
                    <a:pt x="340563" y="85331"/>
                  </a:lnTo>
                  <a:lnTo>
                    <a:pt x="340563" y="93713"/>
                  </a:lnTo>
                  <a:lnTo>
                    <a:pt x="393141" y="93713"/>
                  </a:lnTo>
                  <a:lnTo>
                    <a:pt x="393141" y="76187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89580" y="1939708"/>
              <a:ext cx="367665" cy="595630"/>
            </a:xfrm>
            <a:custGeom>
              <a:avLst/>
              <a:gdLst/>
              <a:ahLst/>
              <a:cxnLst/>
              <a:rect l="l" t="t" r="r" b="b"/>
              <a:pathLst>
                <a:path w="367664" h="595630">
                  <a:moveTo>
                    <a:pt x="105143" y="560755"/>
                  </a:moveTo>
                  <a:lnTo>
                    <a:pt x="87617" y="560755"/>
                  </a:lnTo>
                  <a:lnTo>
                    <a:pt x="87617" y="578281"/>
                  </a:lnTo>
                  <a:lnTo>
                    <a:pt x="79235" y="578281"/>
                  </a:lnTo>
                  <a:lnTo>
                    <a:pt x="48475" y="578281"/>
                  </a:lnTo>
                  <a:lnTo>
                    <a:pt x="44196" y="560755"/>
                  </a:lnTo>
                  <a:lnTo>
                    <a:pt x="26670" y="552373"/>
                  </a:lnTo>
                  <a:lnTo>
                    <a:pt x="30759" y="569137"/>
                  </a:lnTo>
                  <a:lnTo>
                    <a:pt x="26670" y="569137"/>
                  </a:lnTo>
                  <a:lnTo>
                    <a:pt x="17526" y="569137"/>
                  </a:lnTo>
                  <a:lnTo>
                    <a:pt x="9144" y="569137"/>
                  </a:lnTo>
                  <a:lnTo>
                    <a:pt x="0" y="569137"/>
                  </a:lnTo>
                  <a:lnTo>
                    <a:pt x="0" y="586663"/>
                  </a:lnTo>
                  <a:lnTo>
                    <a:pt x="9144" y="586663"/>
                  </a:lnTo>
                  <a:lnTo>
                    <a:pt x="17526" y="586663"/>
                  </a:lnTo>
                  <a:lnTo>
                    <a:pt x="26670" y="586663"/>
                  </a:lnTo>
                  <a:lnTo>
                    <a:pt x="35052" y="586663"/>
                  </a:lnTo>
                  <a:lnTo>
                    <a:pt x="35052" y="595045"/>
                  </a:lnTo>
                  <a:lnTo>
                    <a:pt x="105143" y="595045"/>
                  </a:lnTo>
                  <a:lnTo>
                    <a:pt x="105143" y="578281"/>
                  </a:lnTo>
                  <a:lnTo>
                    <a:pt x="105143" y="560755"/>
                  </a:lnTo>
                  <a:close/>
                </a:path>
                <a:path w="367664" h="595630">
                  <a:moveTo>
                    <a:pt x="253707" y="467804"/>
                  </a:moveTo>
                  <a:lnTo>
                    <a:pt x="236181" y="467804"/>
                  </a:lnTo>
                  <a:lnTo>
                    <a:pt x="236181" y="484568"/>
                  </a:lnTo>
                  <a:lnTo>
                    <a:pt x="227799" y="484568"/>
                  </a:lnTo>
                  <a:lnTo>
                    <a:pt x="218655" y="484568"/>
                  </a:lnTo>
                  <a:lnTo>
                    <a:pt x="218655" y="492950"/>
                  </a:lnTo>
                  <a:lnTo>
                    <a:pt x="218655" y="501332"/>
                  </a:lnTo>
                  <a:lnTo>
                    <a:pt x="218655" y="509701"/>
                  </a:lnTo>
                  <a:lnTo>
                    <a:pt x="210286" y="509701"/>
                  </a:lnTo>
                  <a:lnTo>
                    <a:pt x="210273" y="509701"/>
                  </a:lnTo>
                  <a:lnTo>
                    <a:pt x="95999" y="509701"/>
                  </a:lnTo>
                  <a:lnTo>
                    <a:pt x="95999" y="527227"/>
                  </a:lnTo>
                  <a:lnTo>
                    <a:pt x="218655" y="527227"/>
                  </a:lnTo>
                  <a:lnTo>
                    <a:pt x="236181" y="527240"/>
                  </a:lnTo>
                  <a:lnTo>
                    <a:pt x="236181" y="509701"/>
                  </a:lnTo>
                  <a:lnTo>
                    <a:pt x="236181" y="501332"/>
                  </a:lnTo>
                  <a:lnTo>
                    <a:pt x="244563" y="501332"/>
                  </a:lnTo>
                  <a:lnTo>
                    <a:pt x="253707" y="501332"/>
                  </a:lnTo>
                  <a:lnTo>
                    <a:pt x="253707" y="484568"/>
                  </a:lnTo>
                  <a:lnTo>
                    <a:pt x="253707" y="467804"/>
                  </a:lnTo>
                  <a:close/>
                </a:path>
                <a:path w="367664" h="595630">
                  <a:moveTo>
                    <a:pt x="253707" y="365709"/>
                  </a:moveTo>
                  <a:lnTo>
                    <a:pt x="236181" y="365709"/>
                  </a:lnTo>
                  <a:lnTo>
                    <a:pt x="236181" y="399237"/>
                  </a:lnTo>
                  <a:lnTo>
                    <a:pt x="253707" y="399237"/>
                  </a:lnTo>
                  <a:lnTo>
                    <a:pt x="253707" y="365709"/>
                  </a:lnTo>
                  <a:close/>
                </a:path>
                <a:path w="367664" h="595630">
                  <a:moveTo>
                    <a:pt x="262089" y="263626"/>
                  </a:moveTo>
                  <a:lnTo>
                    <a:pt x="244563" y="263626"/>
                  </a:lnTo>
                  <a:lnTo>
                    <a:pt x="244563" y="280377"/>
                  </a:lnTo>
                  <a:lnTo>
                    <a:pt x="236181" y="280377"/>
                  </a:lnTo>
                  <a:lnTo>
                    <a:pt x="236181" y="297141"/>
                  </a:lnTo>
                  <a:lnTo>
                    <a:pt x="244563" y="297141"/>
                  </a:lnTo>
                  <a:lnTo>
                    <a:pt x="262089" y="297154"/>
                  </a:lnTo>
                  <a:lnTo>
                    <a:pt x="262089" y="280377"/>
                  </a:lnTo>
                  <a:lnTo>
                    <a:pt x="262089" y="263626"/>
                  </a:lnTo>
                  <a:close/>
                </a:path>
                <a:path w="367664" h="595630">
                  <a:moveTo>
                    <a:pt x="262089" y="161518"/>
                  </a:moveTo>
                  <a:lnTo>
                    <a:pt x="244563" y="161518"/>
                  </a:lnTo>
                  <a:lnTo>
                    <a:pt x="244563" y="195808"/>
                  </a:lnTo>
                  <a:lnTo>
                    <a:pt x="262089" y="195808"/>
                  </a:lnTo>
                  <a:lnTo>
                    <a:pt x="262089" y="161518"/>
                  </a:lnTo>
                  <a:close/>
                </a:path>
                <a:path w="367664" h="595630">
                  <a:moveTo>
                    <a:pt x="279615" y="85331"/>
                  </a:moveTo>
                  <a:lnTo>
                    <a:pt x="262089" y="85331"/>
                  </a:lnTo>
                  <a:lnTo>
                    <a:pt x="262089" y="102095"/>
                  </a:lnTo>
                  <a:lnTo>
                    <a:pt x="253707" y="102095"/>
                  </a:lnTo>
                  <a:lnTo>
                    <a:pt x="244563" y="102095"/>
                  </a:lnTo>
                  <a:lnTo>
                    <a:pt x="244563" y="118859"/>
                  </a:lnTo>
                  <a:lnTo>
                    <a:pt x="253707" y="118859"/>
                  </a:lnTo>
                  <a:lnTo>
                    <a:pt x="262089" y="118859"/>
                  </a:lnTo>
                  <a:lnTo>
                    <a:pt x="271233" y="118859"/>
                  </a:lnTo>
                  <a:lnTo>
                    <a:pt x="279615" y="118859"/>
                  </a:lnTo>
                  <a:lnTo>
                    <a:pt x="279615" y="102095"/>
                  </a:lnTo>
                  <a:lnTo>
                    <a:pt x="279615" y="85331"/>
                  </a:lnTo>
                  <a:close/>
                </a:path>
                <a:path w="367664" h="595630">
                  <a:moveTo>
                    <a:pt x="306273" y="8382"/>
                  </a:moveTo>
                  <a:lnTo>
                    <a:pt x="297129" y="8382"/>
                  </a:lnTo>
                  <a:lnTo>
                    <a:pt x="279615" y="0"/>
                  </a:lnTo>
                  <a:lnTo>
                    <a:pt x="273278" y="25908"/>
                  </a:lnTo>
                  <a:lnTo>
                    <a:pt x="271233" y="25908"/>
                  </a:lnTo>
                  <a:lnTo>
                    <a:pt x="262089" y="25908"/>
                  </a:lnTo>
                  <a:lnTo>
                    <a:pt x="262089" y="42672"/>
                  </a:lnTo>
                  <a:lnTo>
                    <a:pt x="271233" y="42672"/>
                  </a:lnTo>
                  <a:lnTo>
                    <a:pt x="288747" y="42672"/>
                  </a:lnTo>
                  <a:lnTo>
                    <a:pt x="306273" y="42672"/>
                  </a:lnTo>
                  <a:lnTo>
                    <a:pt x="306273" y="25908"/>
                  </a:lnTo>
                  <a:lnTo>
                    <a:pt x="306273" y="8382"/>
                  </a:lnTo>
                  <a:close/>
                </a:path>
                <a:path w="367664" h="595630">
                  <a:moveTo>
                    <a:pt x="314655" y="144754"/>
                  </a:moveTo>
                  <a:lnTo>
                    <a:pt x="306273" y="110477"/>
                  </a:lnTo>
                  <a:lnTo>
                    <a:pt x="288759" y="102095"/>
                  </a:lnTo>
                  <a:lnTo>
                    <a:pt x="297129" y="136372"/>
                  </a:lnTo>
                  <a:lnTo>
                    <a:pt x="314655" y="144754"/>
                  </a:lnTo>
                  <a:close/>
                </a:path>
                <a:path w="367664" h="595630">
                  <a:moveTo>
                    <a:pt x="341325" y="246862"/>
                  </a:moveTo>
                  <a:lnTo>
                    <a:pt x="332181" y="246862"/>
                  </a:lnTo>
                  <a:lnTo>
                    <a:pt x="323799" y="246862"/>
                  </a:lnTo>
                  <a:lnTo>
                    <a:pt x="314655" y="246862"/>
                  </a:lnTo>
                  <a:lnTo>
                    <a:pt x="314655" y="212559"/>
                  </a:lnTo>
                  <a:lnTo>
                    <a:pt x="297129" y="212559"/>
                  </a:lnTo>
                  <a:lnTo>
                    <a:pt x="297129" y="246862"/>
                  </a:lnTo>
                  <a:lnTo>
                    <a:pt x="297129" y="263613"/>
                  </a:lnTo>
                  <a:lnTo>
                    <a:pt x="306273" y="263626"/>
                  </a:lnTo>
                  <a:lnTo>
                    <a:pt x="314655" y="263626"/>
                  </a:lnTo>
                  <a:lnTo>
                    <a:pt x="323799" y="263626"/>
                  </a:lnTo>
                  <a:lnTo>
                    <a:pt x="323799" y="280390"/>
                  </a:lnTo>
                  <a:lnTo>
                    <a:pt x="341325" y="280390"/>
                  </a:lnTo>
                  <a:lnTo>
                    <a:pt x="341325" y="263626"/>
                  </a:lnTo>
                  <a:lnTo>
                    <a:pt x="341325" y="246862"/>
                  </a:lnTo>
                  <a:close/>
                </a:path>
                <a:path w="367664" h="595630">
                  <a:moveTo>
                    <a:pt x="367233" y="314667"/>
                  </a:moveTo>
                  <a:lnTo>
                    <a:pt x="367233" y="314667"/>
                  </a:lnTo>
                  <a:lnTo>
                    <a:pt x="323799" y="314667"/>
                  </a:lnTo>
                  <a:lnTo>
                    <a:pt x="323799" y="331431"/>
                  </a:lnTo>
                  <a:lnTo>
                    <a:pt x="367233" y="331431"/>
                  </a:lnTo>
                  <a:lnTo>
                    <a:pt x="367233" y="314667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39274" y="2066937"/>
              <a:ext cx="349885" cy="323215"/>
            </a:xfrm>
            <a:custGeom>
              <a:avLst/>
              <a:gdLst/>
              <a:ahLst/>
              <a:cxnLst/>
              <a:rect l="l" t="t" r="r" b="b"/>
              <a:pathLst>
                <a:path w="349885" h="323214">
                  <a:moveTo>
                    <a:pt x="35052" y="187439"/>
                  </a:moveTo>
                  <a:lnTo>
                    <a:pt x="35052" y="187439"/>
                  </a:lnTo>
                  <a:lnTo>
                    <a:pt x="0" y="187439"/>
                  </a:lnTo>
                  <a:lnTo>
                    <a:pt x="0" y="204203"/>
                  </a:lnTo>
                  <a:lnTo>
                    <a:pt x="9144" y="204203"/>
                  </a:lnTo>
                  <a:lnTo>
                    <a:pt x="17526" y="204203"/>
                  </a:lnTo>
                  <a:lnTo>
                    <a:pt x="17526" y="220967"/>
                  </a:lnTo>
                  <a:lnTo>
                    <a:pt x="35052" y="220967"/>
                  </a:lnTo>
                  <a:lnTo>
                    <a:pt x="35052" y="204203"/>
                  </a:lnTo>
                  <a:lnTo>
                    <a:pt x="35052" y="187439"/>
                  </a:lnTo>
                  <a:close/>
                </a:path>
                <a:path w="349885" h="323214">
                  <a:moveTo>
                    <a:pt x="78486" y="246862"/>
                  </a:moveTo>
                  <a:lnTo>
                    <a:pt x="60960" y="238480"/>
                  </a:lnTo>
                  <a:lnTo>
                    <a:pt x="54673" y="263626"/>
                  </a:lnTo>
                  <a:lnTo>
                    <a:pt x="52578" y="263626"/>
                  </a:lnTo>
                  <a:lnTo>
                    <a:pt x="43434" y="263626"/>
                  </a:lnTo>
                  <a:lnTo>
                    <a:pt x="35052" y="263626"/>
                  </a:lnTo>
                  <a:lnTo>
                    <a:pt x="25908" y="263626"/>
                  </a:lnTo>
                  <a:lnTo>
                    <a:pt x="25908" y="280390"/>
                  </a:lnTo>
                  <a:lnTo>
                    <a:pt x="70104" y="280390"/>
                  </a:lnTo>
                  <a:lnTo>
                    <a:pt x="78486" y="246862"/>
                  </a:lnTo>
                  <a:close/>
                </a:path>
                <a:path w="349885" h="323214">
                  <a:moveTo>
                    <a:pt x="87630" y="195821"/>
                  </a:moveTo>
                  <a:lnTo>
                    <a:pt x="70104" y="195821"/>
                  </a:lnTo>
                  <a:lnTo>
                    <a:pt x="70104" y="212585"/>
                  </a:lnTo>
                  <a:lnTo>
                    <a:pt x="60960" y="212585"/>
                  </a:lnTo>
                  <a:lnTo>
                    <a:pt x="60960" y="230111"/>
                  </a:lnTo>
                  <a:lnTo>
                    <a:pt x="70104" y="230111"/>
                  </a:lnTo>
                  <a:lnTo>
                    <a:pt x="78486" y="230111"/>
                  </a:lnTo>
                  <a:lnTo>
                    <a:pt x="87630" y="230111"/>
                  </a:lnTo>
                  <a:lnTo>
                    <a:pt x="87630" y="212585"/>
                  </a:lnTo>
                  <a:lnTo>
                    <a:pt x="87630" y="195821"/>
                  </a:lnTo>
                  <a:close/>
                </a:path>
                <a:path w="349885" h="323214">
                  <a:moveTo>
                    <a:pt x="105143" y="102095"/>
                  </a:moveTo>
                  <a:lnTo>
                    <a:pt x="87617" y="102095"/>
                  </a:lnTo>
                  <a:lnTo>
                    <a:pt x="87617" y="119634"/>
                  </a:lnTo>
                  <a:lnTo>
                    <a:pt x="78473" y="119634"/>
                  </a:lnTo>
                  <a:lnTo>
                    <a:pt x="70104" y="119634"/>
                  </a:lnTo>
                  <a:lnTo>
                    <a:pt x="70104" y="128016"/>
                  </a:lnTo>
                  <a:lnTo>
                    <a:pt x="70104" y="136398"/>
                  </a:lnTo>
                  <a:lnTo>
                    <a:pt x="78473" y="136398"/>
                  </a:lnTo>
                  <a:lnTo>
                    <a:pt x="87617" y="136398"/>
                  </a:lnTo>
                  <a:lnTo>
                    <a:pt x="96012" y="136398"/>
                  </a:lnTo>
                  <a:lnTo>
                    <a:pt x="105143" y="136398"/>
                  </a:lnTo>
                  <a:lnTo>
                    <a:pt x="105143" y="119634"/>
                  </a:lnTo>
                  <a:lnTo>
                    <a:pt x="105143" y="102095"/>
                  </a:lnTo>
                  <a:close/>
                </a:path>
                <a:path w="349885" h="323214">
                  <a:moveTo>
                    <a:pt x="148577" y="68580"/>
                  </a:moveTo>
                  <a:lnTo>
                    <a:pt x="148577" y="68580"/>
                  </a:lnTo>
                  <a:lnTo>
                    <a:pt x="87617" y="68580"/>
                  </a:lnTo>
                  <a:lnTo>
                    <a:pt x="87617" y="85344"/>
                  </a:lnTo>
                  <a:lnTo>
                    <a:pt x="131051" y="85344"/>
                  </a:lnTo>
                  <a:lnTo>
                    <a:pt x="131051" y="102108"/>
                  </a:lnTo>
                  <a:lnTo>
                    <a:pt x="148577" y="102108"/>
                  </a:lnTo>
                  <a:lnTo>
                    <a:pt x="148577" y="85344"/>
                  </a:lnTo>
                  <a:lnTo>
                    <a:pt x="148577" y="68580"/>
                  </a:lnTo>
                  <a:close/>
                </a:path>
                <a:path w="349885" h="323214">
                  <a:moveTo>
                    <a:pt x="156959" y="169913"/>
                  </a:moveTo>
                  <a:lnTo>
                    <a:pt x="140195" y="169913"/>
                  </a:lnTo>
                  <a:lnTo>
                    <a:pt x="140195" y="204203"/>
                  </a:lnTo>
                  <a:lnTo>
                    <a:pt x="156959" y="204203"/>
                  </a:lnTo>
                  <a:lnTo>
                    <a:pt x="156959" y="169913"/>
                  </a:lnTo>
                  <a:close/>
                </a:path>
                <a:path w="349885" h="323214">
                  <a:moveTo>
                    <a:pt x="183629" y="220967"/>
                  </a:moveTo>
                  <a:lnTo>
                    <a:pt x="166090" y="220967"/>
                  </a:lnTo>
                  <a:lnTo>
                    <a:pt x="166090" y="238480"/>
                  </a:lnTo>
                  <a:lnTo>
                    <a:pt x="156959" y="238480"/>
                  </a:lnTo>
                  <a:lnTo>
                    <a:pt x="148577" y="238480"/>
                  </a:lnTo>
                  <a:lnTo>
                    <a:pt x="140195" y="238480"/>
                  </a:lnTo>
                  <a:lnTo>
                    <a:pt x="140195" y="255244"/>
                  </a:lnTo>
                  <a:lnTo>
                    <a:pt x="166090" y="255244"/>
                  </a:lnTo>
                  <a:lnTo>
                    <a:pt x="183629" y="255257"/>
                  </a:lnTo>
                  <a:lnTo>
                    <a:pt x="183629" y="238480"/>
                  </a:lnTo>
                  <a:lnTo>
                    <a:pt x="183629" y="220967"/>
                  </a:lnTo>
                  <a:close/>
                </a:path>
                <a:path w="349885" h="323214">
                  <a:moveTo>
                    <a:pt x="183629" y="119634"/>
                  </a:moveTo>
                  <a:lnTo>
                    <a:pt x="166090" y="119634"/>
                  </a:lnTo>
                  <a:lnTo>
                    <a:pt x="166090" y="153162"/>
                  </a:lnTo>
                  <a:lnTo>
                    <a:pt x="183629" y="153162"/>
                  </a:lnTo>
                  <a:lnTo>
                    <a:pt x="183629" y="119634"/>
                  </a:lnTo>
                  <a:close/>
                </a:path>
                <a:path w="349885" h="323214">
                  <a:moveTo>
                    <a:pt x="271246" y="25908"/>
                  </a:moveTo>
                  <a:lnTo>
                    <a:pt x="262102" y="25908"/>
                  </a:lnTo>
                  <a:lnTo>
                    <a:pt x="253720" y="25908"/>
                  </a:lnTo>
                  <a:lnTo>
                    <a:pt x="244589" y="25908"/>
                  </a:lnTo>
                  <a:lnTo>
                    <a:pt x="244589" y="17526"/>
                  </a:lnTo>
                  <a:lnTo>
                    <a:pt x="244589" y="0"/>
                  </a:lnTo>
                  <a:lnTo>
                    <a:pt x="236207" y="0"/>
                  </a:lnTo>
                  <a:lnTo>
                    <a:pt x="227063" y="0"/>
                  </a:lnTo>
                  <a:lnTo>
                    <a:pt x="183629" y="0"/>
                  </a:lnTo>
                  <a:lnTo>
                    <a:pt x="176720" y="25908"/>
                  </a:lnTo>
                  <a:lnTo>
                    <a:pt x="174485" y="25908"/>
                  </a:lnTo>
                  <a:lnTo>
                    <a:pt x="166090" y="25908"/>
                  </a:lnTo>
                  <a:lnTo>
                    <a:pt x="166090" y="42672"/>
                  </a:lnTo>
                  <a:lnTo>
                    <a:pt x="166090" y="51054"/>
                  </a:lnTo>
                  <a:lnTo>
                    <a:pt x="183629" y="51054"/>
                  </a:lnTo>
                  <a:lnTo>
                    <a:pt x="183629" y="42672"/>
                  </a:lnTo>
                  <a:lnTo>
                    <a:pt x="192011" y="42672"/>
                  </a:lnTo>
                  <a:lnTo>
                    <a:pt x="198869" y="17526"/>
                  </a:lnTo>
                  <a:lnTo>
                    <a:pt x="201155" y="17526"/>
                  </a:lnTo>
                  <a:lnTo>
                    <a:pt x="209537" y="17526"/>
                  </a:lnTo>
                  <a:lnTo>
                    <a:pt x="218681" y="17526"/>
                  </a:lnTo>
                  <a:lnTo>
                    <a:pt x="227063" y="17526"/>
                  </a:lnTo>
                  <a:lnTo>
                    <a:pt x="227063" y="25908"/>
                  </a:lnTo>
                  <a:lnTo>
                    <a:pt x="227050" y="42672"/>
                  </a:lnTo>
                  <a:lnTo>
                    <a:pt x="236194" y="42672"/>
                  </a:lnTo>
                  <a:lnTo>
                    <a:pt x="244576" y="42672"/>
                  </a:lnTo>
                  <a:lnTo>
                    <a:pt x="253720" y="42672"/>
                  </a:lnTo>
                  <a:lnTo>
                    <a:pt x="253720" y="59436"/>
                  </a:lnTo>
                  <a:lnTo>
                    <a:pt x="271246" y="59436"/>
                  </a:lnTo>
                  <a:lnTo>
                    <a:pt x="271246" y="42672"/>
                  </a:lnTo>
                  <a:lnTo>
                    <a:pt x="271246" y="25908"/>
                  </a:lnTo>
                  <a:close/>
                </a:path>
                <a:path w="349885" h="323214">
                  <a:moveTo>
                    <a:pt x="279628" y="128016"/>
                  </a:moveTo>
                  <a:lnTo>
                    <a:pt x="262102" y="128016"/>
                  </a:lnTo>
                  <a:lnTo>
                    <a:pt x="262102" y="161544"/>
                  </a:lnTo>
                  <a:lnTo>
                    <a:pt x="279628" y="161544"/>
                  </a:lnTo>
                  <a:lnTo>
                    <a:pt x="279628" y="128016"/>
                  </a:lnTo>
                  <a:close/>
                </a:path>
                <a:path w="349885" h="323214">
                  <a:moveTo>
                    <a:pt x="305536" y="212585"/>
                  </a:moveTo>
                  <a:lnTo>
                    <a:pt x="305536" y="212585"/>
                  </a:lnTo>
                  <a:lnTo>
                    <a:pt x="262102" y="212585"/>
                  </a:lnTo>
                  <a:lnTo>
                    <a:pt x="262102" y="230111"/>
                  </a:lnTo>
                  <a:lnTo>
                    <a:pt x="271246" y="230111"/>
                  </a:lnTo>
                  <a:lnTo>
                    <a:pt x="279628" y="230111"/>
                  </a:lnTo>
                  <a:lnTo>
                    <a:pt x="288772" y="230111"/>
                  </a:lnTo>
                  <a:lnTo>
                    <a:pt x="288772" y="246875"/>
                  </a:lnTo>
                  <a:lnTo>
                    <a:pt x="305536" y="246875"/>
                  </a:lnTo>
                  <a:lnTo>
                    <a:pt x="305536" y="230111"/>
                  </a:lnTo>
                  <a:lnTo>
                    <a:pt x="305536" y="212585"/>
                  </a:lnTo>
                  <a:close/>
                </a:path>
                <a:path w="349885" h="323214">
                  <a:moveTo>
                    <a:pt x="340575" y="289534"/>
                  </a:moveTo>
                  <a:lnTo>
                    <a:pt x="323049" y="289534"/>
                  </a:lnTo>
                  <a:lnTo>
                    <a:pt x="323049" y="306285"/>
                  </a:lnTo>
                  <a:lnTo>
                    <a:pt x="314680" y="306285"/>
                  </a:lnTo>
                  <a:lnTo>
                    <a:pt x="305536" y="306285"/>
                  </a:lnTo>
                  <a:lnTo>
                    <a:pt x="297154" y="306285"/>
                  </a:lnTo>
                  <a:lnTo>
                    <a:pt x="297154" y="314667"/>
                  </a:lnTo>
                  <a:lnTo>
                    <a:pt x="297154" y="323049"/>
                  </a:lnTo>
                  <a:lnTo>
                    <a:pt x="305523" y="323049"/>
                  </a:lnTo>
                  <a:lnTo>
                    <a:pt x="314667" y="323049"/>
                  </a:lnTo>
                  <a:lnTo>
                    <a:pt x="323049" y="323049"/>
                  </a:lnTo>
                  <a:lnTo>
                    <a:pt x="340575" y="323062"/>
                  </a:lnTo>
                  <a:lnTo>
                    <a:pt x="340575" y="306285"/>
                  </a:lnTo>
                  <a:lnTo>
                    <a:pt x="340575" y="289534"/>
                  </a:lnTo>
                  <a:close/>
                </a:path>
                <a:path w="349885" h="323214">
                  <a:moveTo>
                    <a:pt x="349719" y="212585"/>
                  </a:moveTo>
                  <a:lnTo>
                    <a:pt x="340575" y="212585"/>
                  </a:lnTo>
                  <a:lnTo>
                    <a:pt x="332193" y="212585"/>
                  </a:lnTo>
                  <a:lnTo>
                    <a:pt x="323049" y="212585"/>
                  </a:lnTo>
                  <a:lnTo>
                    <a:pt x="323049" y="220967"/>
                  </a:lnTo>
                  <a:lnTo>
                    <a:pt x="323049" y="230111"/>
                  </a:lnTo>
                  <a:lnTo>
                    <a:pt x="332193" y="230111"/>
                  </a:lnTo>
                  <a:lnTo>
                    <a:pt x="349719" y="230111"/>
                  </a:lnTo>
                  <a:lnTo>
                    <a:pt x="349719" y="212585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71468" y="2041804"/>
              <a:ext cx="349885" cy="348615"/>
            </a:xfrm>
            <a:custGeom>
              <a:avLst/>
              <a:gdLst/>
              <a:ahLst/>
              <a:cxnLst/>
              <a:rect l="l" t="t" r="r" b="b"/>
              <a:pathLst>
                <a:path w="349885" h="348614">
                  <a:moveTo>
                    <a:pt x="52578" y="271995"/>
                  </a:moveTo>
                  <a:lnTo>
                    <a:pt x="43434" y="237718"/>
                  </a:lnTo>
                  <a:lnTo>
                    <a:pt x="25908" y="229336"/>
                  </a:lnTo>
                  <a:lnTo>
                    <a:pt x="28143" y="237718"/>
                  </a:lnTo>
                  <a:lnTo>
                    <a:pt x="25908" y="237718"/>
                  </a:lnTo>
                  <a:lnTo>
                    <a:pt x="17526" y="237718"/>
                  </a:lnTo>
                  <a:lnTo>
                    <a:pt x="8382" y="237718"/>
                  </a:lnTo>
                  <a:lnTo>
                    <a:pt x="0" y="237718"/>
                  </a:lnTo>
                  <a:lnTo>
                    <a:pt x="0" y="255244"/>
                  </a:lnTo>
                  <a:lnTo>
                    <a:pt x="8382" y="255244"/>
                  </a:lnTo>
                  <a:lnTo>
                    <a:pt x="17526" y="255244"/>
                  </a:lnTo>
                  <a:lnTo>
                    <a:pt x="25908" y="255244"/>
                  </a:lnTo>
                  <a:lnTo>
                    <a:pt x="32816" y="255244"/>
                  </a:lnTo>
                  <a:lnTo>
                    <a:pt x="35052" y="263613"/>
                  </a:lnTo>
                  <a:lnTo>
                    <a:pt x="52578" y="271995"/>
                  </a:lnTo>
                  <a:close/>
                </a:path>
                <a:path w="349885" h="348614">
                  <a:moveTo>
                    <a:pt x="95999" y="297141"/>
                  </a:moveTo>
                  <a:lnTo>
                    <a:pt x="80708" y="297141"/>
                  </a:lnTo>
                  <a:lnTo>
                    <a:pt x="78473" y="288759"/>
                  </a:lnTo>
                  <a:lnTo>
                    <a:pt x="60960" y="280377"/>
                  </a:lnTo>
                  <a:lnTo>
                    <a:pt x="63182" y="288759"/>
                  </a:lnTo>
                  <a:lnTo>
                    <a:pt x="60960" y="288759"/>
                  </a:lnTo>
                  <a:lnTo>
                    <a:pt x="52565" y="288759"/>
                  </a:lnTo>
                  <a:lnTo>
                    <a:pt x="43434" y="288759"/>
                  </a:lnTo>
                  <a:lnTo>
                    <a:pt x="35052" y="288759"/>
                  </a:lnTo>
                  <a:lnTo>
                    <a:pt x="35052" y="305523"/>
                  </a:lnTo>
                  <a:lnTo>
                    <a:pt x="67652" y="305523"/>
                  </a:lnTo>
                  <a:lnTo>
                    <a:pt x="70091" y="314667"/>
                  </a:lnTo>
                  <a:lnTo>
                    <a:pt x="70091" y="331431"/>
                  </a:lnTo>
                  <a:lnTo>
                    <a:pt x="78473" y="331431"/>
                  </a:lnTo>
                  <a:lnTo>
                    <a:pt x="87617" y="331431"/>
                  </a:lnTo>
                  <a:lnTo>
                    <a:pt x="95999" y="331431"/>
                  </a:lnTo>
                  <a:lnTo>
                    <a:pt x="95999" y="314667"/>
                  </a:lnTo>
                  <a:lnTo>
                    <a:pt x="95999" y="297141"/>
                  </a:lnTo>
                  <a:close/>
                </a:path>
                <a:path w="349885" h="348614">
                  <a:moveTo>
                    <a:pt x="95999" y="195046"/>
                  </a:moveTo>
                  <a:lnTo>
                    <a:pt x="78473" y="195046"/>
                  </a:lnTo>
                  <a:lnTo>
                    <a:pt x="78473" y="229336"/>
                  </a:lnTo>
                  <a:lnTo>
                    <a:pt x="95999" y="229336"/>
                  </a:lnTo>
                  <a:lnTo>
                    <a:pt x="95999" y="195046"/>
                  </a:lnTo>
                  <a:close/>
                </a:path>
                <a:path w="349885" h="348614">
                  <a:moveTo>
                    <a:pt x="139433" y="76187"/>
                  </a:moveTo>
                  <a:lnTo>
                    <a:pt x="139433" y="76187"/>
                  </a:lnTo>
                  <a:lnTo>
                    <a:pt x="78473" y="76187"/>
                  </a:lnTo>
                  <a:lnTo>
                    <a:pt x="78473" y="93713"/>
                  </a:lnTo>
                  <a:lnTo>
                    <a:pt x="78473" y="127241"/>
                  </a:lnTo>
                  <a:lnTo>
                    <a:pt x="95999" y="127241"/>
                  </a:lnTo>
                  <a:lnTo>
                    <a:pt x="95999" y="93713"/>
                  </a:lnTo>
                  <a:lnTo>
                    <a:pt x="104381" y="93713"/>
                  </a:lnTo>
                  <a:lnTo>
                    <a:pt x="113525" y="93713"/>
                  </a:lnTo>
                  <a:lnTo>
                    <a:pt x="121907" y="93713"/>
                  </a:lnTo>
                  <a:lnTo>
                    <a:pt x="121907" y="110477"/>
                  </a:lnTo>
                  <a:lnTo>
                    <a:pt x="139433" y="110477"/>
                  </a:lnTo>
                  <a:lnTo>
                    <a:pt x="139433" y="93713"/>
                  </a:lnTo>
                  <a:lnTo>
                    <a:pt x="139433" y="76187"/>
                  </a:lnTo>
                  <a:close/>
                </a:path>
                <a:path w="349885" h="348614">
                  <a:moveTo>
                    <a:pt x="148564" y="280377"/>
                  </a:moveTo>
                  <a:lnTo>
                    <a:pt x="131038" y="280377"/>
                  </a:lnTo>
                  <a:lnTo>
                    <a:pt x="131038" y="314667"/>
                  </a:lnTo>
                  <a:lnTo>
                    <a:pt x="148564" y="314667"/>
                  </a:lnTo>
                  <a:lnTo>
                    <a:pt x="148564" y="280377"/>
                  </a:lnTo>
                  <a:close/>
                </a:path>
                <a:path w="349885" h="348614">
                  <a:moveTo>
                    <a:pt x="148564" y="212572"/>
                  </a:moveTo>
                  <a:lnTo>
                    <a:pt x="139433" y="178282"/>
                  </a:lnTo>
                  <a:lnTo>
                    <a:pt x="121907" y="169913"/>
                  </a:lnTo>
                  <a:lnTo>
                    <a:pt x="131051" y="204190"/>
                  </a:lnTo>
                  <a:lnTo>
                    <a:pt x="148564" y="212572"/>
                  </a:lnTo>
                  <a:close/>
                </a:path>
                <a:path w="349885" h="348614">
                  <a:moveTo>
                    <a:pt x="174472" y="314667"/>
                  </a:moveTo>
                  <a:lnTo>
                    <a:pt x="156946" y="314667"/>
                  </a:lnTo>
                  <a:lnTo>
                    <a:pt x="156946" y="331419"/>
                  </a:lnTo>
                  <a:lnTo>
                    <a:pt x="148564" y="331419"/>
                  </a:lnTo>
                  <a:lnTo>
                    <a:pt x="139420" y="331419"/>
                  </a:lnTo>
                  <a:lnTo>
                    <a:pt x="131038" y="331419"/>
                  </a:lnTo>
                  <a:lnTo>
                    <a:pt x="131038" y="348183"/>
                  </a:lnTo>
                  <a:lnTo>
                    <a:pt x="139420" y="348183"/>
                  </a:lnTo>
                  <a:lnTo>
                    <a:pt x="148564" y="348183"/>
                  </a:lnTo>
                  <a:lnTo>
                    <a:pt x="156946" y="348183"/>
                  </a:lnTo>
                  <a:lnTo>
                    <a:pt x="174472" y="348195"/>
                  </a:lnTo>
                  <a:lnTo>
                    <a:pt x="174472" y="331419"/>
                  </a:lnTo>
                  <a:lnTo>
                    <a:pt x="174472" y="314667"/>
                  </a:lnTo>
                  <a:close/>
                </a:path>
                <a:path w="349885" h="348614">
                  <a:moveTo>
                    <a:pt x="174472" y="212572"/>
                  </a:moveTo>
                  <a:lnTo>
                    <a:pt x="156946" y="212572"/>
                  </a:lnTo>
                  <a:lnTo>
                    <a:pt x="156946" y="246100"/>
                  </a:lnTo>
                  <a:lnTo>
                    <a:pt x="174472" y="246100"/>
                  </a:lnTo>
                  <a:lnTo>
                    <a:pt x="174472" y="212572"/>
                  </a:lnTo>
                  <a:close/>
                </a:path>
                <a:path w="349885" h="348614">
                  <a:moveTo>
                    <a:pt x="183616" y="110464"/>
                  </a:moveTo>
                  <a:lnTo>
                    <a:pt x="166090" y="110464"/>
                  </a:lnTo>
                  <a:lnTo>
                    <a:pt x="166090" y="144767"/>
                  </a:lnTo>
                  <a:lnTo>
                    <a:pt x="183616" y="144767"/>
                  </a:lnTo>
                  <a:lnTo>
                    <a:pt x="183616" y="110464"/>
                  </a:lnTo>
                  <a:close/>
                </a:path>
                <a:path w="349885" h="348614">
                  <a:moveTo>
                    <a:pt x="191998" y="34277"/>
                  </a:moveTo>
                  <a:lnTo>
                    <a:pt x="174472" y="34277"/>
                  </a:lnTo>
                  <a:lnTo>
                    <a:pt x="174472" y="51041"/>
                  </a:lnTo>
                  <a:lnTo>
                    <a:pt x="166090" y="51041"/>
                  </a:lnTo>
                  <a:lnTo>
                    <a:pt x="166090" y="67805"/>
                  </a:lnTo>
                  <a:lnTo>
                    <a:pt x="174472" y="67805"/>
                  </a:lnTo>
                  <a:lnTo>
                    <a:pt x="183616" y="67805"/>
                  </a:lnTo>
                  <a:lnTo>
                    <a:pt x="191998" y="67805"/>
                  </a:lnTo>
                  <a:lnTo>
                    <a:pt x="191998" y="51041"/>
                  </a:lnTo>
                  <a:lnTo>
                    <a:pt x="191998" y="34277"/>
                  </a:lnTo>
                  <a:close/>
                </a:path>
                <a:path w="349885" h="348614">
                  <a:moveTo>
                    <a:pt x="270471" y="102082"/>
                  </a:moveTo>
                  <a:lnTo>
                    <a:pt x="252945" y="102082"/>
                  </a:lnTo>
                  <a:lnTo>
                    <a:pt x="252945" y="135610"/>
                  </a:lnTo>
                  <a:lnTo>
                    <a:pt x="270471" y="135610"/>
                  </a:lnTo>
                  <a:lnTo>
                    <a:pt x="270471" y="102082"/>
                  </a:lnTo>
                  <a:close/>
                </a:path>
                <a:path w="349885" h="348614">
                  <a:moveTo>
                    <a:pt x="270471" y="0"/>
                  </a:moveTo>
                  <a:lnTo>
                    <a:pt x="270471" y="0"/>
                  </a:lnTo>
                  <a:lnTo>
                    <a:pt x="174472" y="0"/>
                  </a:lnTo>
                  <a:lnTo>
                    <a:pt x="174472" y="16764"/>
                  </a:lnTo>
                  <a:lnTo>
                    <a:pt x="252945" y="16764"/>
                  </a:lnTo>
                  <a:lnTo>
                    <a:pt x="252945" y="34290"/>
                  </a:lnTo>
                  <a:lnTo>
                    <a:pt x="270471" y="34290"/>
                  </a:lnTo>
                  <a:lnTo>
                    <a:pt x="270471" y="16764"/>
                  </a:lnTo>
                  <a:lnTo>
                    <a:pt x="270471" y="0"/>
                  </a:lnTo>
                  <a:close/>
                </a:path>
                <a:path w="349885" h="348614">
                  <a:moveTo>
                    <a:pt x="349707" y="237718"/>
                  </a:moveTo>
                  <a:lnTo>
                    <a:pt x="349707" y="237718"/>
                  </a:lnTo>
                  <a:lnTo>
                    <a:pt x="270471" y="237718"/>
                  </a:lnTo>
                  <a:lnTo>
                    <a:pt x="270471" y="204190"/>
                  </a:lnTo>
                  <a:lnTo>
                    <a:pt x="252945" y="204190"/>
                  </a:lnTo>
                  <a:lnTo>
                    <a:pt x="252945" y="237718"/>
                  </a:lnTo>
                  <a:lnTo>
                    <a:pt x="252945" y="255244"/>
                  </a:lnTo>
                  <a:lnTo>
                    <a:pt x="349707" y="255244"/>
                  </a:lnTo>
                  <a:lnTo>
                    <a:pt x="349707" y="237718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94505" y="2041804"/>
              <a:ext cx="349885" cy="485140"/>
            </a:xfrm>
            <a:custGeom>
              <a:avLst/>
              <a:gdLst/>
              <a:ahLst/>
              <a:cxnLst/>
              <a:rect l="l" t="t" r="r" b="b"/>
              <a:pathLst>
                <a:path w="349885" h="485139">
                  <a:moveTo>
                    <a:pt x="44196" y="246100"/>
                  </a:moveTo>
                  <a:lnTo>
                    <a:pt x="26670" y="246100"/>
                  </a:lnTo>
                  <a:lnTo>
                    <a:pt x="26670" y="237718"/>
                  </a:lnTo>
                  <a:lnTo>
                    <a:pt x="9144" y="237718"/>
                  </a:lnTo>
                  <a:lnTo>
                    <a:pt x="0" y="237718"/>
                  </a:lnTo>
                  <a:lnTo>
                    <a:pt x="0" y="255244"/>
                  </a:lnTo>
                  <a:lnTo>
                    <a:pt x="9144" y="255244"/>
                  </a:lnTo>
                  <a:lnTo>
                    <a:pt x="9144" y="263613"/>
                  </a:lnTo>
                  <a:lnTo>
                    <a:pt x="9144" y="272008"/>
                  </a:lnTo>
                  <a:lnTo>
                    <a:pt x="9144" y="280377"/>
                  </a:lnTo>
                  <a:lnTo>
                    <a:pt x="17526" y="280377"/>
                  </a:lnTo>
                  <a:lnTo>
                    <a:pt x="26670" y="280377"/>
                  </a:lnTo>
                  <a:lnTo>
                    <a:pt x="44196" y="280390"/>
                  </a:lnTo>
                  <a:lnTo>
                    <a:pt x="44196" y="263613"/>
                  </a:lnTo>
                  <a:lnTo>
                    <a:pt x="44196" y="246100"/>
                  </a:lnTo>
                  <a:close/>
                </a:path>
                <a:path w="349885" h="485139">
                  <a:moveTo>
                    <a:pt x="87617" y="195046"/>
                  </a:moveTo>
                  <a:lnTo>
                    <a:pt x="78473" y="195046"/>
                  </a:lnTo>
                  <a:lnTo>
                    <a:pt x="70091" y="195046"/>
                  </a:lnTo>
                  <a:lnTo>
                    <a:pt x="60947" y="195046"/>
                  </a:lnTo>
                  <a:lnTo>
                    <a:pt x="44196" y="186664"/>
                  </a:lnTo>
                  <a:lnTo>
                    <a:pt x="37287" y="212572"/>
                  </a:lnTo>
                  <a:lnTo>
                    <a:pt x="35039" y="212572"/>
                  </a:lnTo>
                  <a:lnTo>
                    <a:pt x="26657" y="212572"/>
                  </a:lnTo>
                  <a:lnTo>
                    <a:pt x="26657" y="229336"/>
                  </a:lnTo>
                  <a:lnTo>
                    <a:pt x="35039" y="229336"/>
                  </a:lnTo>
                  <a:lnTo>
                    <a:pt x="52565" y="229336"/>
                  </a:lnTo>
                  <a:lnTo>
                    <a:pt x="56654" y="212572"/>
                  </a:lnTo>
                  <a:lnTo>
                    <a:pt x="60947" y="212572"/>
                  </a:lnTo>
                  <a:lnTo>
                    <a:pt x="70091" y="212572"/>
                  </a:lnTo>
                  <a:lnTo>
                    <a:pt x="70091" y="229336"/>
                  </a:lnTo>
                  <a:lnTo>
                    <a:pt x="87617" y="229336"/>
                  </a:lnTo>
                  <a:lnTo>
                    <a:pt x="87617" y="212572"/>
                  </a:lnTo>
                  <a:lnTo>
                    <a:pt x="87617" y="195046"/>
                  </a:lnTo>
                  <a:close/>
                </a:path>
                <a:path w="349885" h="485139">
                  <a:moveTo>
                    <a:pt x="122669" y="263613"/>
                  </a:moveTo>
                  <a:lnTo>
                    <a:pt x="122669" y="263613"/>
                  </a:lnTo>
                  <a:lnTo>
                    <a:pt x="78473" y="263613"/>
                  </a:lnTo>
                  <a:lnTo>
                    <a:pt x="78473" y="280377"/>
                  </a:lnTo>
                  <a:lnTo>
                    <a:pt x="87617" y="280377"/>
                  </a:lnTo>
                  <a:lnTo>
                    <a:pt x="95999" y="280377"/>
                  </a:lnTo>
                  <a:lnTo>
                    <a:pt x="105143" y="280377"/>
                  </a:lnTo>
                  <a:lnTo>
                    <a:pt x="105143" y="297141"/>
                  </a:lnTo>
                  <a:lnTo>
                    <a:pt x="122669" y="297141"/>
                  </a:lnTo>
                  <a:lnTo>
                    <a:pt x="122669" y="280377"/>
                  </a:lnTo>
                  <a:lnTo>
                    <a:pt x="122669" y="263613"/>
                  </a:lnTo>
                  <a:close/>
                </a:path>
                <a:path w="349885" h="485139">
                  <a:moveTo>
                    <a:pt x="148564" y="356565"/>
                  </a:moveTo>
                  <a:lnTo>
                    <a:pt x="148564" y="356565"/>
                  </a:lnTo>
                  <a:lnTo>
                    <a:pt x="105130" y="356565"/>
                  </a:lnTo>
                  <a:lnTo>
                    <a:pt x="105130" y="374091"/>
                  </a:lnTo>
                  <a:lnTo>
                    <a:pt x="131038" y="374091"/>
                  </a:lnTo>
                  <a:lnTo>
                    <a:pt x="131038" y="390855"/>
                  </a:lnTo>
                  <a:lnTo>
                    <a:pt x="148564" y="390855"/>
                  </a:lnTo>
                  <a:lnTo>
                    <a:pt x="148564" y="374091"/>
                  </a:lnTo>
                  <a:lnTo>
                    <a:pt x="148564" y="356565"/>
                  </a:lnTo>
                  <a:close/>
                </a:path>
                <a:path w="349885" h="485139">
                  <a:moveTo>
                    <a:pt x="166090" y="450278"/>
                  </a:moveTo>
                  <a:lnTo>
                    <a:pt x="148564" y="450278"/>
                  </a:lnTo>
                  <a:lnTo>
                    <a:pt x="148564" y="458660"/>
                  </a:lnTo>
                  <a:lnTo>
                    <a:pt x="140182" y="458660"/>
                  </a:lnTo>
                  <a:lnTo>
                    <a:pt x="140182" y="467042"/>
                  </a:lnTo>
                  <a:lnTo>
                    <a:pt x="140182" y="484568"/>
                  </a:lnTo>
                  <a:lnTo>
                    <a:pt x="148564" y="484568"/>
                  </a:lnTo>
                  <a:lnTo>
                    <a:pt x="157708" y="484568"/>
                  </a:lnTo>
                  <a:lnTo>
                    <a:pt x="166090" y="484568"/>
                  </a:lnTo>
                  <a:lnTo>
                    <a:pt x="166090" y="467042"/>
                  </a:lnTo>
                  <a:lnTo>
                    <a:pt x="166090" y="450278"/>
                  </a:lnTo>
                  <a:close/>
                </a:path>
                <a:path w="349885" h="485139">
                  <a:moveTo>
                    <a:pt x="175247" y="348183"/>
                  </a:moveTo>
                  <a:lnTo>
                    <a:pt x="157708" y="339801"/>
                  </a:lnTo>
                  <a:lnTo>
                    <a:pt x="148564" y="374091"/>
                  </a:lnTo>
                  <a:lnTo>
                    <a:pt x="166090" y="382473"/>
                  </a:lnTo>
                  <a:lnTo>
                    <a:pt x="175247" y="348183"/>
                  </a:lnTo>
                  <a:close/>
                </a:path>
                <a:path w="349885" h="485139">
                  <a:moveTo>
                    <a:pt x="183629" y="246100"/>
                  </a:moveTo>
                  <a:lnTo>
                    <a:pt x="166090" y="246100"/>
                  </a:lnTo>
                  <a:lnTo>
                    <a:pt x="166090" y="263613"/>
                  </a:lnTo>
                  <a:lnTo>
                    <a:pt x="157708" y="263613"/>
                  </a:lnTo>
                  <a:lnTo>
                    <a:pt x="157708" y="280377"/>
                  </a:lnTo>
                  <a:lnTo>
                    <a:pt x="166090" y="280377"/>
                  </a:lnTo>
                  <a:lnTo>
                    <a:pt x="183629" y="280390"/>
                  </a:lnTo>
                  <a:lnTo>
                    <a:pt x="183629" y="263613"/>
                  </a:lnTo>
                  <a:lnTo>
                    <a:pt x="183629" y="246100"/>
                  </a:lnTo>
                  <a:close/>
                </a:path>
                <a:path w="349885" h="485139">
                  <a:moveTo>
                    <a:pt x="201155" y="153149"/>
                  </a:moveTo>
                  <a:lnTo>
                    <a:pt x="183629" y="153149"/>
                  </a:lnTo>
                  <a:lnTo>
                    <a:pt x="183629" y="169913"/>
                  </a:lnTo>
                  <a:lnTo>
                    <a:pt x="175247" y="169913"/>
                  </a:lnTo>
                  <a:lnTo>
                    <a:pt x="175247" y="178295"/>
                  </a:lnTo>
                  <a:lnTo>
                    <a:pt x="175247" y="186677"/>
                  </a:lnTo>
                  <a:lnTo>
                    <a:pt x="183629" y="186677"/>
                  </a:lnTo>
                  <a:lnTo>
                    <a:pt x="192773" y="186677"/>
                  </a:lnTo>
                  <a:lnTo>
                    <a:pt x="201155" y="186677"/>
                  </a:lnTo>
                  <a:lnTo>
                    <a:pt x="201155" y="169913"/>
                  </a:lnTo>
                  <a:lnTo>
                    <a:pt x="201155" y="153149"/>
                  </a:lnTo>
                  <a:close/>
                </a:path>
                <a:path w="349885" h="485139">
                  <a:moveTo>
                    <a:pt x="218668" y="59423"/>
                  </a:moveTo>
                  <a:lnTo>
                    <a:pt x="201142" y="59423"/>
                  </a:lnTo>
                  <a:lnTo>
                    <a:pt x="201142" y="76187"/>
                  </a:lnTo>
                  <a:lnTo>
                    <a:pt x="192760" y="76187"/>
                  </a:lnTo>
                  <a:lnTo>
                    <a:pt x="183629" y="76187"/>
                  </a:lnTo>
                  <a:lnTo>
                    <a:pt x="183616" y="93713"/>
                  </a:lnTo>
                  <a:lnTo>
                    <a:pt x="192760" y="93713"/>
                  </a:lnTo>
                  <a:lnTo>
                    <a:pt x="201142" y="93713"/>
                  </a:lnTo>
                  <a:lnTo>
                    <a:pt x="209524" y="93713"/>
                  </a:lnTo>
                  <a:lnTo>
                    <a:pt x="218668" y="93713"/>
                  </a:lnTo>
                  <a:lnTo>
                    <a:pt x="218668" y="76187"/>
                  </a:lnTo>
                  <a:lnTo>
                    <a:pt x="218668" y="59423"/>
                  </a:lnTo>
                  <a:close/>
                </a:path>
                <a:path w="349885" h="485139">
                  <a:moveTo>
                    <a:pt x="262102" y="0"/>
                  </a:moveTo>
                  <a:lnTo>
                    <a:pt x="262102" y="0"/>
                  </a:lnTo>
                  <a:lnTo>
                    <a:pt x="201142" y="0"/>
                  </a:lnTo>
                  <a:lnTo>
                    <a:pt x="201142" y="16764"/>
                  </a:lnTo>
                  <a:lnTo>
                    <a:pt x="244576" y="16764"/>
                  </a:lnTo>
                  <a:lnTo>
                    <a:pt x="244576" y="34290"/>
                  </a:lnTo>
                  <a:lnTo>
                    <a:pt x="262102" y="34290"/>
                  </a:lnTo>
                  <a:lnTo>
                    <a:pt x="262102" y="16764"/>
                  </a:lnTo>
                  <a:lnTo>
                    <a:pt x="262102" y="0"/>
                  </a:lnTo>
                  <a:close/>
                </a:path>
                <a:path w="349885" h="485139">
                  <a:moveTo>
                    <a:pt x="297141" y="220954"/>
                  </a:moveTo>
                  <a:lnTo>
                    <a:pt x="279615" y="220954"/>
                  </a:lnTo>
                  <a:lnTo>
                    <a:pt x="279615" y="255244"/>
                  </a:lnTo>
                  <a:lnTo>
                    <a:pt x="297141" y="255244"/>
                  </a:lnTo>
                  <a:lnTo>
                    <a:pt x="297141" y="220954"/>
                  </a:lnTo>
                  <a:close/>
                </a:path>
                <a:path w="349885" h="485139">
                  <a:moveTo>
                    <a:pt x="297141" y="118846"/>
                  </a:moveTo>
                  <a:lnTo>
                    <a:pt x="288759" y="118846"/>
                  </a:lnTo>
                  <a:lnTo>
                    <a:pt x="279628" y="118846"/>
                  </a:lnTo>
                  <a:lnTo>
                    <a:pt x="271246" y="118846"/>
                  </a:lnTo>
                  <a:lnTo>
                    <a:pt x="271246" y="102082"/>
                  </a:lnTo>
                  <a:lnTo>
                    <a:pt x="253720" y="102082"/>
                  </a:lnTo>
                  <a:lnTo>
                    <a:pt x="253720" y="118846"/>
                  </a:lnTo>
                  <a:lnTo>
                    <a:pt x="253720" y="135610"/>
                  </a:lnTo>
                  <a:lnTo>
                    <a:pt x="279615" y="135610"/>
                  </a:lnTo>
                  <a:lnTo>
                    <a:pt x="279615" y="153149"/>
                  </a:lnTo>
                  <a:lnTo>
                    <a:pt x="297141" y="153149"/>
                  </a:lnTo>
                  <a:lnTo>
                    <a:pt x="297141" y="135610"/>
                  </a:lnTo>
                  <a:lnTo>
                    <a:pt x="297141" y="118846"/>
                  </a:lnTo>
                  <a:close/>
                </a:path>
                <a:path w="349885" h="485139">
                  <a:moveTo>
                    <a:pt x="349719" y="407606"/>
                  </a:moveTo>
                  <a:lnTo>
                    <a:pt x="340575" y="374091"/>
                  </a:lnTo>
                  <a:lnTo>
                    <a:pt x="326351" y="366991"/>
                  </a:lnTo>
                  <a:lnTo>
                    <a:pt x="323811" y="356565"/>
                  </a:lnTo>
                  <a:lnTo>
                    <a:pt x="306285" y="348183"/>
                  </a:lnTo>
                  <a:lnTo>
                    <a:pt x="308330" y="356565"/>
                  </a:lnTo>
                  <a:lnTo>
                    <a:pt x="306285" y="356565"/>
                  </a:lnTo>
                  <a:lnTo>
                    <a:pt x="297141" y="356565"/>
                  </a:lnTo>
                  <a:lnTo>
                    <a:pt x="297141" y="323049"/>
                  </a:lnTo>
                  <a:lnTo>
                    <a:pt x="279615" y="323049"/>
                  </a:lnTo>
                  <a:lnTo>
                    <a:pt x="279615" y="356565"/>
                  </a:lnTo>
                  <a:lnTo>
                    <a:pt x="279615" y="374091"/>
                  </a:lnTo>
                  <a:lnTo>
                    <a:pt x="288759" y="374091"/>
                  </a:lnTo>
                  <a:lnTo>
                    <a:pt x="297141" y="374091"/>
                  </a:lnTo>
                  <a:lnTo>
                    <a:pt x="306285" y="374091"/>
                  </a:lnTo>
                  <a:lnTo>
                    <a:pt x="312610" y="374091"/>
                  </a:lnTo>
                  <a:lnTo>
                    <a:pt x="314667" y="382473"/>
                  </a:lnTo>
                  <a:lnTo>
                    <a:pt x="314667" y="399237"/>
                  </a:lnTo>
                  <a:lnTo>
                    <a:pt x="332193" y="399237"/>
                  </a:lnTo>
                  <a:lnTo>
                    <a:pt x="349719" y="407606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18317" y="2092845"/>
              <a:ext cx="340995" cy="485140"/>
            </a:xfrm>
            <a:custGeom>
              <a:avLst/>
              <a:gdLst/>
              <a:ahLst/>
              <a:cxnLst/>
              <a:rect l="l" t="t" r="r" b="b"/>
              <a:pathLst>
                <a:path w="340995" h="485139">
                  <a:moveTo>
                    <a:pt x="51803" y="339813"/>
                  </a:moveTo>
                  <a:lnTo>
                    <a:pt x="34277" y="339813"/>
                  </a:lnTo>
                  <a:lnTo>
                    <a:pt x="25908" y="339813"/>
                  </a:lnTo>
                  <a:lnTo>
                    <a:pt x="21336" y="339813"/>
                  </a:lnTo>
                  <a:lnTo>
                    <a:pt x="16764" y="323049"/>
                  </a:lnTo>
                  <a:lnTo>
                    <a:pt x="0" y="314667"/>
                  </a:lnTo>
                  <a:lnTo>
                    <a:pt x="8369" y="348145"/>
                  </a:lnTo>
                  <a:lnTo>
                    <a:pt x="8369" y="356577"/>
                  </a:lnTo>
                  <a:lnTo>
                    <a:pt x="16751" y="356577"/>
                  </a:lnTo>
                  <a:lnTo>
                    <a:pt x="16751" y="374091"/>
                  </a:lnTo>
                  <a:lnTo>
                    <a:pt x="34277" y="374103"/>
                  </a:lnTo>
                  <a:lnTo>
                    <a:pt x="51803" y="374103"/>
                  </a:lnTo>
                  <a:lnTo>
                    <a:pt x="51803" y="356565"/>
                  </a:lnTo>
                  <a:lnTo>
                    <a:pt x="51803" y="339813"/>
                  </a:lnTo>
                  <a:close/>
                </a:path>
                <a:path w="340995" h="485139">
                  <a:moveTo>
                    <a:pt x="95999" y="254482"/>
                  </a:moveTo>
                  <a:lnTo>
                    <a:pt x="78473" y="254482"/>
                  </a:lnTo>
                  <a:lnTo>
                    <a:pt x="78473" y="272008"/>
                  </a:lnTo>
                  <a:lnTo>
                    <a:pt x="69329" y="272008"/>
                  </a:lnTo>
                  <a:lnTo>
                    <a:pt x="60947" y="272008"/>
                  </a:lnTo>
                  <a:lnTo>
                    <a:pt x="51803" y="272008"/>
                  </a:lnTo>
                  <a:lnTo>
                    <a:pt x="51803" y="288759"/>
                  </a:lnTo>
                  <a:lnTo>
                    <a:pt x="45466" y="314667"/>
                  </a:lnTo>
                  <a:lnTo>
                    <a:pt x="43421" y="314667"/>
                  </a:lnTo>
                  <a:lnTo>
                    <a:pt x="34277" y="314667"/>
                  </a:lnTo>
                  <a:lnTo>
                    <a:pt x="34277" y="331431"/>
                  </a:lnTo>
                  <a:lnTo>
                    <a:pt x="43421" y="331431"/>
                  </a:lnTo>
                  <a:lnTo>
                    <a:pt x="60947" y="331431"/>
                  </a:lnTo>
                  <a:lnTo>
                    <a:pt x="69329" y="297141"/>
                  </a:lnTo>
                  <a:lnTo>
                    <a:pt x="51828" y="288772"/>
                  </a:lnTo>
                  <a:lnTo>
                    <a:pt x="60947" y="288772"/>
                  </a:lnTo>
                  <a:lnTo>
                    <a:pt x="69329" y="288772"/>
                  </a:lnTo>
                  <a:lnTo>
                    <a:pt x="78473" y="288772"/>
                  </a:lnTo>
                  <a:lnTo>
                    <a:pt x="86855" y="288772"/>
                  </a:lnTo>
                  <a:lnTo>
                    <a:pt x="95999" y="288772"/>
                  </a:lnTo>
                  <a:lnTo>
                    <a:pt x="95999" y="272008"/>
                  </a:lnTo>
                  <a:lnTo>
                    <a:pt x="95999" y="254482"/>
                  </a:lnTo>
                  <a:close/>
                </a:path>
                <a:path w="340995" h="485139">
                  <a:moveTo>
                    <a:pt x="104381" y="153149"/>
                  </a:moveTo>
                  <a:lnTo>
                    <a:pt x="86855" y="153149"/>
                  </a:lnTo>
                  <a:lnTo>
                    <a:pt x="86855" y="186677"/>
                  </a:lnTo>
                  <a:lnTo>
                    <a:pt x="104381" y="186677"/>
                  </a:lnTo>
                  <a:lnTo>
                    <a:pt x="104381" y="153149"/>
                  </a:lnTo>
                  <a:close/>
                </a:path>
                <a:path w="340995" h="485139">
                  <a:moveTo>
                    <a:pt x="131038" y="204190"/>
                  </a:moveTo>
                  <a:lnTo>
                    <a:pt x="113512" y="204190"/>
                  </a:lnTo>
                  <a:lnTo>
                    <a:pt x="113512" y="237718"/>
                  </a:lnTo>
                  <a:lnTo>
                    <a:pt x="131038" y="237718"/>
                  </a:lnTo>
                  <a:lnTo>
                    <a:pt x="131038" y="204190"/>
                  </a:lnTo>
                  <a:close/>
                </a:path>
                <a:path w="340995" h="485139">
                  <a:moveTo>
                    <a:pt x="131038" y="102108"/>
                  </a:moveTo>
                  <a:lnTo>
                    <a:pt x="131038" y="102108"/>
                  </a:lnTo>
                  <a:lnTo>
                    <a:pt x="86842" y="102108"/>
                  </a:lnTo>
                  <a:lnTo>
                    <a:pt x="86842" y="118872"/>
                  </a:lnTo>
                  <a:lnTo>
                    <a:pt x="113512" y="118872"/>
                  </a:lnTo>
                  <a:lnTo>
                    <a:pt x="113512" y="135636"/>
                  </a:lnTo>
                  <a:lnTo>
                    <a:pt x="131038" y="135636"/>
                  </a:lnTo>
                  <a:lnTo>
                    <a:pt x="131038" y="118872"/>
                  </a:lnTo>
                  <a:lnTo>
                    <a:pt x="131038" y="102108"/>
                  </a:lnTo>
                  <a:close/>
                </a:path>
                <a:path w="340995" h="485139">
                  <a:moveTo>
                    <a:pt x="156946" y="425145"/>
                  </a:moveTo>
                  <a:lnTo>
                    <a:pt x="139420" y="425145"/>
                  </a:lnTo>
                  <a:lnTo>
                    <a:pt x="139420" y="458673"/>
                  </a:lnTo>
                  <a:lnTo>
                    <a:pt x="156946" y="458673"/>
                  </a:lnTo>
                  <a:lnTo>
                    <a:pt x="156946" y="425145"/>
                  </a:lnTo>
                  <a:close/>
                </a:path>
                <a:path w="340995" h="485139">
                  <a:moveTo>
                    <a:pt x="156946" y="323049"/>
                  </a:moveTo>
                  <a:lnTo>
                    <a:pt x="147802" y="323049"/>
                  </a:lnTo>
                  <a:lnTo>
                    <a:pt x="139420" y="323049"/>
                  </a:lnTo>
                  <a:lnTo>
                    <a:pt x="139420" y="314667"/>
                  </a:lnTo>
                  <a:lnTo>
                    <a:pt x="131038" y="314667"/>
                  </a:lnTo>
                  <a:lnTo>
                    <a:pt x="131038" y="305523"/>
                  </a:lnTo>
                  <a:lnTo>
                    <a:pt x="113512" y="305523"/>
                  </a:lnTo>
                  <a:lnTo>
                    <a:pt x="113512" y="314667"/>
                  </a:lnTo>
                  <a:lnTo>
                    <a:pt x="113512" y="331431"/>
                  </a:lnTo>
                  <a:lnTo>
                    <a:pt x="121894" y="331431"/>
                  </a:lnTo>
                  <a:lnTo>
                    <a:pt x="121894" y="339813"/>
                  </a:lnTo>
                  <a:lnTo>
                    <a:pt x="131038" y="339813"/>
                  </a:lnTo>
                  <a:lnTo>
                    <a:pt x="139420" y="339813"/>
                  </a:lnTo>
                  <a:lnTo>
                    <a:pt x="139420" y="356577"/>
                  </a:lnTo>
                  <a:lnTo>
                    <a:pt x="156946" y="356577"/>
                  </a:lnTo>
                  <a:lnTo>
                    <a:pt x="156946" y="339813"/>
                  </a:lnTo>
                  <a:lnTo>
                    <a:pt x="156946" y="323049"/>
                  </a:lnTo>
                  <a:close/>
                </a:path>
                <a:path w="340995" h="485139">
                  <a:moveTo>
                    <a:pt x="182854" y="450278"/>
                  </a:moveTo>
                  <a:lnTo>
                    <a:pt x="165328" y="450278"/>
                  </a:lnTo>
                  <a:lnTo>
                    <a:pt x="165328" y="467042"/>
                  </a:lnTo>
                  <a:lnTo>
                    <a:pt x="156946" y="467042"/>
                  </a:lnTo>
                  <a:lnTo>
                    <a:pt x="147802" y="467042"/>
                  </a:lnTo>
                  <a:lnTo>
                    <a:pt x="139420" y="467042"/>
                  </a:lnTo>
                  <a:lnTo>
                    <a:pt x="139420" y="484568"/>
                  </a:lnTo>
                  <a:lnTo>
                    <a:pt x="182854" y="484568"/>
                  </a:lnTo>
                  <a:lnTo>
                    <a:pt x="182854" y="467042"/>
                  </a:lnTo>
                  <a:lnTo>
                    <a:pt x="182854" y="450278"/>
                  </a:lnTo>
                  <a:close/>
                </a:path>
                <a:path w="340995" h="485139">
                  <a:moveTo>
                    <a:pt x="182854" y="348195"/>
                  </a:moveTo>
                  <a:lnTo>
                    <a:pt x="165328" y="348195"/>
                  </a:lnTo>
                  <a:lnTo>
                    <a:pt x="165328" y="382485"/>
                  </a:lnTo>
                  <a:lnTo>
                    <a:pt x="182854" y="382485"/>
                  </a:lnTo>
                  <a:lnTo>
                    <a:pt x="182854" y="348195"/>
                  </a:lnTo>
                  <a:close/>
                </a:path>
                <a:path w="340995" h="485139">
                  <a:moveTo>
                    <a:pt x="191985" y="246100"/>
                  </a:moveTo>
                  <a:lnTo>
                    <a:pt x="174459" y="246100"/>
                  </a:lnTo>
                  <a:lnTo>
                    <a:pt x="174459" y="280390"/>
                  </a:lnTo>
                  <a:lnTo>
                    <a:pt x="191985" y="280390"/>
                  </a:lnTo>
                  <a:lnTo>
                    <a:pt x="191985" y="246100"/>
                  </a:lnTo>
                  <a:close/>
                </a:path>
                <a:path w="340995" h="485139">
                  <a:moveTo>
                    <a:pt x="200367" y="178295"/>
                  </a:moveTo>
                  <a:lnTo>
                    <a:pt x="182841" y="178295"/>
                  </a:lnTo>
                  <a:lnTo>
                    <a:pt x="182841" y="195059"/>
                  </a:lnTo>
                  <a:lnTo>
                    <a:pt x="174459" y="195059"/>
                  </a:lnTo>
                  <a:lnTo>
                    <a:pt x="174459" y="212585"/>
                  </a:lnTo>
                  <a:lnTo>
                    <a:pt x="182841" y="212585"/>
                  </a:lnTo>
                  <a:lnTo>
                    <a:pt x="191985" y="212585"/>
                  </a:lnTo>
                  <a:lnTo>
                    <a:pt x="200367" y="212585"/>
                  </a:lnTo>
                  <a:lnTo>
                    <a:pt x="200367" y="195059"/>
                  </a:lnTo>
                  <a:lnTo>
                    <a:pt x="200367" y="178295"/>
                  </a:lnTo>
                  <a:close/>
                </a:path>
                <a:path w="340995" h="485139">
                  <a:moveTo>
                    <a:pt x="217893" y="118872"/>
                  </a:moveTo>
                  <a:lnTo>
                    <a:pt x="200367" y="118872"/>
                  </a:lnTo>
                  <a:lnTo>
                    <a:pt x="200367" y="135623"/>
                  </a:lnTo>
                  <a:lnTo>
                    <a:pt x="191985" y="135623"/>
                  </a:lnTo>
                  <a:lnTo>
                    <a:pt x="191985" y="153149"/>
                  </a:lnTo>
                  <a:lnTo>
                    <a:pt x="200367" y="153149"/>
                  </a:lnTo>
                  <a:lnTo>
                    <a:pt x="217893" y="153162"/>
                  </a:lnTo>
                  <a:lnTo>
                    <a:pt x="217893" y="135623"/>
                  </a:lnTo>
                  <a:lnTo>
                    <a:pt x="217893" y="118872"/>
                  </a:lnTo>
                  <a:close/>
                </a:path>
                <a:path w="340995" h="485139">
                  <a:moveTo>
                    <a:pt x="262077" y="0"/>
                  </a:moveTo>
                  <a:lnTo>
                    <a:pt x="262077" y="0"/>
                  </a:lnTo>
                  <a:lnTo>
                    <a:pt x="217893" y="0"/>
                  </a:lnTo>
                  <a:lnTo>
                    <a:pt x="217893" y="8382"/>
                  </a:lnTo>
                  <a:lnTo>
                    <a:pt x="217893" y="16764"/>
                  </a:lnTo>
                  <a:lnTo>
                    <a:pt x="217893" y="25146"/>
                  </a:lnTo>
                  <a:lnTo>
                    <a:pt x="209511" y="25146"/>
                  </a:lnTo>
                  <a:lnTo>
                    <a:pt x="209511" y="42672"/>
                  </a:lnTo>
                  <a:lnTo>
                    <a:pt x="209511" y="51054"/>
                  </a:lnTo>
                  <a:lnTo>
                    <a:pt x="227037" y="51054"/>
                  </a:lnTo>
                  <a:lnTo>
                    <a:pt x="227037" y="42672"/>
                  </a:lnTo>
                  <a:lnTo>
                    <a:pt x="235419" y="42672"/>
                  </a:lnTo>
                  <a:lnTo>
                    <a:pt x="235419" y="25146"/>
                  </a:lnTo>
                  <a:lnTo>
                    <a:pt x="235419" y="16764"/>
                  </a:lnTo>
                  <a:lnTo>
                    <a:pt x="244551" y="16764"/>
                  </a:lnTo>
                  <a:lnTo>
                    <a:pt x="244551" y="33528"/>
                  </a:lnTo>
                  <a:lnTo>
                    <a:pt x="262077" y="33528"/>
                  </a:lnTo>
                  <a:lnTo>
                    <a:pt x="262077" y="16764"/>
                  </a:lnTo>
                  <a:lnTo>
                    <a:pt x="262077" y="0"/>
                  </a:lnTo>
                  <a:close/>
                </a:path>
                <a:path w="340995" h="485139">
                  <a:moveTo>
                    <a:pt x="296367" y="67805"/>
                  </a:moveTo>
                  <a:lnTo>
                    <a:pt x="296367" y="67805"/>
                  </a:lnTo>
                  <a:lnTo>
                    <a:pt x="252933" y="67805"/>
                  </a:lnTo>
                  <a:lnTo>
                    <a:pt x="252933" y="84569"/>
                  </a:lnTo>
                  <a:lnTo>
                    <a:pt x="262077" y="84569"/>
                  </a:lnTo>
                  <a:lnTo>
                    <a:pt x="270459" y="84569"/>
                  </a:lnTo>
                  <a:lnTo>
                    <a:pt x="279603" y="84569"/>
                  </a:lnTo>
                  <a:lnTo>
                    <a:pt x="279603" y="102108"/>
                  </a:lnTo>
                  <a:lnTo>
                    <a:pt x="296367" y="102108"/>
                  </a:lnTo>
                  <a:lnTo>
                    <a:pt x="296367" y="84569"/>
                  </a:lnTo>
                  <a:lnTo>
                    <a:pt x="296367" y="67805"/>
                  </a:lnTo>
                  <a:close/>
                </a:path>
                <a:path w="340995" h="485139">
                  <a:moveTo>
                    <a:pt x="305511" y="204190"/>
                  </a:moveTo>
                  <a:lnTo>
                    <a:pt x="296367" y="169913"/>
                  </a:lnTo>
                  <a:lnTo>
                    <a:pt x="279603" y="161531"/>
                  </a:lnTo>
                  <a:lnTo>
                    <a:pt x="287985" y="195059"/>
                  </a:lnTo>
                  <a:lnTo>
                    <a:pt x="305511" y="204190"/>
                  </a:lnTo>
                  <a:close/>
                </a:path>
                <a:path w="340995" h="485139">
                  <a:moveTo>
                    <a:pt x="340550" y="288759"/>
                  </a:moveTo>
                  <a:lnTo>
                    <a:pt x="331419" y="288759"/>
                  </a:lnTo>
                  <a:lnTo>
                    <a:pt x="323037" y="288759"/>
                  </a:lnTo>
                  <a:lnTo>
                    <a:pt x="313893" y="288759"/>
                  </a:lnTo>
                  <a:lnTo>
                    <a:pt x="313893" y="280377"/>
                  </a:lnTo>
                  <a:lnTo>
                    <a:pt x="305511" y="280377"/>
                  </a:lnTo>
                  <a:lnTo>
                    <a:pt x="305511" y="272008"/>
                  </a:lnTo>
                  <a:lnTo>
                    <a:pt x="287985" y="272008"/>
                  </a:lnTo>
                  <a:lnTo>
                    <a:pt x="287985" y="280377"/>
                  </a:lnTo>
                  <a:lnTo>
                    <a:pt x="287985" y="297141"/>
                  </a:lnTo>
                  <a:lnTo>
                    <a:pt x="296367" y="297154"/>
                  </a:lnTo>
                  <a:lnTo>
                    <a:pt x="296367" y="305523"/>
                  </a:lnTo>
                  <a:lnTo>
                    <a:pt x="305511" y="305523"/>
                  </a:lnTo>
                  <a:lnTo>
                    <a:pt x="313880" y="305523"/>
                  </a:lnTo>
                  <a:lnTo>
                    <a:pt x="340550" y="305523"/>
                  </a:lnTo>
                  <a:lnTo>
                    <a:pt x="340550" y="288759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41342" y="1948090"/>
              <a:ext cx="349885" cy="519430"/>
            </a:xfrm>
            <a:custGeom>
              <a:avLst/>
              <a:gdLst/>
              <a:ahLst/>
              <a:cxnLst/>
              <a:rect l="l" t="t" r="r" b="b"/>
              <a:pathLst>
                <a:path w="349885" h="519430">
                  <a:moveTo>
                    <a:pt x="113525" y="408381"/>
                  </a:moveTo>
                  <a:lnTo>
                    <a:pt x="113525" y="408381"/>
                  </a:lnTo>
                  <a:lnTo>
                    <a:pt x="25908" y="408381"/>
                  </a:lnTo>
                  <a:lnTo>
                    <a:pt x="19621" y="433514"/>
                  </a:lnTo>
                  <a:lnTo>
                    <a:pt x="17526" y="433514"/>
                  </a:lnTo>
                  <a:lnTo>
                    <a:pt x="8382" y="433514"/>
                  </a:lnTo>
                  <a:lnTo>
                    <a:pt x="0" y="433514"/>
                  </a:lnTo>
                  <a:lnTo>
                    <a:pt x="0" y="450278"/>
                  </a:lnTo>
                  <a:lnTo>
                    <a:pt x="8382" y="450278"/>
                  </a:lnTo>
                  <a:lnTo>
                    <a:pt x="17526" y="450278"/>
                  </a:lnTo>
                  <a:lnTo>
                    <a:pt x="25908" y="450278"/>
                  </a:lnTo>
                  <a:lnTo>
                    <a:pt x="35052" y="450278"/>
                  </a:lnTo>
                  <a:lnTo>
                    <a:pt x="41325" y="425145"/>
                  </a:lnTo>
                  <a:lnTo>
                    <a:pt x="95999" y="425145"/>
                  </a:lnTo>
                  <a:lnTo>
                    <a:pt x="95999" y="441909"/>
                  </a:lnTo>
                  <a:lnTo>
                    <a:pt x="113525" y="441909"/>
                  </a:lnTo>
                  <a:lnTo>
                    <a:pt x="113525" y="425145"/>
                  </a:lnTo>
                  <a:lnTo>
                    <a:pt x="113525" y="408381"/>
                  </a:lnTo>
                  <a:close/>
                </a:path>
                <a:path w="349885" h="519430">
                  <a:moveTo>
                    <a:pt x="148577" y="484568"/>
                  </a:moveTo>
                  <a:lnTo>
                    <a:pt x="131051" y="484568"/>
                  </a:lnTo>
                  <a:lnTo>
                    <a:pt x="113525" y="476186"/>
                  </a:lnTo>
                  <a:lnTo>
                    <a:pt x="115620" y="484568"/>
                  </a:lnTo>
                  <a:lnTo>
                    <a:pt x="104381" y="484568"/>
                  </a:lnTo>
                  <a:lnTo>
                    <a:pt x="104381" y="501332"/>
                  </a:lnTo>
                  <a:lnTo>
                    <a:pt x="119811" y="501332"/>
                  </a:lnTo>
                  <a:lnTo>
                    <a:pt x="121907" y="509701"/>
                  </a:lnTo>
                  <a:lnTo>
                    <a:pt x="121907" y="518845"/>
                  </a:lnTo>
                  <a:lnTo>
                    <a:pt x="131051" y="518845"/>
                  </a:lnTo>
                  <a:lnTo>
                    <a:pt x="148577" y="518858"/>
                  </a:lnTo>
                  <a:lnTo>
                    <a:pt x="148577" y="501319"/>
                  </a:lnTo>
                  <a:lnTo>
                    <a:pt x="148577" y="484568"/>
                  </a:lnTo>
                  <a:close/>
                </a:path>
                <a:path w="349885" h="519430">
                  <a:moveTo>
                    <a:pt x="148577" y="382473"/>
                  </a:moveTo>
                  <a:lnTo>
                    <a:pt x="131051" y="382473"/>
                  </a:lnTo>
                  <a:lnTo>
                    <a:pt x="131051" y="416763"/>
                  </a:lnTo>
                  <a:lnTo>
                    <a:pt x="148577" y="416763"/>
                  </a:lnTo>
                  <a:lnTo>
                    <a:pt x="148577" y="382473"/>
                  </a:lnTo>
                  <a:close/>
                </a:path>
                <a:path w="349885" h="519430">
                  <a:moveTo>
                    <a:pt x="148577" y="280377"/>
                  </a:moveTo>
                  <a:lnTo>
                    <a:pt x="131051" y="280377"/>
                  </a:lnTo>
                  <a:lnTo>
                    <a:pt x="131051" y="314667"/>
                  </a:lnTo>
                  <a:lnTo>
                    <a:pt x="148577" y="314667"/>
                  </a:lnTo>
                  <a:lnTo>
                    <a:pt x="148577" y="280377"/>
                  </a:lnTo>
                  <a:close/>
                </a:path>
                <a:path w="349885" h="519430">
                  <a:moveTo>
                    <a:pt x="148577" y="178282"/>
                  </a:moveTo>
                  <a:lnTo>
                    <a:pt x="131051" y="178282"/>
                  </a:lnTo>
                  <a:lnTo>
                    <a:pt x="131051" y="212572"/>
                  </a:lnTo>
                  <a:lnTo>
                    <a:pt x="148577" y="212572"/>
                  </a:lnTo>
                  <a:lnTo>
                    <a:pt x="148577" y="178282"/>
                  </a:lnTo>
                  <a:close/>
                </a:path>
                <a:path w="349885" h="519430">
                  <a:moveTo>
                    <a:pt x="166103" y="93713"/>
                  </a:moveTo>
                  <a:lnTo>
                    <a:pt x="148577" y="93713"/>
                  </a:lnTo>
                  <a:lnTo>
                    <a:pt x="148577" y="110477"/>
                  </a:lnTo>
                  <a:lnTo>
                    <a:pt x="139433" y="110477"/>
                  </a:lnTo>
                  <a:lnTo>
                    <a:pt x="131051" y="110477"/>
                  </a:lnTo>
                  <a:lnTo>
                    <a:pt x="131051" y="128003"/>
                  </a:lnTo>
                  <a:lnTo>
                    <a:pt x="139433" y="128003"/>
                  </a:lnTo>
                  <a:lnTo>
                    <a:pt x="148577" y="128003"/>
                  </a:lnTo>
                  <a:lnTo>
                    <a:pt x="156959" y="128003"/>
                  </a:lnTo>
                  <a:lnTo>
                    <a:pt x="166103" y="128003"/>
                  </a:lnTo>
                  <a:lnTo>
                    <a:pt x="166103" y="110477"/>
                  </a:lnTo>
                  <a:lnTo>
                    <a:pt x="166103" y="93713"/>
                  </a:lnTo>
                  <a:close/>
                </a:path>
                <a:path w="349885" h="519430">
                  <a:moveTo>
                    <a:pt x="209537" y="0"/>
                  </a:moveTo>
                  <a:lnTo>
                    <a:pt x="209537" y="0"/>
                  </a:lnTo>
                  <a:lnTo>
                    <a:pt x="148564" y="0"/>
                  </a:lnTo>
                  <a:lnTo>
                    <a:pt x="148564" y="17526"/>
                  </a:lnTo>
                  <a:lnTo>
                    <a:pt x="148577" y="25908"/>
                  </a:lnTo>
                  <a:lnTo>
                    <a:pt x="166103" y="25908"/>
                  </a:lnTo>
                  <a:lnTo>
                    <a:pt x="166103" y="17526"/>
                  </a:lnTo>
                  <a:lnTo>
                    <a:pt x="174472" y="17526"/>
                  </a:lnTo>
                  <a:lnTo>
                    <a:pt x="183616" y="17526"/>
                  </a:lnTo>
                  <a:lnTo>
                    <a:pt x="192011" y="17526"/>
                  </a:lnTo>
                  <a:lnTo>
                    <a:pt x="192011" y="34290"/>
                  </a:lnTo>
                  <a:lnTo>
                    <a:pt x="209537" y="34290"/>
                  </a:lnTo>
                  <a:lnTo>
                    <a:pt x="209537" y="17526"/>
                  </a:lnTo>
                  <a:lnTo>
                    <a:pt x="209537" y="0"/>
                  </a:lnTo>
                  <a:close/>
                </a:path>
                <a:path w="349885" h="519430">
                  <a:moveTo>
                    <a:pt x="244589" y="195795"/>
                  </a:moveTo>
                  <a:lnTo>
                    <a:pt x="227063" y="195795"/>
                  </a:lnTo>
                  <a:lnTo>
                    <a:pt x="227063" y="229323"/>
                  </a:lnTo>
                  <a:lnTo>
                    <a:pt x="244589" y="229323"/>
                  </a:lnTo>
                  <a:lnTo>
                    <a:pt x="244589" y="195795"/>
                  </a:lnTo>
                  <a:close/>
                </a:path>
                <a:path w="349885" h="519430">
                  <a:moveTo>
                    <a:pt x="244589" y="93713"/>
                  </a:moveTo>
                  <a:lnTo>
                    <a:pt x="244589" y="93713"/>
                  </a:lnTo>
                  <a:lnTo>
                    <a:pt x="201155" y="93713"/>
                  </a:lnTo>
                  <a:lnTo>
                    <a:pt x="201155" y="102095"/>
                  </a:lnTo>
                  <a:lnTo>
                    <a:pt x="201155" y="110477"/>
                  </a:lnTo>
                  <a:lnTo>
                    <a:pt x="209537" y="110477"/>
                  </a:lnTo>
                  <a:lnTo>
                    <a:pt x="218681" y="110477"/>
                  </a:lnTo>
                  <a:lnTo>
                    <a:pt x="227063" y="110477"/>
                  </a:lnTo>
                  <a:lnTo>
                    <a:pt x="227063" y="128003"/>
                  </a:lnTo>
                  <a:lnTo>
                    <a:pt x="244589" y="128003"/>
                  </a:lnTo>
                  <a:lnTo>
                    <a:pt x="244589" y="110477"/>
                  </a:lnTo>
                  <a:lnTo>
                    <a:pt x="244589" y="93713"/>
                  </a:lnTo>
                  <a:close/>
                </a:path>
                <a:path w="349885" h="519430">
                  <a:moveTo>
                    <a:pt x="305536" y="357327"/>
                  </a:moveTo>
                  <a:lnTo>
                    <a:pt x="297154" y="357327"/>
                  </a:lnTo>
                  <a:lnTo>
                    <a:pt x="288010" y="357327"/>
                  </a:lnTo>
                  <a:lnTo>
                    <a:pt x="279628" y="357327"/>
                  </a:lnTo>
                  <a:lnTo>
                    <a:pt x="277380" y="357327"/>
                  </a:lnTo>
                  <a:lnTo>
                    <a:pt x="270484" y="331431"/>
                  </a:lnTo>
                  <a:lnTo>
                    <a:pt x="252958" y="323049"/>
                  </a:lnTo>
                  <a:lnTo>
                    <a:pt x="255193" y="331431"/>
                  </a:lnTo>
                  <a:lnTo>
                    <a:pt x="252958" y="331431"/>
                  </a:lnTo>
                  <a:lnTo>
                    <a:pt x="244589" y="331431"/>
                  </a:lnTo>
                  <a:lnTo>
                    <a:pt x="244589" y="297903"/>
                  </a:lnTo>
                  <a:lnTo>
                    <a:pt x="227063" y="297903"/>
                  </a:lnTo>
                  <a:lnTo>
                    <a:pt x="227063" y="331431"/>
                  </a:lnTo>
                  <a:lnTo>
                    <a:pt x="227050" y="348957"/>
                  </a:lnTo>
                  <a:lnTo>
                    <a:pt x="236194" y="348957"/>
                  </a:lnTo>
                  <a:lnTo>
                    <a:pt x="244576" y="348957"/>
                  </a:lnTo>
                  <a:lnTo>
                    <a:pt x="252958" y="348957"/>
                  </a:lnTo>
                  <a:lnTo>
                    <a:pt x="259867" y="348957"/>
                  </a:lnTo>
                  <a:lnTo>
                    <a:pt x="262102" y="357327"/>
                  </a:lnTo>
                  <a:lnTo>
                    <a:pt x="262102" y="374091"/>
                  </a:lnTo>
                  <a:lnTo>
                    <a:pt x="270484" y="374091"/>
                  </a:lnTo>
                  <a:lnTo>
                    <a:pt x="279628" y="374091"/>
                  </a:lnTo>
                  <a:lnTo>
                    <a:pt x="288010" y="374091"/>
                  </a:lnTo>
                  <a:lnTo>
                    <a:pt x="288010" y="390855"/>
                  </a:lnTo>
                  <a:lnTo>
                    <a:pt x="305536" y="390855"/>
                  </a:lnTo>
                  <a:lnTo>
                    <a:pt x="305536" y="374091"/>
                  </a:lnTo>
                  <a:lnTo>
                    <a:pt x="305536" y="357327"/>
                  </a:lnTo>
                  <a:close/>
                </a:path>
                <a:path w="349885" h="519430">
                  <a:moveTo>
                    <a:pt x="349719" y="408381"/>
                  </a:moveTo>
                  <a:lnTo>
                    <a:pt x="349719" y="408381"/>
                  </a:lnTo>
                  <a:lnTo>
                    <a:pt x="288010" y="408381"/>
                  </a:lnTo>
                  <a:lnTo>
                    <a:pt x="288010" y="425145"/>
                  </a:lnTo>
                  <a:lnTo>
                    <a:pt x="349719" y="425145"/>
                  </a:lnTo>
                  <a:lnTo>
                    <a:pt x="349719" y="408381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73536" y="2092845"/>
              <a:ext cx="78740" cy="280670"/>
            </a:xfrm>
            <a:custGeom>
              <a:avLst/>
              <a:gdLst/>
              <a:ahLst/>
              <a:cxnLst/>
              <a:rect l="l" t="t" r="r" b="b"/>
              <a:pathLst>
                <a:path w="78739" h="280669">
                  <a:moveTo>
                    <a:pt x="35052" y="246100"/>
                  </a:moveTo>
                  <a:lnTo>
                    <a:pt x="17526" y="246100"/>
                  </a:lnTo>
                  <a:lnTo>
                    <a:pt x="17526" y="263626"/>
                  </a:lnTo>
                  <a:lnTo>
                    <a:pt x="8382" y="263626"/>
                  </a:lnTo>
                  <a:lnTo>
                    <a:pt x="0" y="263626"/>
                  </a:lnTo>
                  <a:lnTo>
                    <a:pt x="0" y="280390"/>
                  </a:lnTo>
                  <a:lnTo>
                    <a:pt x="8382" y="280390"/>
                  </a:lnTo>
                  <a:lnTo>
                    <a:pt x="17526" y="280390"/>
                  </a:lnTo>
                  <a:lnTo>
                    <a:pt x="25908" y="280390"/>
                  </a:lnTo>
                  <a:lnTo>
                    <a:pt x="35052" y="280390"/>
                  </a:lnTo>
                  <a:lnTo>
                    <a:pt x="35052" y="263626"/>
                  </a:lnTo>
                  <a:lnTo>
                    <a:pt x="35052" y="246100"/>
                  </a:lnTo>
                  <a:close/>
                </a:path>
                <a:path w="78739" h="280669">
                  <a:moveTo>
                    <a:pt x="43434" y="144005"/>
                  </a:moveTo>
                  <a:lnTo>
                    <a:pt x="25908" y="135623"/>
                  </a:lnTo>
                  <a:lnTo>
                    <a:pt x="17526" y="169913"/>
                  </a:lnTo>
                  <a:lnTo>
                    <a:pt x="35052" y="178295"/>
                  </a:lnTo>
                  <a:lnTo>
                    <a:pt x="43434" y="144005"/>
                  </a:lnTo>
                  <a:close/>
                </a:path>
                <a:path w="78739" h="280669">
                  <a:moveTo>
                    <a:pt x="60960" y="25146"/>
                  </a:moveTo>
                  <a:lnTo>
                    <a:pt x="43434" y="16764"/>
                  </a:lnTo>
                  <a:lnTo>
                    <a:pt x="37096" y="42672"/>
                  </a:lnTo>
                  <a:lnTo>
                    <a:pt x="25908" y="42672"/>
                  </a:lnTo>
                  <a:lnTo>
                    <a:pt x="25908" y="59436"/>
                  </a:lnTo>
                  <a:lnTo>
                    <a:pt x="25908" y="76200"/>
                  </a:lnTo>
                  <a:lnTo>
                    <a:pt x="43434" y="76200"/>
                  </a:lnTo>
                  <a:lnTo>
                    <a:pt x="43434" y="59436"/>
                  </a:lnTo>
                  <a:lnTo>
                    <a:pt x="51816" y="59436"/>
                  </a:lnTo>
                  <a:lnTo>
                    <a:pt x="60960" y="25146"/>
                  </a:lnTo>
                  <a:close/>
                </a:path>
                <a:path w="78739" h="280669">
                  <a:moveTo>
                    <a:pt x="78473" y="0"/>
                  </a:moveTo>
                  <a:lnTo>
                    <a:pt x="78473" y="0"/>
                  </a:lnTo>
                  <a:lnTo>
                    <a:pt x="43421" y="0"/>
                  </a:lnTo>
                  <a:lnTo>
                    <a:pt x="43421" y="16764"/>
                  </a:lnTo>
                  <a:lnTo>
                    <a:pt x="78473" y="16764"/>
                  </a:lnTo>
                  <a:lnTo>
                    <a:pt x="78473" y="0"/>
                  </a:lnTo>
                  <a:close/>
                </a:path>
              </a:pathLst>
            </a:custGeom>
            <a:solidFill>
              <a:srgbClr val="0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37883" y="4006374"/>
            <a:ext cx="1130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5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0265" y="3547717"/>
            <a:ext cx="2006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2646" y="3080679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2646" y="2621259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150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2646" y="2154221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200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2646" y="1695565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250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2646" y="1227761"/>
            <a:ext cx="2882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300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12349" y="4236472"/>
            <a:ext cx="1130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5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98217" y="4236472"/>
            <a:ext cx="2000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26880" y="4162666"/>
            <a:ext cx="1135380" cy="6254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641985" algn="l"/>
              </a:tabLst>
            </a:pPr>
            <a:r>
              <a:rPr sz="1200" b="1" spc="-25" dirty="0">
                <a:latin typeface="Arial"/>
                <a:cs typeface="Arial"/>
              </a:rPr>
              <a:t>20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1" spc="-25" dirty="0"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775"/>
              </a:spcBef>
            </a:pPr>
            <a:r>
              <a:rPr sz="1600" b="1" dirty="0">
                <a:latin typeface="Arial"/>
                <a:cs typeface="Arial"/>
              </a:rPr>
              <a:t>Time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Arial"/>
                <a:cs typeface="Arial"/>
              </a:rPr>
              <a:t>(min)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85717" y="4236472"/>
            <a:ext cx="2000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14380" y="4236472"/>
            <a:ext cx="2000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43044" y="4236472"/>
            <a:ext cx="2006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latin typeface="Arial"/>
                <a:cs typeface="Arial"/>
              </a:rPr>
              <a:t>60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01020" y="893685"/>
            <a:ext cx="3286125" cy="383857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9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Experiment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9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2</a:t>
            </a:r>
            <a:r>
              <a:rPr sz="16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VMs,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256</a:t>
            </a:r>
            <a:r>
              <a:rPr sz="16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MB,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same</a:t>
            </a:r>
            <a:r>
              <a:rPr sz="16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shares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VM1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:</a:t>
            </a:r>
            <a:r>
              <a:rPr sz="16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Windows</a:t>
            </a:r>
            <a:r>
              <a:rPr sz="16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boot+idle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359663"/>
                </a:solidFill>
                <a:latin typeface="Arial"/>
                <a:cs typeface="Arial"/>
              </a:rPr>
              <a:t>VM2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Linux</a:t>
            </a:r>
            <a:r>
              <a:rPr sz="16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boot+dbench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Solid:</a:t>
            </a:r>
            <a:r>
              <a:rPr sz="16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usage,</a:t>
            </a:r>
            <a:r>
              <a:rPr sz="1600" spc="-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10000"/>
                </a:solidFill>
                <a:latin typeface="Arial"/>
                <a:cs typeface="Arial"/>
              </a:rPr>
              <a:t>Ootted:</a:t>
            </a:r>
            <a:r>
              <a:rPr sz="1600" spc="-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10000"/>
                </a:solidFill>
                <a:latin typeface="Arial"/>
                <a:cs typeface="Arial"/>
              </a:rPr>
              <a:t>active</a:t>
            </a:r>
            <a:endParaRPr sz="16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30"/>
              </a:spcBef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6396C9"/>
                </a:solidFill>
                <a:latin typeface="Arial"/>
                <a:cs typeface="Arial"/>
              </a:rPr>
              <a:t>Change</a:t>
            </a:r>
            <a:r>
              <a:rPr sz="2200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396C9"/>
                </a:solidFill>
                <a:latin typeface="Arial"/>
                <a:cs typeface="Arial"/>
              </a:rPr>
              <a:t>tax</a:t>
            </a:r>
            <a:r>
              <a:rPr sz="2200" dirty="0">
                <a:solidFill>
                  <a:srgbClr val="6396C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6396C9"/>
                </a:solidFill>
                <a:latin typeface="Arial"/>
                <a:cs typeface="Arial"/>
              </a:rPr>
              <a:t>rate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latin typeface="Arial"/>
                <a:cs typeface="Arial"/>
              </a:rPr>
              <a:t>After: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high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Arial"/>
                <a:cs typeface="Arial"/>
              </a:rPr>
              <a:t>tax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1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latin typeface="Arial"/>
                <a:cs typeface="Arial"/>
              </a:rPr>
              <a:t>Redistribute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VM1</a:t>
            </a:r>
            <a:r>
              <a:rPr sz="1600" spc="20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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359635"/>
                </a:solidFill>
                <a:latin typeface="Arial"/>
                <a:cs typeface="Arial"/>
              </a:rPr>
              <a:t>VM2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5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C50000"/>
                </a:solidFill>
                <a:latin typeface="Arial"/>
                <a:cs typeface="Arial"/>
              </a:rPr>
              <a:t>VM1</a:t>
            </a:r>
            <a:r>
              <a:rPr sz="1600" spc="25" dirty="0">
                <a:solidFill>
                  <a:srgbClr val="C5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reduced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min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Arial"/>
                <a:cs typeface="Arial"/>
              </a:rPr>
              <a:t>size</a:t>
            </a:r>
            <a:endParaRPr sz="16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78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600" dirty="0">
                <a:solidFill>
                  <a:srgbClr val="359635"/>
                </a:solidFill>
                <a:latin typeface="Arial"/>
                <a:cs typeface="Arial"/>
              </a:rPr>
              <a:t>VM2</a:t>
            </a:r>
            <a:r>
              <a:rPr sz="1600" spc="10" dirty="0">
                <a:solidFill>
                  <a:srgbClr val="359635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throughput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improves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Arial"/>
                <a:cs typeface="Arial"/>
              </a:rPr>
              <a:t>30%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1833" y="2064987"/>
            <a:ext cx="252729" cy="13157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dirty="0">
                <a:latin typeface="Arial"/>
                <a:cs typeface="Arial"/>
              </a:rPr>
              <a:t>Memory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Arial"/>
                <a:cs typeface="Arial"/>
              </a:rPr>
              <a:t>(MB)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209005" y="1369057"/>
            <a:ext cx="0" cy="2738755"/>
          </a:xfrm>
          <a:custGeom>
            <a:avLst/>
            <a:gdLst/>
            <a:ahLst/>
            <a:cxnLst/>
            <a:rect l="l" t="t" r="r" b="b"/>
            <a:pathLst>
              <a:path h="2738754">
                <a:moveTo>
                  <a:pt x="0" y="0"/>
                </a:moveTo>
                <a:lnTo>
                  <a:pt x="0" y="2738223"/>
                </a:lnTo>
              </a:path>
            </a:pathLst>
          </a:custGeom>
          <a:ln w="19050">
            <a:solidFill>
              <a:srgbClr val="6396C9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Dynamic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0" dirty="0"/>
              <a:t>Reallocation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5770"/>
            <a:ext cx="5281930" cy="373507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4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Reallocation</a:t>
            </a:r>
            <a:r>
              <a:rPr sz="22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events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Enforcing</a:t>
            </a:r>
            <a:r>
              <a:rPr sz="22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target</a:t>
            </a:r>
            <a:r>
              <a:rPr sz="22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allocations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Ballooning: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common-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case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optimization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Swapping:</a:t>
            </a:r>
            <a:r>
              <a:rPr sz="18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dependable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fallback,</a:t>
            </a:r>
            <a:r>
              <a:rPr sz="1800" spc="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try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sharing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first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Reclamation</a:t>
            </a:r>
            <a:r>
              <a:rPr sz="22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states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High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39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background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sharing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7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Soft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39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mostly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balloon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Hard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39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mostly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10000"/>
                </a:solidFill>
                <a:latin typeface="Arial"/>
                <a:cs typeface="Arial"/>
              </a:rPr>
              <a:t>swap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Low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395" dirty="0">
                <a:solidFill>
                  <a:srgbClr val="010000"/>
                </a:solidFill>
                <a:latin typeface="Arial"/>
                <a:cs typeface="Arial"/>
              </a:rPr>
              <a:t>-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swap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block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VMs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above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target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5118100" cy="412115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Key</a:t>
            </a:r>
            <a:r>
              <a:rPr sz="2200" spc="6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features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Flexible</a:t>
            </a:r>
            <a:r>
              <a:rPr sz="1800" spc="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dynamic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partitioning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Efficient</a:t>
            </a:r>
            <a:r>
              <a:rPr sz="1800" spc="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support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for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overcommitted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workloads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Novel</a:t>
            </a:r>
            <a:r>
              <a:rPr sz="22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mechanisms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Ballooning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leverages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guest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OS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algorithms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Content-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based</a:t>
            </a:r>
            <a:r>
              <a:rPr sz="1800" spc="4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r>
              <a:rPr sz="1800" spc="5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sharing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Statistical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working-set</a:t>
            </a:r>
            <a:r>
              <a:rPr sz="1800" spc="2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estimation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integrated</a:t>
            </a:r>
            <a:r>
              <a:rPr sz="2200" spc="15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policies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Proportional-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sharing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with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idle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10000"/>
                </a:solidFill>
                <a:latin typeface="Arial"/>
                <a:cs typeface="Arial"/>
              </a:rPr>
              <a:t>tax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Oynamic</a:t>
            </a:r>
            <a:r>
              <a:rPr sz="1800" spc="-10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reallocation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I/O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dirty="0"/>
              <a:t>Page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0" dirty="0"/>
              <a:t>Remapping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09" y="1363255"/>
            <a:ext cx="6386830" cy="412115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6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OMA</a:t>
            </a:r>
            <a:r>
              <a:rPr sz="2200" spc="-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from</a:t>
            </a:r>
            <a:r>
              <a:rPr sz="2200" spc="-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"high"</a:t>
            </a:r>
            <a:r>
              <a:rPr sz="2200" spc="-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iA-32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PAE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mode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supports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36-bit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addressing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(up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to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64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10000"/>
                </a:solidFill>
                <a:latin typeface="Arial"/>
                <a:cs typeface="Arial"/>
              </a:rPr>
              <a:t>GB)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Many</a:t>
            </a:r>
            <a:r>
              <a:rPr sz="1800" spc="4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32-bit</a:t>
            </a:r>
            <a:r>
              <a:rPr sz="1800" spc="5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i/O</a:t>
            </a:r>
            <a:r>
              <a:rPr sz="1800" spc="5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devices</a:t>
            </a:r>
            <a:r>
              <a:rPr sz="1800" spc="5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(low</a:t>
            </a:r>
            <a:r>
              <a:rPr sz="1800" spc="4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4</a:t>
            </a:r>
            <a:r>
              <a:rPr sz="1800" spc="5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GB</a:t>
            </a:r>
            <a:r>
              <a:rPr sz="1800" spc="5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only)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VM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may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be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located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anywhere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45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Copy</a:t>
            </a:r>
            <a:r>
              <a:rPr sz="22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when</a:t>
            </a:r>
            <a:r>
              <a:rPr sz="22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necessary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9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Conventional</a:t>
            </a:r>
            <a:r>
              <a:rPr sz="18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approach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0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temporary</a:t>
            </a:r>
            <a:r>
              <a:rPr sz="18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OMA</a:t>
            </a:r>
            <a:r>
              <a:rPr sz="1800" spc="-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"bounce</a:t>
            </a:r>
            <a:r>
              <a:rPr sz="1800" spc="-1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buffer"</a:t>
            </a:r>
            <a:endParaRPr sz="18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1050"/>
              </a:spcBef>
              <a:buClr>
                <a:srgbClr val="6396C9"/>
              </a:buClr>
              <a:buChar char="•"/>
              <a:tabLst>
                <a:tab pos="189865" algn="l"/>
              </a:tabLst>
            </a:pP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Oynamic</a:t>
            </a:r>
            <a:r>
              <a:rPr sz="2200" spc="-5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10000"/>
                </a:solidFill>
                <a:latin typeface="Arial"/>
                <a:cs typeface="Arial"/>
              </a:rPr>
              <a:t>page</a:t>
            </a:r>
            <a:r>
              <a:rPr sz="2200" spc="-4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10000"/>
                </a:solidFill>
                <a:latin typeface="Arial"/>
                <a:cs typeface="Arial"/>
              </a:rPr>
              <a:t>remapping</a:t>
            </a:r>
            <a:endParaRPr sz="22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Keep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copy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statistics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to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identify</a:t>
            </a:r>
            <a:r>
              <a:rPr sz="1800" spc="3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"hot"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pages</a:t>
            </a:r>
            <a:endParaRPr sz="1800">
              <a:latin typeface="Arial"/>
              <a:cs typeface="Arial"/>
            </a:endParaRPr>
          </a:p>
          <a:p>
            <a:pPr marL="481965" lvl="1" indent="-177800">
              <a:lnSpc>
                <a:spcPct val="100000"/>
              </a:lnSpc>
              <a:spcBef>
                <a:spcPts val="865"/>
              </a:spcBef>
              <a:buClr>
                <a:srgbClr val="6396C9"/>
              </a:buClr>
              <a:buChar char="•"/>
              <a:tabLst>
                <a:tab pos="481965" algn="l"/>
              </a:tabLst>
            </a:pP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Transparently</a:t>
            </a:r>
            <a:r>
              <a:rPr sz="1800" spc="2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remap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from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high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to</a:t>
            </a:r>
            <a:r>
              <a:rPr sz="1800" spc="3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10000"/>
                </a:solidFill>
                <a:latin typeface="Arial"/>
                <a:cs typeface="Arial"/>
              </a:rPr>
              <a:t>low</a:t>
            </a:r>
            <a:r>
              <a:rPr sz="1800" spc="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10000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1108</Words>
  <Application>Microsoft Office PowerPoint</Application>
  <PresentationFormat>Custom</PresentationFormat>
  <Paragraphs>307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Narrow</vt:lpstr>
      <vt:lpstr>Calibri</vt:lpstr>
      <vt:lpstr>Symbol</vt:lpstr>
      <vt:lpstr>Times New Roman</vt:lpstr>
      <vt:lpstr>Office Theme</vt:lpstr>
      <vt:lpstr>Memory Resource Management in VMware ESX Server</vt:lpstr>
      <vt:lpstr>Overview</vt:lpstr>
      <vt:lpstr>Motivation</vt:lpstr>
      <vt:lpstr>ESX Server</vt:lpstr>
      <vt:lpstr>Memory Virtualization</vt:lpstr>
      <vt:lpstr>Reclaiming Memory</vt:lpstr>
      <vt:lpstr>Ballooning</vt:lpstr>
      <vt:lpstr>Ballooning Details</vt:lpstr>
      <vt:lpstr>Sharing Memory</vt:lpstr>
      <vt:lpstr>Page Sharing: Scan Candidate PPN</vt:lpstr>
      <vt:lpstr>Page Sharing: Successful Match</vt:lpstr>
      <vt:lpstr>Page Sharing Performance</vt:lpstr>
      <vt:lpstr>Real-World Page Sharing</vt:lpstr>
      <vt:lpstr>Allocation Parameters</vt:lpstr>
      <vt:lpstr>Allocation Policy</vt:lpstr>
      <vt:lpstr>Reclaiming Idle Memory</vt:lpstr>
      <vt:lpstr>Measuring Active Memory</vt:lpstr>
      <vt:lpstr>Idle Memory Tax: 0%</vt:lpstr>
      <vt:lpstr>Idle Memory Tax: 75%</vt:lpstr>
      <vt:lpstr>Dynamic Reallocation</vt:lpstr>
      <vt:lpstr>Conclusions</vt:lpstr>
      <vt:lpstr>I/O Page Remapping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Resource Management in VMware ESX Server</dc:title>
  <dc:creator>Carl Waldspurger</dc:creator>
  <cp:lastModifiedBy>Hoàng Đình Hạnh</cp:lastModifiedBy>
  <cp:revision>1</cp:revision>
  <dcterms:created xsi:type="dcterms:W3CDTF">2025-09-14T03:51:55Z</dcterms:created>
  <dcterms:modified xsi:type="dcterms:W3CDTF">2025-09-14T03:56:19Z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2003-01-14T00:00:00Z</vt:filetime>
  </property>
  <property fmtid="{D5CDD505-2E9C-101B-9397-08002B2CF9AE}" pid="3" name="Creator">
    <vt:lpwstr>Acrobat PDFMaker 5.0 for PowerPoint</vt:lpwstr>
  </property>
  <property fmtid="{D5CDD505-2E9C-101B-9397-08002B2CF9AE}" pid="4" name="LastSaved">
    <vt:filetime>2025-09-14T00:00:00Z</vt:filetime>
  </property>
  <property fmtid="{D5CDD505-2E9C-101B-9397-08002B2CF9AE}" pid="5" name="Producer">
    <vt:lpwstr>Acrobat Distiller 5.0.5 (Windows)</vt:lpwstr>
  </property>
</Properties>
</file>