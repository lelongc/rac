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056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48009-8213-4019-9E92-908677733332}" type="datetimeFigureOut">
              <a:rPr lang="en-US" smtClean="0"/>
              <a:t>14-08-2024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ABB67-8576-4B2B-8571-F964BEF1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6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D40F0-01A8-4D3E-BC7C-E38110895D4D}" type="datetime1">
              <a:rPr lang="en-US" smtClean="0"/>
              <a:t>14-08-2024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A4353-4D52-47E3-9D30-FCDF4DC80AA2}" type="datetime1">
              <a:rPr lang="en-US" smtClean="0"/>
              <a:t>14-08-2024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3FE10-D459-4897-9976-18245285DF04}" type="datetime1">
              <a:rPr lang="en-US" smtClean="0"/>
              <a:t>14-08-2024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F1465-597C-4DE8-B5A5-42082F0AED47}" type="datetime1">
              <a:rPr lang="en-US" smtClean="0"/>
              <a:t>14-08-2024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F4911-430E-4B90-A31A-209240BA33B1}" type="datetime1">
              <a:rPr lang="en-US" smtClean="0"/>
              <a:t>14-08-2024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208" y="2517991"/>
            <a:ext cx="6307541" cy="41008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197" y="148539"/>
            <a:ext cx="11417604" cy="606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841" y="1086052"/>
            <a:ext cx="11325225" cy="4721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5D5AC-4B96-471A-97EF-4D7BFA642E4A}" type="datetime1">
              <a:rPr lang="en-US" smtClean="0"/>
              <a:t>14-08-2024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21537" y="2535173"/>
            <a:ext cx="10676255" cy="142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r>
              <a:rPr sz="4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VÀ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KHẢ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NĂNG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MỞ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RỘNG</a:t>
            </a:r>
            <a:r>
              <a:rPr sz="4000" b="1" spc="-5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DỮ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0" dirty="0">
                <a:solidFill>
                  <a:srgbClr val="CC3300"/>
                </a:solidFill>
                <a:latin typeface="Arial"/>
                <a:cs typeface="Arial"/>
              </a:rPr>
              <a:t>LIỆU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40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F15301-958F-542F-CE8D-DE9BE88666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2963" y="2486990"/>
            <a:ext cx="11202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CHƯƠNG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4: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r>
              <a:rPr sz="4000" b="1" spc="-8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TRONG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DOANH</a:t>
            </a:r>
            <a:r>
              <a:rPr sz="4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CC3300"/>
                </a:solidFill>
                <a:latin typeface="Arial"/>
                <a:cs typeface="Arial"/>
              </a:rPr>
              <a:t>NGHIỆP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7BF9B-D89C-06D5-CE3E-E190081BBD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015">
              <a:lnSpc>
                <a:spcPct val="100000"/>
              </a:lnSpc>
              <a:spcBef>
                <a:spcPts val="100"/>
              </a:spcBef>
            </a:pPr>
            <a:r>
              <a:rPr dirty="0"/>
              <a:t>NỘI </a:t>
            </a:r>
            <a:r>
              <a:rPr spc="-20" dirty="0"/>
              <a:t>DUNG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7679690" cy="3227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305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tế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endParaRPr sz="3200">
              <a:latin typeface="Times New Roman"/>
              <a:cs typeface="Times New Roman"/>
            </a:endParaRPr>
          </a:p>
          <a:p>
            <a:pPr marL="582930" indent="-570230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293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chủ.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5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mạng.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9F7D0-A83B-9EE3-9753-7CABA7E00F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2618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Sau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triển,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rất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thay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đổi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thống,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vận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môi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doanh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nghiệp.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biệt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rất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triển,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như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thay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đổi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biệt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mặt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nghệ.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AC35A-07D2-846A-0FFA-1A59F2AE56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902208"/>
            <a:ext cx="5477256" cy="54757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1554B-2144-DC40-F7DD-65176E7790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7130" cy="3105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báo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Gartner,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Inc.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2023,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tiêu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đám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mây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6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cộng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(Public</a:t>
            </a:r>
            <a:r>
              <a:rPr sz="3200" spc="6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Cloud)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6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thế</a:t>
            </a:r>
            <a:r>
              <a:rPr sz="3200" spc="6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spc="6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tăng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20,7%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đạt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591,8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tỷ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USD,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tăng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mức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490,3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tỷ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đô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2022.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Sau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đại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Covid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19,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30%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khẳng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đưa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sáng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kiến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dài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hạn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đổi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số,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đại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hóa,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trải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nghiệm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dùng.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CA339-B496-0D87-D2BD-B9074BB79D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Khảo</a:t>
            </a:r>
            <a:r>
              <a:rPr spc="145" dirty="0"/>
              <a:t> </a:t>
            </a:r>
            <a:r>
              <a:rPr dirty="0"/>
              <a:t>sát</a:t>
            </a:r>
            <a:r>
              <a:rPr spc="145" dirty="0"/>
              <a:t> </a:t>
            </a:r>
            <a:r>
              <a:rPr dirty="0"/>
              <a:t>về</a:t>
            </a:r>
            <a:r>
              <a:rPr spc="160" dirty="0"/>
              <a:t> </a:t>
            </a:r>
            <a:r>
              <a:rPr dirty="0"/>
              <a:t>cơ</a:t>
            </a:r>
            <a:r>
              <a:rPr spc="155" dirty="0"/>
              <a:t> </a:t>
            </a:r>
            <a:r>
              <a:rPr dirty="0"/>
              <a:t>sở</a:t>
            </a:r>
            <a:r>
              <a:rPr spc="140" dirty="0"/>
              <a:t> </a:t>
            </a:r>
            <a:r>
              <a:rPr dirty="0"/>
              <a:t>hạ</a:t>
            </a:r>
            <a:r>
              <a:rPr spc="165" dirty="0"/>
              <a:t> </a:t>
            </a:r>
            <a:r>
              <a:rPr dirty="0"/>
              <a:t>tầng</a:t>
            </a:r>
            <a:r>
              <a:rPr spc="145" dirty="0"/>
              <a:t> </a:t>
            </a:r>
            <a:r>
              <a:rPr dirty="0"/>
              <a:t>đám</a:t>
            </a:r>
            <a:r>
              <a:rPr spc="140" dirty="0"/>
              <a:t> </a:t>
            </a:r>
            <a:r>
              <a:rPr dirty="0"/>
              <a:t>mây</a:t>
            </a:r>
            <a:r>
              <a:rPr spc="145" dirty="0"/>
              <a:t> </a:t>
            </a:r>
            <a:r>
              <a:rPr dirty="0"/>
              <a:t>năm</a:t>
            </a:r>
            <a:r>
              <a:rPr spc="130" dirty="0"/>
              <a:t> </a:t>
            </a:r>
            <a:r>
              <a:rPr dirty="0"/>
              <a:t>2022</a:t>
            </a:r>
            <a:r>
              <a:rPr spc="145" dirty="0"/>
              <a:t> </a:t>
            </a:r>
            <a:r>
              <a:rPr dirty="0"/>
              <a:t>của</a:t>
            </a:r>
            <a:r>
              <a:rPr spc="150" dirty="0"/>
              <a:t> </a:t>
            </a:r>
            <a:r>
              <a:rPr dirty="0"/>
              <a:t>Forrester,</a:t>
            </a:r>
            <a:r>
              <a:rPr spc="150" dirty="0"/>
              <a:t> </a:t>
            </a:r>
            <a:r>
              <a:rPr spc="-25" dirty="0"/>
              <a:t>40% </a:t>
            </a:r>
            <a:r>
              <a:rPr dirty="0"/>
              <a:t>công</a:t>
            </a:r>
            <a:r>
              <a:rPr spc="40" dirty="0"/>
              <a:t> </a:t>
            </a:r>
            <a:r>
              <a:rPr dirty="0"/>
              <a:t>ty</a:t>
            </a:r>
            <a:r>
              <a:rPr spc="35" dirty="0"/>
              <a:t> </a:t>
            </a:r>
            <a:r>
              <a:rPr dirty="0"/>
              <a:t>sẽ</a:t>
            </a:r>
            <a:r>
              <a:rPr spc="30" dirty="0"/>
              <a:t> </a:t>
            </a:r>
            <a:r>
              <a:rPr dirty="0"/>
              <a:t>áp</a:t>
            </a:r>
            <a:r>
              <a:rPr spc="25" dirty="0"/>
              <a:t> </a:t>
            </a:r>
            <a:r>
              <a:rPr dirty="0"/>
              <a:t>dụng</a:t>
            </a:r>
            <a:r>
              <a:rPr spc="30" dirty="0"/>
              <a:t> </a:t>
            </a:r>
            <a:r>
              <a:rPr dirty="0"/>
              <a:t>chiến</a:t>
            </a:r>
            <a:r>
              <a:rPr spc="45" dirty="0"/>
              <a:t> </a:t>
            </a:r>
            <a:r>
              <a:rPr dirty="0"/>
              <a:t>lược</a:t>
            </a:r>
            <a:r>
              <a:rPr spc="40" dirty="0"/>
              <a:t> </a:t>
            </a:r>
            <a:r>
              <a:rPr spc="-10" dirty="0"/>
              <a:t>cloud-</a:t>
            </a:r>
            <a:r>
              <a:rPr spc="-20" dirty="0"/>
              <a:t>native-</a:t>
            </a:r>
            <a:r>
              <a:rPr dirty="0"/>
              <a:t>first</a:t>
            </a:r>
            <a:r>
              <a:rPr spc="25" dirty="0"/>
              <a:t> </a:t>
            </a:r>
            <a:r>
              <a:rPr dirty="0"/>
              <a:t>(ưu</a:t>
            </a:r>
            <a:r>
              <a:rPr spc="25" dirty="0"/>
              <a:t> </a:t>
            </a:r>
            <a:r>
              <a:rPr dirty="0"/>
              <a:t>tiên</a:t>
            </a:r>
            <a:r>
              <a:rPr spc="45" dirty="0"/>
              <a:t> </a:t>
            </a:r>
            <a:r>
              <a:rPr dirty="0"/>
              <a:t>đám</a:t>
            </a:r>
            <a:r>
              <a:rPr spc="20" dirty="0"/>
              <a:t> </a:t>
            </a:r>
            <a:r>
              <a:rPr spc="-20" dirty="0"/>
              <a:t>mây) </a:t>
            </a:r>
            <a:r>
              <a:rPr dirty="0"/>
              <a:t>vào</a:t>
            </a:r>
            <a:r>
              <a:rPr spc="-15" dirty="0"/>
              <a:t> </a:t>
            </a:r>
            <a:r>
              <a:rPr dirty="0"/>
              <a:t>năm</a:t>
            </a:r>
            <a:r>
              <a:rPr spc="-20" dirty="0"/>
              <a:t> </a:t>
            </a:r>
            <a:r>
              <a:rPr dirty="0"/>
              <a:t>2023</a:t>
            </a:r>
            <a:r>
              <a:rPr spc="-25" dirty="0"/>
              <a:t> </a:t>
            </a:r>
            <a:r>
              <a:rPr dirty="0"/>
              <a:t>để</a:t>
            </a:r>
            <a:r>
              <a:rPr spc="-5" dirty="0"/>
              <a:t> </a:t>
            </a:r>
            <a:r>
              <a:rPr dirty="0"/>
              <a:t>tăng</a:t>
            </a:r>
            <a:r>
              <a:rPr spc="-5" dirty="0"/>
              <a:t> </a:t>
            </a:r>
            <a:r>
              <a:rPr dirty="0"/>
              <a:t>tính</a:t>
            </a:r>
            <a:r>
              <a:rPr spc="-5" dirty="0"/>
              <a:t> </a:t>
            </a:r>
            <a:r>
              <a:rPr dirty="0"/>
              <a:t>linh</a:t>
            </a:r>
            <a:r>
              <a:rPr spc="-15" dirty="0"/>
              <a:t> </a:t>
            </a:r>
            <a:r>
              <a:rPr dirty="0"/>
              <a:t>hoạt</a:t>
            </a:r>
            <a:r>
              <a:rPr spc="-20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hiệu</a:t>
            </a:r>
            <a:r>
              <a:rPr spc="-5" dirty="0"/>
              <a:t> </a:t>
            </a:r>
            <a:r>
              <a:rPr dirty="0"/>
              <a:t>quả</a:t>
            </a:r>
            <a:r>
              <a:rPr spc="-15" dirty="0"/>
              <a:t> </a:t>
            </a:r>
            <a:r>
              <a:rPr dirty="0"/>
              <a:t>với</a:t>
            </a:r>
            <a:r>
              <a:rPr spc="-10" dirty="0"/>
              <a:t> </a:t>
            </a:r>
            <a:r>
              <a:rPr dirty="0"/>
              <a:t>chi</a:t>
            </a:r>
            <a:r>
              <a:rPr spc="-5" dirty="0"/>
              <a:t> </a:t>
            </a:r>
            <a:r>
              <a:rPr dirty="0"/>
              <a:t>phí</a:t>
            </a:r>
            <a:r>
              <a:rPr spc="-25" dirty="0"/>
              <a:t> </a:t>
            </a:r>
            <a:r>
              <a:rPr dirty="0"/>
              <a:t>tối</a:t>
            </a:r>
            <a:r>
              <a:rPr spc="-10" dirty="0"/>
              <a:t> </a:t>
            </a:r>
            <a:r>
              <a:rPr spc="-25" dirty="0"/>
              <a:t>ưu.</a:t>
            </a: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Đến</a:t>
            </a:r>
            <a:r>
              <a:rPr spc="370" dirty="0"/>
              <a:t> </a:t>
            </a:r>
            <a:r>
              <a:rPr dirty="0"/>
              <a:t>năm</a:t>
            </a:r>
            <a:r>
              <a:rPr spc="360" dirty="0"/>
              <a:t> </a:t>
            </a:r>
            <a:r>
              <a:rPr dirty="0"/>
              <a:t>2023,</a:t>
            </a:r>
            <a:r>
              <a:rPr spc="370" dirty="0"/>
              <a:t> </a:t>
            </a:r>
            <a:r>
              <a:rPr dirty="0"/>
              <a:t>chuyển</a:t>
            </a:r>
            <a:r>
              <a:rPr spc="360" dirty="0"/>
              <a:t> </a:t>
            </a:r>
            <a:r>
              <a:rPr dirty="0"/>
              <a:t>đổi</a:t>
            </a:r>
            <a:r>
              <a:rPr spc="365" dirty="0"/>
              <a:t> </a:t>
            </a:r>
            <a:r>
              <a:rPr dirty="0"/>
              <a:t>cloud</a:t>
            </a:r>
            <a:r>
              <a:rPr spc="365" dirty="0"/>
              <a:t> </a:t>
            </a:r>
            <a:r>
              <a:rPr dirty="0"/>
              <a:t>được</a:t>
            </a:r>
            <a:r>
              <a:rPr spc="370" dirty="0"/>
              <a:t> </a:t>
            </a:r>
            <a:r>
              <a:rPr dirty="0"/>
              <a:t>dự</a:t>
            </a:r>
            <a:r>
              <a:rPr spc="375" dirty="0"/>
              <a:t> </a:t>
            </a:r>
            <a:r>
              <a:rPr dirty="0"/>
              <a:t>đoán</a:t>
            </a:r>
            <a:r>
              <a:rPr spc="370" dirty="0"/>
              <a:t> </a:t>
            </a:r>
            <a:r>
              <a:rPr dirty="0"/>
              <a:t>sẽ</a:t>
            </a:r>
            <a:r>
              <a:rPr spc="375" dirty="0"/>
              <a:t> </a:t>
            </a:r>
            <a:r>
              <a:rPr dirty="0"/>
              <a:t>không</a:t>
            </a:r>
            <a:r>
              <a:rPr spc="375" dirty="0"/>
              <a:t> </a:t>
            </a:r>
            <a:r>
              <a:rPr dirty="0"/>
              <a:t>còn</a:t>
            </a:r>
            <a:r>
              <a:rPr spc="360" dirty="0"/>
              <a:t> </a:t>
            </a:r>
            <a:r>
              <a:rPr spc="-25" dirty="0"/>
              <a:t>là </a:t>
            </a:r>
            <a:r>
              <a:rPr dirty="0"/>
              <a:t>tuỳ</a:t>
            </a:r>
            <a:r>
              <a:rPr spc="-20" dirty="0"/>
              <a:t> </a:t>
            </a:r>
            <a:r>
              <a:rPr dirty="0"/>
              <a:t>chọn</a:t>
            </a:r>
            <a:r>
              <a:rPr spc="-20" dirty="0"/>
              <a:t> </a:t>
            </a:r>
            <a:r>
              <a:rPr dirty="0"/>
              <a:t>nữa</a:t>
            </a:r>
            <a:r>
              <a:rPr spc="-15" dirty="0"/>
              <a:t> </a:t>
            </a:r>
            <a:r>
              <a:rPr dirty="0"/>
              <a:t>vì</a:t>
            </a:r>
            <a:r>
              <a:rPr spc="-20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lợi</a:t>
            </a:r>
            <a:r>
              <a:rPr spc="-15" dirty="0"/>
              <a:t> </a:t>
            </a:r>
            <a:r>
              <a:rPr dirty="0"/>
              <a:t>ích</a:t>
            </a:r>
            <a:r>
              <a:rPr spc="-5" dirty="0"/>
              <a:t> </a:t>
            </a:r>
            <a:r>
              <a:rPr dirty="0"/>
              <a:t>mà</a:t>
            </a:r>
            <a:r>
              <a:rPr spc="-10" dirty="0"/>
              <a:t> </a:t>
            </a:r>
            <a:r>
              <a:rPr dirty="0"/>
              <a:t>nó</a:t>
            </a:r>
            <a:r>
              <a:rPr spc="-20" dirty="0"/>
              <a:t> </a:t>
            </a:r>
            <a:r>
              <a:rPr dirty="0"/>
              <a:t>mang</a:t>
            </a:r>
            <a:r>
              <a:rPr spc="-35" dirty="0"/>
              <a:t> </a:t>
            </a:r>
            <a:r>
              <a:rPr spc="-20" dirty="0"/>
              <a:t>lại.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8915-E834-9AC3-9D60-130FD0DEA5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Tại</a:t>
            </a:r>
            <a:r>
              <a:rPr spc="615" dirty="0"/>
              <a:t> </a:t>
            </a:r>
            <a:r>
              <a:rPr dirty="0"/>
              <a:t>Việt</a:t>
            </a:r>
            <a:r>
              <a:rPr spc="605" dirty="0"/>
              <a:t> </a:t>
            </a:r>
            <a:r>
              <a:rPr dirty="0"/>
              <a:t>nam,</a:t>
            </a:r>
            <a:r>
              <a:rPr spc="605" dirty="0"/>
              <a:t> </a:t>
            </a:r>
            <a:r>
              <a:rPr dirty="0"/>
              <a:t>xu</a:t>
            </a:r>
            <a:r>
              <a:rPr spc="610" dirty="0"/>
              <a:t> </a:t>
            </a:r>
            <a:r>
              <a:rPr dirty="0"/>
              <a:t>hướng</a:t>
            </a:r>
            <a:r>
              <a:rPr spc="615" dirty="0"/>
              <a:t> </a:t>
            </a:r>
            <a:r>
              <a:rPr dirty="0"/>
              <a:t>chuyển</a:t>
            </a:r>
            <a:r>
              <a:rPr spc="595" dirty="0"/>
              <a:t> </a:t>
            </a:r>
            <a:r>
              <a:rPr dirty="0"/>
              <a:t>dịch</a:t>
            </a:r>
            <a:r>
              <a:rPr spc="615" dirty="0"/>
              <a:t> </a:t>
            </a:r>
            <a:r>
              <a:rPr dirty="0"/>
              <a:t>hạ</a:t>
            </a:r>
            <a:r>
              <a:rPr spc="620" dirty="0"/>
              <a:t> </a:t>
            </a:r>
            <a:r>
              <a:rPr dirty="0"/>
              <a:t>tầng</a:t>
            </a:r>
            <a:r>
              <a:rPr spc="620" dirty="0"/>
              <a:t> </a:t>
            </a:r>
            <a:r>
              <a:rPr dirty="0"/>
              <a:t>lên</a:t>
            </a:r>
            <a:r>
              <a:rPr spc="615" dirty="0"/>
              <a:t> </a:t>
            </a:r>
            <a:r>
              <a:rPr dirty="0"/>
              <a:t>các</a:t>
            </a:r>
            <a:r>
              <a:rPr spc="610" dirty="0"/>
              <a:t> </a:t>
            </a:r>
            <a:r>
              <a:rPr dirty="0"/>
              <a:t>nền</a:t>
            </a:r>
            <a:r>
              <a:rPr spc="605" dirty="0"/>
              <a:t> </a:t>
            </a:r>
            <a:r>
              <a:rPr spc="-20" dirty="0"/>
              <a:t>tảng </a:t>
            </a:r>
            <a:r>
              <a:rPr dirty="0"/>
              <a:t>ĐTĐM</a:t>
            </a:r>
            <a:r>
              <a:rPr spc="240" dirty="0"/>
              <a:t> </a:t>
            </a:r>
            <a:r>
              <a:rPr dirty="0"/>
              <a:t>được</a:t>
            </a:r>
            <a:r>
              <a:rPr spc="245" dirty="0"/>
              <a:t> </a:t>
            </a:r>
            <a:r>
              <a:rPr dirty="0"/>
              <a:t>nhận</a:t>
            </a:r>
            <a:r>
              <a:rPr spc="254" dirty="0"/>
              <a:t> </a:t>
            </a:r>
            <a:r>
              <a:rPr dirty="0"/>
              <a:t>định</a:t>
            </a:r>
            <a:r>
              <a:rPr spc="250" dirty="0"/>
              <a:t> </a:t>
            </a:r>
            <a:r>
              <a:rPr dirty="0"/>
              <a:t>là</a:t>
            </a:r>
            <a:r>
              <a:rPr spc="250" dirty="0"/>
              <a:t> </a:t>
            </a:r>
            <a:r>
              <a:rPr dirty="0"/>
              <a:t>có</a:t>
            </a:r>
            <a:r>
              <a:rPr spc="260" dirty="0"/>
              <a:t> </a:t>
            </a:r>
            <a:r>
              <a:rPr dirty="0"/>
              <a:t>tốc</a:t>
            </a:r>
            <a:r>
              <a:rPr spc="254" dirty="0"/>
              <a:t> </a:t>
            </a:r>
            <a:r>
              <a:rPr dirty="0"/>
              <a:t>độ</a:t>
            </a:r>
            <a:r>
              <a:rPr spc="245" dirty="0"/>
              <a:t> </a:t>
            </a:r>
            <a:r>
              <a:rPr dirty="0"/>
              <a:t>phát</a:t>
            </a:r>
            <a:r>
              <a:rPr spc="260" dirty="0"/>
              <a:t> </a:t>
            </a:r>
            <a:r>
              <a:rPr dirty="0"/>
              <a:t>triển</a:t>
            </a:r>
            <a:r>
              <a:rPr spc="245" dirty="0"/>
              <a:t> </a:t>
            </a:r>
            <a:r>
              <a:rPr dirty="0"/>
              <a:t>nhanh</a:t>
            </a:r>
            <a:r>
              <a:rPr spc="250" dirty="0"/>
              <a:t> </a:t>
            </a:r>
            <a:r>
              <a:rPr dirty="0"/>
              <a:t>nhất</a:t>
            </a:r>
            <a:r>
              <a:rPr spc="250" dirty="0"/>
              <a:t> </a:t>
            </a:r>
            <a:r>
              <a:rPr dirty="0"/>
              <a:t>tại</a:t>
            </a:r>
            <a:r>
              <a:rPr spc="245" dirty="0"/>
              <a:t> </a:t>
            </a:r>
            <a:r>
              <a:rPr spc="-25" dirty="0"/>
              <a:t>các </a:t>
            </a:r>
            <a:r>
              <a:rPr dirty="0"/>
              <a:t>nước</a:t>
            </a:r>
            <a:r>
              <a:rPr spc="-10" dirty="0"/>
              <a:t> ASEAN.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Với</a:t>
            </a:r>
            <a:r>
              <a:rPr spc="465" dirty="0"/>
              <a:t> </a:t>
            </a:r>
            <a:r>
              <a:rPr dirty="0"/>
              <a:t>tốc</a:t>
            </a:r>
            <a:r>
              <a:rPr spc="455" dirty="0"/>
              <a:t> </a:t>
            </a:r>
            <a:r>
              <a:rPr dirty="0"/>
              <a:t>độ</a:t>
            </a:r>
            <a:r>
              <a:rPr spc="459" dirty="0"/>
              <a:t> </a:t>
            </a:r>
            <a:r>
              <a:rPr dirty="0"/>
              <a:t>tăng</a:t>
            </a:r>
            <a:r>
              <a:rPr spc="475" dirty="0"/>
              <a:t> </a:t>
            </a:r>
            <a:r>
              <a:rPr dirty="0"/>
              <a:t>trưởng</a:t>
            </a:r>
            <a:r>
              <a:rPr spc="475" dirty="0"/>
              <a:t> </a:t>
            </a:r>
            <a:r>
              <a:rPr dirty="0"/>
              <a:t>ấn</a:t>
            </a:r>
            <a:r>
              <a:rPr spc="459" dirty="0"/>
              <a:t> </a:t>
            </a:r>
            <a:r>
              <a:rPr dirty="0"/>
              <a:t>tượng,</a:t>
            </a:r>
            <a:r>
              <a:rPr spc="445" dirty="0"/>
              <a:t> </a:t>
            </a:r>
            <a:r>
              <a:rPr dirty="0"/>
              <a:t>Việt</a:t>
            </a:r>
            <a:r>
              <a:rPr spc="459" dirty="0"/>
              <a:t> </a:t>
            </a:r>
            <a:r>
              <a:rPr dirty="0"/>
              <a:t>Nam</a:t>
            </a:r>
            <a:r>
              <a:rPr spc="459" dirty="0"/>
              <a:t> </a:t>
            </a:r>
            <a:r>
              <a:rPr dirty="0"/>
              <a:t>được</a:t>
            </a:r>
            <a:r>
              <a:rPr spc="440" dirty="0"/>
              <a:t> </a:t>
            </a:r>
            <a:r>
              <a:rPr dirty="0"/>
              <a:t>đánh</a:t>
            </a:r>
            <a:r>
              <a:rPr spc="455" dirty="0"/>
              <a:t> </a:t>
            </a:r>
            <a:r>
              <a:rPr dirty="0"/>
              <a:t>giá</a:t>
            </a:r>
            <a:r>
              <a:rPr spc="470" dirty="0"/>
              <a:t> </a:t>
            </a:r>
            <a:r>
              <a:rPr dirty="0"/>
              <a:t>là</a:t>
            </a:r>
            <a:r>
              <a:rPr spc="459" dirty="0"/>
              <a:t> </a:t>
            </a:r>
            <a:r>
              <a:rPr spc="-50" dirty="0"/>
              <a:t>1 </a:t>
            </a:r>
            <a:r>
              <a:rPr dirty="0"/>
              <a:t>trong</a:t>
            </a:r>
            <a:r>
              <a:rPr spc="475" dirty="0"/>
              <a:t> </a:t>
            </a:r>
            <a:r>
              <a:rPr dirty="0"/>
              <a:t>10</a:t>
            </a:r>
            <a:r>
              <a:rPr spc="470" dirty="0"/>
              <a:t> </a:t>
            </a:r>
            <a:r>
              <a:rPr dirty="0"/>
              <a:t>thị</a:t>
            </a:r>
            <a:r>
              <a:rPr spc="475" dirty="0"/>
              <a:t> </a:t>
            </a:r>
            <a:r>
              <a:rPr dirty="0"/>
              <a:t>trường</a:t>
            </a:r>
            <a:r>
              <a:rPr spc="475" dirty="0"/>
              <a:t> </a:t>
            </a:r>
            <a:r>
              <a:rPr dirty="0"/>
              <a:t>mới</a:t>
            </a:r>
            <a:r>
              <a:rPr spc="465" dirty="0"/>
              <a:t> </a:t>
            </a:r>
            <a:r>
              <a:rPr dirty="0"/>
              <a:t>nổi</a:t>
            </a:r>
            <a:r>
              <a:rPr spc="475" dirty="0"/>
              <a:t> </a:t>
            </a:r>
            <a:r>
              <a:rPr dirty="0"/>
              <a:t>trên</a:t>
            </a:r>
            <a:r>
              <a:rPr spc="459" dirty="0"/>
              <a:t> </a:t>
            </a:r>
            <a:r>
              <a:rPr dirty="0"/>
              <a:t>thị</a:t>
            </a:r>
            <a:r>
              <a:rPr spc="475" dirty="0"/>
              <a:t> </a:t>
            </a:r>
            <a:r>
              <a:rPr dirty="0"/>
              <a:t>trường</a:t>
            </a:r>
            <a:r>
              <a:rPr spc="465" dirty="0"/>
              <a:t> </a:t>
            </a:r>
            <a:r>
              <a:rPr dirty="0"/>
              <a:t>điện</a:t>
            </a:r>
            <a:r>
              <a:rPr spc="475" dirty="0"/>
              <a:t> </a:t>
            </a:r>
            <a:r>
              <a:rPr dirty="0"/>
              <a:t>toán</a:t>
            </a:r>
            <a:r>
              <a:rPr spc="484" dirty="0"/>
              <a:t> </a:t>
            </a:r>
            <a:r>
              <a:rPr dirty="0"/>
              <a:t>đám</a:t>
            </a:r>
            <a:r>
              <a:rPr spc="465" dirty="0"/>
              <a:t> </a:t>
            </a:r>
            <a:r>
              <a:rPr spc="-20" dirty="0"/>
              <a:t>mây, </a:t>
            </a:r>
            <a:r>
              <a:rPr dirty="0"/>
              <a:t>trung</a:t>
            </a:r>
            <a:r>
              <a:rPr spc="-20" dirty="0"/>
              <a:t> </a:t>
            </a:r>
            <a:r>
              <a:rPr dirty="0"/>
              <a:t>bình</a:t>
            </a:r>
            <a:r>
              <a:rPr spc="-10" dirty="0"/>
              <a:t> </a:t>
            </a:r>
            <a:r>
              <a:rPr dirty="0"/>
              <a:t>20-30%/</a:t>
            </a:r>
            <a:r>
              <a:rPr spc="-50" dirty="0"/>
              <a:t> </a:t>
            </a:r>
            <a:r>
              <a:rPr dirty="0"/>
              <a:t>năm</a:t>
            </a:r>
            <a:r>
              <a:rPr spc="-20" dirty="0"/>
              <a:t> </a:t>
            </a:r>
            <a:r>
              <a:rPr dirty="0"/>
              <a:t>trong</a:t>
            </a:r>
            <a:r>
              <a:rPr spc="-25" dirty="0"/>
              <a:t> </a:t>
            </a:r>
            <a:r>
              <a:rPr dirty="0"/>
              <a:t>giai</a:t>
            </a:r>
            <a:r>
              <a:rPr spc="-5" dirty="0"/>
              <a:t> </a:t>
            </a:r>
            <a:r>
              <a:rPr dirty="0"/>
              <a:t>đoạn</a:t>
            </a:r>
            <a:r>
              <a:rPr spc="-30" dirty="0"/>
              <a:t> </a:t>
            </a:r>
            <a:r>
              <a:rPr dirty="0"/>
              <a:t>2020-</a:t>
            </a:r>
            <a:r>
              <a:rPr spc="-10" dirty="0"/>
              <a:t>2026.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Quy</a:t>
            </a:r>
            <a:r>
              <a:rPr spc="265" dirty="0"/>
              <a:t> </a:t>
            </a:r>
            <a:r>
              <a:rPr dirty="0"/>
              <a:t>mô</a:t>
            </a:r>
            <a:r>
              <a:rPr spc="265" dirty="0"/>
              <a:t> </a:t>
            </a:r>
            <a:r>
              <a:rPr dirty="0"/>
              <a:t>thị</a:t>
            </a:r>
            <a:r>
              <a:rPr spc="285" dirty="0"/>
              <a:t> </a:t>
            </a:r>
            <a:r>
              <a:rPr dirty="0"/>
              <a:t>trường</a:t>
            </a:r>
            <a:r>
              <a:rPr spc="290" dirty="0"/>
              <a:t> </a:t>
            </a:r>
            <a:r>
              <a:rPr dirty="0"/>
              <a:t>Cloud</a:t>
            </a:r>
            <a:r>
              <a:rPr spc="280" dirty="0"/>
              <a:t> </a:t>
            </a:r>
            <a:r>
              <a:rPr dirty="0"/>
              <a:t>tại</a:t>
            </a:r>
            <a:r>
              <a:rPr spc="285" dirty="0"/>
              <a:t> </a:t>
            </a:r>
            <a:r>
              <a:rPr dirty="0"/>
              <a:t>Việt</a:t>
            </a:r>
            <a:r>
              <a:rPr spc="265" dirty="0"/>
              <a:t> </a:t>
            </a:r>
            <a:r>
              <a:rPr dirty="0"/>
              <a:t>Nam</a:t>
            </a:r>
            <a:r>
              <a:rPr spc="285" dirty="0"/>
              <a:t> </a:t>
            </a:r>
            <a:r>
              <a:rPr dirty="0"/>
              <a:t>đạt</a:t>
            </a:r>
            <a:r>
              <a:rPr spc="275" dirty="0"/>
              <a:t> </a:t>
            </a:r>
            <a:r>
              <a:rPr dirty="0"/>
              <a:t>khoảng</a:t>
            </a:r>
            <a:r>
              <a:rPr spc="270" dirty="0"/>
              <a:t> </a:t>
            </a:r>
            <a:r>
              <a:rPr dirty="0"/>
              <a:t>hơn</a:t>
            </a:r>
            <a:r>
              <a:rPr spc="270" dirty="0"/>
              <a:t> </a:t>
            </a:r>
            <a:r>
              <a:rPr dirty="0"/>
              <a:t>400</a:t>
            </a:r>
            <a:r>
              <a:rPr spc="285" dirty="0"/>
              <a:t> </a:t>
            </a:r>
            <a:r>
              <a:rPr spc="-10" dirty="0"/>
              <a:t>triệu </a:t>
            </a:r>
            <a:r>
              <a:rPr dirty="0"/>
              <a:t>USD</a:t>
            </a:r>
            <a:r>
              <a:rPr spc="-15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dự</a:t>
            </a:r>
            <a:r>
              <a:rPr spc="-10" dirty="0"/>
              <a:t> </a:t>
            </a:r>
            <a:r>
              <a:rPr dirty="0"/>
              <a:t>báo</a:t>
            </a:r>
            <a:r>
              <a:rPr spc="-20" dirty="0"/>
              <a:t> </a:t>
            </a:r>
            <a:r>
              <a:rPr dirty="0"/>
              <a:t>sẽ đạt</a:t>
            </a:r>
            <a:r>
              <a:rPr spc="-15" dirty="0"/>
              <a:t> </a:t>
            </a:r>
            <a:r>
              <a:rPr dirty="0"/>
              <a:t>khoảng</a:t>
            </a:r>
            <a:r>
              <a:rPr spc="-50" dirty="0"/>
              <a:t> </a:t>
            </a:r>
            <a:r>
              <a:rPr dirty="0"/>
              <a:t>1</a:t>
            </a:r>
            <a:r>
              <a:rPr spc="-5" dirty="0"/>
              <a:t> </a:t>
            </a:r>
            <a:r>
              <a:rPr dirty="0"/>
              <a:t>tỷ</a:t>
            </a:r>
            <a:r>
              <a:rPr spc="-5" dirty="0"/>
              <a:t> </a:t>
            </a:r>
            <a:r>
              <a:rPr dirty="0"/>
              <a:t>USD</a:t>
            </a:r>
            <a:r>
              <a:rPr spc="-10" dirty="0"/>
              <a:t> </a:t>
            </a:r>
            <a:r>
              <a:rPr dirty="0"/>
              <a:t>vào</a:t>
            </a:r>
            <a:r>
              <a:rPr spc="-20" dirty="0"/>
              <a:t> </a:t>
            </a:r>
            <a:r>
              <a:rPr dirty="0"/>
              <a:t>năm</a:t>
            </a:r>
            <a:r>
              <a:rPr spc="-20" dirty="0"/>
              <a:t> </a:t>
            </a:r>
            <a:r>
              <a:rPr spc="-10" dirty="0"/>
              <a:t>2025.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CFFCB-23D2-BF20-0D5A-C96F5EEEFD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9584">
              <a:lnSpc>
                <a:spcPct val="100000"/>
              </a:lnSpc>
              <a:spcBef>
                <a:spcPts val="100"/>
              </a:spcBef>
            </a:pPr>
            <a:r>
              <a:rPr dirty="0"/>
              <a:t>HẠN</a:t>
            </a:r>
            <a:r>
              <a:rPr spc="-5" dirty="0"/>
              <a:t> </a:t>
            </a:r>
            <a:r>
              <a:rPr dirty="0"/>
              <a:t>CHẾ KHI SỬ DỤNG</a:t>
            </a:r>
            <a:r>
              <a:rPr spc="-5" dirty="0"/>
              <a:t> </a:t>
            </a:r>
            <a:r>
              <a:rPr dirty="0"/>
              <a:t>HẠ TẦNG PHẦN </a:t>
            </a:r>
            <a:r>
              <a:rPr spc="-20" dirty="0"/>
              <a:t>CỨNG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344" y="1066800"/>
            <a:ext cx="9838944" cy="55351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A8794-4E0E-0BEE-77B6-16C6CBEE4D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9088755" cy="43351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ích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doanh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nghiệp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đổi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Cloud: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Tối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ưu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Cải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thiện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suất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lao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mở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rộng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&amp;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linh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Cải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thiện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khôi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sau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thảm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họa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Cải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thiện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cập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86981-1C08-0A91-C122-0001688829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8011" y="1059178"/>
            <a:ext cx="10200132" cy="573785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E389E-C0DA-0CD0-F18E-B582E3CD65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3714">
              <a:lnSpc>
                <a:spcPct val="100000"/>
              </a:lnSpc>
              <a:spcBef>
                <a:spcPts val="100"/>
              </a:spcBef>
            </a:pP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MÔ</a:t>
            </a:r>
            <a:r>
              <a:rPr spc="-25" dirty="0"/>
              <a:t> </a:t>
            </a:r>
            <a:r>
              <a:rPr dirty="0"/>
              <a:t>HÌNH</a:t>
            </a:r>
            <a:r>
              <a:rPr spc="-5" dirty="0"/>
              <a:t> </a:t>
            </a:r>
            <a:r>
              <a:rPr dirty="0"/>
              <a:t>CHUYỂN</a:t>
            </a:r>
            <a:r>
              <a:rPr spc="-30" dirty="0"/>
              <a:t> </a:t>
            </a:r>
            <a:r>
              <a:rPr dirty="0"/>
              <a:t>ĐỔI</a:t>
            </a:r>
            <a:r>
              <a:rPr spc="-20" dirty="0"/>
              <a:t> </a:t>
            </a:r>
            <a:r>
              <a:rPr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986027"/>
            <a:ext cx="9896856" cy="55671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F815-503E-B3C5-0546-6BD4E46114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Private</a:t>
            </a:r>
            <a:r>
              <a:rPr spc="215" dirty="0"/>
              <a:t> </a:t>
            </a:r>
            <a:r>
              <a:rPr dirty="0"/>
              <a:t>Cloud</a:t>
            </a:r>
            <a:r>
              <a:rPr spc="210" dirty="0"/>
              <a:t> </a:t>
            </a:r>
            <a:r>
              <a:rPr dirty="0"/>
              <a:t>(Đám</a:t>
            </a:r>
            <a:r>
              <a:rPr spc="204" dirty="0"/>
              <a:t> </a:t>
            </a:r>
            <a:r>
              <a:rPr dirty="0"/>
              <a:t>mây</a:t>
            </a:r>
            <a:r>
              <a:rPr spc="204" dirty="0"/>
              <a:t> </a:t>
            </a:r>
            <a:r>
              <a:rPr dirty="0"/>
              <a:t>riêng):</a:t>
            </a:r>
            <a:r>
              <a:rPr spc="210" dirty="0"/>
              <a:t> </a:t>
            </a:r>
            <a:r>
              <a:rPr dirty="0"/>
              <a:t>Dành</a:t>
            </a:r>
            <a:r>
              <a:rPr spc="210" dirty="0"/>
              <a:t> </a:t>
            </a:r>
            <a:r>
              <a:rPr dirty="0"/>
              <a:t>riêng</a:t>
            </a:r>
            <a:r>
              <a:rPr spc="200" dirty="0"/>
              <a:t> </a:t>
            </a:r>
            <a:r>
              <a:rPr dirty="0"/>
              <a:t>cho</a:t>
            </a:r>
            <a:r>
              <a:rPr spc="210" dirty="0"/>
              <a:t> </a:t>
            </a:r>
            <a:r>
              <a:rPr dirty="0"/>
              <a:t>một</a:t>
            </a:r>
            <a:r>
              <a:rPr spc="210" dirty="0"/>
              <a:t> </a:t>
            </a:r>
            <a:r>
              <a:rPr dirty="0"/>
              <a:t>khách</a:t>
            </a:r>
            <a:r>
              <a:rPr spc="210" dirty="0"/>
              <a:t> </a:t>
            </a:r>
            <a:r>
              <a:rPr spc="-10" dirty="0"/>
              <a:t>hàng, </a:t>
            </a:r>
            <a:r>
              <a:rPr dirty="0"/>
              <a:t>được</a:t>
            </a:r>
            <a:r>
              <a:rPr spc="130" dirty="0"/>
              <a:t> </a:t>
            </a:r>
            <a:r>
              <a:rPr dirty="0"/>
              <a:t>phép</a:t>
            </a:r>
            <a:r>
              <a:rPr spc="145" dirty="0"/>
              <a:t> </a:t>
            </a:r>
            <a:r>
              <a:rPr dirty="0"/>
              <a:t>toàn</a:t>
            </a:r>
            <a:r>
              <a:rPr spc="140" dirty="0"/>
              <a:t> </a:t>
            </a:r>
            <a:r>
              <a:rPr dirty="0"/>
              <a:t>quyền</a:t>
            </a:r>
            <a:r>
              <a:rPr spc="140" dirty="0"/>
              <a:t> </a:t>
            </a:r>
            <a:r>
              <a:rPr dirty="0"/>
              <a:t>kiểm</a:t>
            </a:r>
            <a:r>
              <a:rPr spc="135" dirty="0"/>
              <a:t> </a:t>
            </a:r>
            <a:r>
              <a:rPr dirty="0"/>
              <a:t>soát,</a:t>
            </a:r>
            <a:r>
              <a:rPr spc="140" dirty="0"/>
              <a:t> </a:t>
            </a:r>
            <a:r>
              <a:rPr dirty="0"/>
              <a:t>truy</a:t>
            </a:r>
            <a:r>
              <a:rPr spc="130" dirty="0"/>
              <a:t> </a:t>
            </a:r>
            <a:r>
              <a:rPr dirty="0"/>
              <a:t>xuất,</a:t>
            </a:r>
            <a:r>
              <a:rPr spc="120" dirty="0"/>
              <a:t> </a:t>
            </a:r>
            <a:r>
              <a:rPr dirty="0"/>
              <a:t>và</a:t>
            </a:r>
            <a:r>
              <a:rPr spc="135" dirty="0"/>
              <a:t> </a:t>
            </a:r>
            <a:r>
              <a:rPr dirty="0"/>
              <a:t>vận</a:t>
            </a:r>
            <a:r>
              <a:rPr spc="135" dirty="0"/>
              <a:t> </a:t>
            </a:r>
            <a:r>
              <a:rPr dirty="0"/>
              <a:t>hành</a:t>
            </a:r>
            <a:r>
              <a:rPr spc="135" dirty="0"/>
              <a:t> </a:t>
            </a:r>
            <a:r>
              <a:rPr dirty="0"/>
              <a:t>hệ</a:t>
            </a:r>
            <a:r>
              <a:rPr spc="135" dirty="0"/>
              <a:t> </a:t>
            </a:r>
            <a:r>
              <a:rPr spc="-10" dirty="0"/>
              <a:t>thống. </a:t>
            </a:r>
            <a:r>
              <a:rPr dirty="0"/>
              <a:t>Các</a:t>
            </a:r>
            <a:r>
              <a:rPr spc="315" dirty="0"/>
              <a:t> </a:t>
            </a:r>
            <a:r>
              <a:rPr dirty="0"/>
              <a:t>doanh</a:t>
            </a:r>
            <a:r>
              <a:rPr spc="305" dirty="0"/>
              <a:t> </a:t>
            </a:r>
            <a:r>
              <a:rPr dirty="0"/>
              <a:t>nghiệp</a:t>
            </a:r>
            <a:r>
              <a:rPr spc="315" dirty="0"/>
              <a:t> </a:t>
            </a:r>
            <a:r>
              <a:rPr dirty="0"/>
              <a:t>có</a:t>
            </a:r>
            <a:r>
              <a:rPr spc="315" dirty="0"/>
              <a:t> </a:t>
            </a:r>
            <a:r>
              <a:rPr dirty="0"/>
              <a:t>thể</a:t>
            </a:r>
            <a:r>
              <a:rPr spc="300" dirty="0"/>
              <a:t> </a:t>
            </a:r>
            <a:r>
              <a:rPr dirty="0"/>
              <a:t>trực</a:t>
            </a:r>
            <a:r>
              <a:rPr spc="315" dirty="0"/>
              <a:t> </a:t>
            </a:r>
            <a:r>
              <a:rPr dirty="0"/>
              <a:t>tiếp</a:t>
            </a:r>
            <a:r>
              <a:rPr spc="300" dirty="0"/>
              <a:t> </a:t>
            </a:r>
            <a:r>
              <a:rPr dirty="0"/>
              <a:t>quản</a:t>
            </a:r>
            <a:r>
              <a:rPr spc="325" dirty="0"/>
              <a:t> </a:t>
            </a:r>
            <a:r>
              <a:rPr dirty="0"/>
              <a:t>lý</a:t>
            </a:r>
            <a:r>
              <a:rPr spc="305" dirty="0"/>
              <a:t> </a:t>
            </a:r>
            <a:r>
              <a:rPr dirty="0"/>
              <a:t>“đám</a:t>
            </a:r>
            <a:r>
              <a:rPr spc="300" dirty="0"/>
              <a:t> </a:t>
            </a:r>
            <a:r>
              <a:rPr dirty="0"/>
              <a:t>mây”</a:t>
            </a:r>
            <a:r>
              <a:rPr spc="310" dirty="0"/>
              <a:t> </a:t>
            </a:r>
            <a:r>
              <a:rPr dirty="0"/>
              <a:t>này</a:t>
            </a:r>
            <a:r>
              <a:rPr spc="315" dirty="0"/>
              <a:t> </a:t>
            </a:r>
            <a:r>
              <a:rPr dirty="0"/>
              <a:t>và</a:t>
            </a:r>
            <a:r>
              <a:rPr spc="310" dirty="0"/>
              <a:t> </a:t>
            </a:r>
            <a:r>
              <a:rPr spc="-25" dirty="0"/>
              <a:t>sử </a:t>
            </a:r>
            <a:r>
              <a:rPr dirty="0"/>
              <a:t>dụng</a:t>
            </a:r>
            <a:r>
              <a:rPr spc="-40" dirty="0"/>
              <a:t> </a:t>
            </a:r>
            <a:r>
              <a:rPr dirty="0"/>
              <a:t>nội</a:t>
            </a:r>
            <a:r>
              <a:rPr spc="-25" dirty="0"/>
              <a:t> </a:t>
            </a:r>
            <a:r>
              <a:rPr dirty="0"/>
              <a:t>bộ thay</a:t>
            </a:r>
            <a:r>
              <a:rPr spc="-10" dirty="0"/>
              <a:t> </a:t>
            </a:r>
            <a:r>
              <a:rPr dirty="0"/>
              <a:t>vì</a:t>
            </a:r>
            <a:r>
              <a:rPr spc="-15" dirty="0"/>
              <a:t> </a:t>
            </a:r>
            <a:r>
              <a:rPr dirty="0"/>
              <a:t>công</a:t>
            </a:r>
            <a:r>
              <a:rPr spc="-20" dirty="0"/>
              <a:t> </a:t>
            </a:r>
            <a:r>
              <a:rPr spc="-10" dirty="0"/>
              <a:t>khai.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Public</a:t>
            </a:r>
            <a:r>
              <a:rPr spc="305" dirty="0"/>
              <a:t> </a:t>
            </a:r>
            <a:r>
              <a:rPr dirty="0"/>
              <a:t>Cloud</a:t>
            </a:r>
            <a:r>
              <a:rPr spc="290" dirty="0"/>
              <a:t> </a:t>
            </a:r>
            <a:r>
              <a:rPr dirty="0"/>
              <a:t>(Đám</a:t>
            </a:r>
            <a:r>
              <a:rPr spc="300" dirty="0"/>
              <a:t> </a:t>
            </a:r>
            <a:r>
              <a:rPr dirty="0"/>
              <a:t>mây</a:t>
            </a:r>
            <a:r>
              <a:rPr spc="300" dirty="0"/>
              <a:t> </a:t>
            </a:r>
            <a:r>
              <a:rPr dirty="0"/>
              <a:t>công</a:t>
            </a:r>
            <a:r>
              <a:rPr spc="300" dirty="0"/>
              <a:t> </a:t>
            </a:r>
            <a:r>
              <a:rPr dirty="0"/>
              <a:t>cộng):</a:t>
            </a:r>
            <a:r>
              <a:rPr spc="295" dirty="0"/>
              <a:t> </a:t>
            </a:r>
            <a:r>
              <a:rPr dirty="0"/>
              <a:t>Do</a:t>
            </a:r>
            <a:r>
              <a:rPr spc="310" dirty="0"/>
              <a:t> </a:t>
            </a:r>
            <a:r>
              <a:rPr dirty="0"/>
              <a:t>bên</a:t>
            </a:r>
            <a:r>
              <a:rPr spc="305" dirty="0"/>
              <a:t> </a:t>
            </a:r>
            <a:r>
              <a:rPr dirty="0"/>
              <a:t>thứ</a:t>
            </a:r>
            <a:r>
              <a:rPr spc="295" dirty="0"/>
              <a:t> </a:t>
            </a:r>
            <a:r>
              <a:rPr dirty="0"/>
              <a:t>3</a:t>
            </a:r>
            <a:r>
              <a:rPr spc="300" dirty="0"/>
              <a:t> </a:t>
            </a:r>
            <a:r>
              <a:rPr dirty="0"/>
              <a:t>cung</a:t>
            </a:r>
            <a:r>
              <a:rPr spc="300" dirty="0"/>
              <a:t> </a:t>
            </a:r>
            <a:r>
              <a:rPr dirty="0"/>
              <a:t>cấp</a:t>
            </a:r>
            <a:r>
              <a:rPr spc="290" dirty="0"/>
              <a:t> </a:t>
            </a:r>
            <a:r>
              <a:rPr spc="-25" dirty="0"/>
              <a:t>cho </a:t>
            </a:r>
            <a:r>
              <a:rPr dirty="0"/>
              <a:t>người</a:t>
            </a:r>
            <a:r>
              <a:rPr spc="185" dirty="0"/>
              <a:t> </a:t>
            </a:r>
            <a:r>
              <a:rPr dirty="0"/>
              <a:t>dùng</a:t>
            </a:r>
            <a:r>
              <a:rPr spc="185" dirty="0"/>
              <a:t> </a:t>
            </a:r>
            <a:r>
              <a:rPr dirty="0"/>
              <a:t>qua</a:t>
            </a:r>
            <a:r>
              <a:rPr spc="204" dirty="0"/>
              <a:t> </a:t>
            </a:r>
            <a:r>
              <a:rPr dirty="0"/>
              <a:t>mạng</a:t>
            </a:r>
            <a:r>
              <a:rPr spc="204" dirty="0"/>
              <a:t> </a:t>
            </a:r>
            <a:r>
              <a:rPr dirty="0"/>
              <a:t>Internet.</a:t>
            </a:r>
            <a:r>
              <a:rPr spc="204" dirty="0"/>
              <a:t> </a:t>
            </a:r>
            <a:r>
              <a:rPr dirty="0"/>
              <a:t>Hạ</a:t>
            </a:r>
            <a:r>
              <a:rPr spc="200" dirty="0"/>
              <a:t> </a:t>
            </a:r>
            <a:r>
              <a:rPr dirty="0"/>
              <a:t>tầng</a:t>
            </a:r>
            <a:r>
              <a:rPr spc="200" dirty="0"/>
              <a:t> </a:t>
            </a:r>
            <a:r>
              <a:rPr dirty="0"/>
              <a:t>được</a:t>
            </a:r>
            <a:r>
              <a:rPr spc="195" dirty="0"/>
              <a:t> </a:t>
            </a:r>
            <a:r>
              <a:rPr dirty="0"/>
              <a:t>đặt</a:t>
            </a:r>
            <a:r>
              <a:rPr spc="195" dirty="0"/>
              <a:t> </a:t>
            </a:r>
            <a:r>
              <a:rPr dirty="0"/>
              <a:t>chung</a:t>
            </a:r>
            <a:r>
              <a:rPr spc="204" dirty="0"/>
              <a:t> </a:t>
            </a:r>
            <a:r>
              <a:rPr dirty="0"/>
              <a:t>với</a:t>
            </a:r>
            <a:r>
              <a:rPr spc="185" dirty="0"/>
              <a:t> </a:t>
            </a:r>
            <a:r>
              <a:rPr spc="-10" dirty="0"/>
              <a:t>nhiều </a:t>
            </a:r>
            <a:r>
              <a:rPr dirty="0"/>
              <a:t>người</a:t>
            </a:r>
            <a:r>
              <a:rPr spc="-25" dirty="0"/>
              <a:t> </a:t>
            </a:r>
            <a:r>
              <a:rPr dirty="0"/>
              <a:t>dùng</a:t>
            </a:r>
            <a:r>
              <a:rPr spc="-40" dirty="0"/>
              <a:t> </a:t>
            </a:r>
            <a:r>
              <a:rPr dirty="0"/>
              <a:t>khác,</a:t>
            </a:r>
            <a:r>
              <a:rPr spc="-35" dirty="0"/>
              <a:t> </a:t>
            </a:r>
            <a:r>
              <a:rPr dirty="0"/>
              <a:t>nhưng</a:t>
            </a:r>
            <a:r>
              <a:rPr spc="-20" dirty="0"/>
              <a:t> </a:t>
            </a:r>
            <a:r>
              <a:rPr dirty="0"/>
              <a:t>dữ</a:t>
            </a:r>
            <a:r>
              <a:rPr spc="-10" dirty="0"/>
              <a:t> </a:t>
            </a:r>
            <a:r>
              <a:rPr dirty="0"/>
              <a:t>liệu</a:t>
            </a:r>
            <a:r>
              <a:rPr spc="-20" dirty="0"/>
              <a:t> </a:t>
            </a:r>
            <a:r>
              <a:rPr dirty="0"/>
              <a:t>sẽ được</a:t>
            </a:r>
            <a:r>
              <a:rPr spc="-15" dirty="0"/>
              <a:t> </a:t>
            </a:r>
            <a:r>
              <a:rPr dirty="0"/>
              <a:t>riêng</a:t>
            </a:r>
            <a:r>
              <a:rPr spc="-15" dirty="0"/>
              <a:t> </a:t>
            </a:r>
            <a:r>
              <a:rPr spc="-10" dirty="0"/>
              <a:t>biệt.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F999B-EEC5-DF5B-E983-2293D07758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Hybrid</a:t>
            </a:r>
            <a:r>
              <a:rPr spc="165" dirty="0"/>
              <a:t> </a:t>
            </a:r>
            <a:r>
              <a:rPr dirty="0"/>
              <a:t>Cloud</a:t>
            </a:r>
            <a:r>
              <a:rPr spc="150" dirty="0"/>
              <a:t> </a:t>
            </a:r>
            <a:r>
              <a:rPr dirty="0"/>
              <a:t>(Đám</a:t>
            </a:r>
            <a:r>
              <a:rPr spc="140" dirty="0"/>
              <a:t> </a:t>
            </a:r>
            <a:r>
              <a:rPr dirty="0"/>
              <a:t>mây</a:t>
            </a:r>
            <a:r>
              <a:rPr spc="150" dirty="0"/>
              <a:t> </a:t>
            </a:r>
            <a:r>
              <a:rPr dirty="0"/>
              <a:t>kết</a:t>
            </a:r>
            <a:r>
              <a:rPr spc="155" dirty="0"/>
              <a:t> </a:t>
            </a:r>
            <a:r>
              <a:rPr dirty="0"/>
              <a:t>hợp):</a:t>
            </a:r>
            <a:r>
              <a:rPr spc="145" dirty="0"/>
              <a:t> </a:t>
            </a:r>
            <a:r>
              <a:rPr dirty="0"/>
              <a:t>Là</a:t>
            </a:r>
            <a:r>
              <a:rPr spc="160" dirty="0"/>
              <a:t> </a:t>
            </a:r>
            <a:r>
              <a:rPr dirty="0"/>
              <a:t>mô</a:t>
            </a:r>
            <a:r>
              <a:rPr spc="155" dirty="0"/>
              <a:t> </a:t>
            </a:r>
            <a:r>
              <a:rPr dirty="0"/>
              <a:t>hình</a:t>
            </a:r>
            <a:r>
              <a:rPr spc="155" dirty="0"/>
              <a:t> </a:t>
            </a:r>
            <a:r>
              <a:rPr dirty="0"/>
              <a:t>từ</a:t>
            </a:r>
            <a:r>
              <a:rPr spc="160" dirty="0"/>
              <a:t> </a:t>
            </a:r>
            <a:r>
              <a:rPr dirty="0"/>
              <a:t>sự</a:t>
            </a:r>
            <a:r>
              <a:rPr spc="150" dirty="0"/>
              <a:t> </a:t>
            </a:r>
            <a:r>
              <a:rPr dirty="0"/>
              <a:t>kết</a:t>
            </a:r>
            <a:r>
              <a:rPr spc="145" dirty="0"/>
              <a:t> </a:t>
            </a:r>
            <a:r>
              <a:rPr dirty="0"/>
              <a:t>hợp</a:t>
            </a:r>
            <a:r>
              <a:rPr spc="160" dirty="0"/>
              <a:t> </a:t>
            </a:r>
            <a:r>
              <a:rPr spc="-20" dirty="0"/>
              <a:t>giữa </a:t>
            </a:r>
            <a:r>
              <a:rPr dirty="0"/>
              <a:t>Public</a:t>
            </a:r>
            <a:r>
              <a:rPr spc="285" dirty="0"/>
              <a:t> </a:t>
            </a:r>
            <a:r>
              <a:rPr dirty="0"/>
              <a:t>Cloud</a:t>
            </a:r>
            <a:r>
              <a:rPr spc="275" dirty="0"/>
              <a:t> </a:t>
            </a:r>
            <a:r>
              <a:rPr dirty="0"/>
              <a:t>và</a:t>
            </a:r>
            <a:r>
              <a:rPr spc="270" dirty="0"/>
              <a:t> </a:t>
            </a:r>
            <a:r>
              <a:rPr dirty="0"/>
              <a:t>Private</a:t>
            </a:r>
            <a:r>
              <a:rPr spc="280" dirty="0"/>
              <a:t> </a:t>
            </a:r>
            <a:r>
              <a:rPr dirty="0"/>
              <a:t>Cloud,</a:t>
            </a:r>
            <a:r>
              <a:rPr spc="270" dirty="0"/>
              <a:t> </a:t>
            </a:r>
            <a:r>
              <a:rPr dirty="0"/>
              <a:t>cho</a:t>
            </a:r>
            <a:r>
              <a:rPr spc="265" dirty="0"/>
              <a:t> </a:t>
            </a:r>
            <a:r>
              <a:rPr dirty="0"/>
              <a:t>phép</a:t>
            </a:r>
            <a:r>
              <a:rPr spc="265" dirty="0"/>
              <a:t> </a:t>
            </a:r>
            <a:r>
              <a:rPr dirty="0"/>
              <a:t>khai</a:t>
            </a:r>
            <a:r>
              <a:rPr spc="285" dirty="0"/>
              <a:t> </a:t>
            </a:r>
            <a:r>
              <a:rPr dirty="0"/>
              <a:t>thác</a:t>
            </a:r>
            <a:r>
              <a:rPr spc="275" dirty="0"/>
              <a:t> </a:t>
            </a:r>
            <a:r>
              <a:rPr dirty="0"/>
              <a:t>lợi</a:t>
            </a:r>
            <a:r>
              <a:rPr spc="270" dirty="0"/>
              <a:t> </a:t>
            </a:r>
            <a:r>
              <a:rPr dirty="0"/>
              <a:t>ích</a:t>
            </a:r>
            <a:r>
              <a:rPr spc="280" dirty="0"/>
              <a:t> </a:t>
            </a:r>
            <a:r>
              <a:rPr dirty="0"/>
              <a:t>của</a:t>
            </a:r>
            <a:r>
              <a:rPr spc="270" dirty="0"/>
              <a:t> </a:t>
            </a:r>
            <a:r>
              <a:rPr spc="-25" dirty="0"/>
              <a:t>cả </a:t>
            </a:r>
            <a:r>
              <a:rPr dirty="0"/>
              <a:t>hai</a:t>
            </a:r>
            <a:r>
              <a:rPr spc="-15" dirty="0"/>
              <a:t> </a:t>
            </a:r>
            <a:r>
              <a:rPr dirty="0"/>
              <a:t>mô</a:t>
            </a:r>
            <a:r>
              <a:rPr spc="-15" dirty="0"/>
              <a:t> </a:t>
            </a:r>
            <a:r>
              <a:rPr dirty="0"/>
              <a:t>hình</a:t>
            </a:r>
            <a:r>
              <a:rPr spc="-5" dirty="0"/>
              <a:t> </a:t>
            </a:r>
            <a:r>
              <a:rPr dirty="0"/>
              <a:t>này</a:t>
            </a:r>
            <a:r>
              <a:rPr spc="-10" dirty="0"/>
              <a:t> </a:t>
            </a:r>
            <a:r>
              <a:rPr dirty="0"/>
              <a:t>để</a:t>
            </a:r>
            <a:r>
              <a:rPr spc="-15" dirty="0"/>
              <a:t> </a:t>
            </a:r>
            <a:r>
              <a:rPr dirty="0"/>
              <a:t>tối</a:t>
            </a:r>
            <a:r>
              <a:rPr spc="-10" dirty="0"/>
              <a:t> </a:t>
            </a:r>
            <a:r>
              <a:rPr dirty="0"/>
              <a:t>ưu cho</a:t>
            </a:r>
            <a:r>
              <a:rPr spc="-15" dirty="0"/>
              <a:t> </a:t>
            </a:r>
            <a:r>
              <a:rPr dirty="0"/>
              <a:t>người</a:t>
            </a:r>
            <a:r>
              <a:rPr spc="-20" dirty="0"/>
              <a:t> </a:t>
            </a:r>
            <a:r>
              <a:rPr spc="-10" dirty="0"/>
              <a:t>dùng.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Multi</a:t>
            </a:r>
            <a:r>
              <a:rPr spc="70" dirty="0"/>
              <a:t> </a:t>
            </a:r>
            <a:r>
              <a:rPr dirty="0"/>
              <a:t>Cloud</a:t>
            </a:r>
            <a:r>
              <a:rPr spc="75" dirty="0"/>
              <a:t> </a:t>
            </a:r>
            <a:r>
              <a:rPr dirty="0"/>
              <a:t>(Đa</a:t>
            </a:r>
            <a:r>
              <a:rPr spc="75" dirty="0"/>
              <a:t> </a:t>
            </a:r>
            <a:r>
              <a:rPr dirty="0"/>
              <a:t>đám</a:t>
            </a:r>
            <a:r>
              <a:rPr spc="70" dirty="0"/>
              <a:t> </a:t>
            </a:r>
            <a:r>
              <a:rPr dirty="0"/>
              <a:t>mây):</a:t>
            </a:r>
            <a:r>
              <a:rPr spc="80" dirty="0"/>
              <a:t> </a:t>
            </a:r>
            <a:r>
              <a:rPr dirty="0"/>
              <a:t>Là</a:t>
            </a:r>
            <a:r>
              <a:rPr spc="75" dirty="0"/>
              <a:t> </a:t>
            </a:r>
            <a:r>
              <a:rPr dirty="0"/>
              <a:t>sự</a:t>
            </a:r>
            <a:r>
              <a:rPr spc="70" dirty="0"/>
              <a:t> </a:t>
            </a:r>
            <a:r>
              <a:rPr dirty="0"/>
              <a:t>kết</a:t>
            </a:r>
            <a:r>
              <a:rPr spc="65" dirty="0"/>
              <a:t> </a:t>
            </a:r>
            <a:r>
              <a:rPr dirty="0"/>
              <a:t>hợp</a:t>
            </a:r>
            <a:r>
              <a:rPr spc="80" dirty="0"/>
              <a:t> </a:t>
            </a:r>
            <a:r>
              <a:rPr dirty="0"/>
              <a:t>của</a:t>
            </a:r>
            <a:r>
              <a:rPr spc="75" dirty="0"/>
              <a:t> </a:t>
            </a:r>
            <a:r>
              <a:rPr dirty="0"/>
              <a:t>nhiều</a:t>
            </a:r>
            <a:r>
              <a:rPr spc="65" dirty="0"/>
              <a:t> </a:t>
            </a:r>
            <a:r>
              <a:rPr dirty="0"/>
              <a:t>nhà</a:t>
            </a:r>
            <a:r>
              <a:rPr spc="90" dirty="0"/>
              <a:t> </a:t>
            </a:r>
            <a:r>
              <a:rPr dirty="0"/>
              <a:t>cung</a:t>
            </a:r>
            <a:r>
              <a:rPr spc="70" dirty="0"/>
              <a:t> </a:t>
            </a:r>
            <a:r>
              <a:rPr spc="-25" dirty="0"/>
              <a:t>cấp </a:t>
            </a:r>
            <a:r>
              <a:rPr dirty="0"/>
              <a:t>ĐTĐM</a:t>
            </a:r>
            <a:r>
              <a:rPr spc="30" dirty="0"/>
              <a:t> </a:t>
            </a:r>
            <a:r>
              <a:rPr dirty="0"/>
              <a:t>khác</a:t>
            </a:r>
            <a:r>
              <a:rPr spc="35" dirty="0"/>
              <a:t> </a:t>
            </a:r>
            <a:r>
              <a:rPr dirty="0"/>
              <a:t>nhau</a:t>
            </a:r>
            <a:r>
              <a:rPr spc="25" dirty="0"/>
              <a:t> </a:t>
            </a:r>
            <a:r>
              <a:rPr dirty="0"/>
              <a:t>cho</a:t>
            </a:r>
            <a:r>
              <a:rPr spc="35" dirty="0"/>
              <a:t> </a:t>
            </a:r>
            <a:r>
              <a:rPr dirty="0"/>
              <a:t>mục</a:t>
            </a:r>
            <a:r>
              <a:rPr spc="30" dirty="0"/>
              <a:t> </a:t>
            </a:r>
            <a:r>
              <a:rPr dirty="0"/>
              <a:t>đích</a:t>
            </a:r>
            <a:r>
              <a:rPr spc="40" dirty="0"/>
              <a:t> </a:t>
            </a:r>
            <a:r>
              <a:rPr dirty="0"/>
              <a:t>khác</a:t>
            </a:r>
            <a:r>
              <a:rPr spc="35" dirty="0"/>
              <a:t> </a:t>
            </a:r>
            <a:r>
              <a:rPr dirty="0"/>
              <a:t>nhau</a:t>
            </a:r>
            <a:r>
              <a:rPr spc="35" dirty="0"/>
              <a:t> </a:t>
            </a:r>
            <a:r>
              <a:rPr dirty="0"/>
              <a:t>như</a:t>
            </a:r>
            <a:r>
              <a:rPr spc="40" dirty="0"/>
              <a:t> </a:t>
            </a:r>
            <a:r>
              <a:rPr dirty="0"/>
              <a:t>tăng</a:t>
            </a:r>
            <a:r>
              <a:rPr spc="40" dirty="0"/>
              <a:t> </a:t>
            </a:r>
            <a:r>
              <a:rPr dirty="0"/>
              <a:t>dự</a:t>
            </a:r>
            <a:r>
              <a:rPr spc="40" dirty="0"/>
              <a:t> </a:t>
            </a:r>
            <a:r>
              <a:rPr dirty="0"/>
              <a:t>phòng</a:t>
            </a:r>
            <a:r>
              <a:rPr spc="30" dirty="0"/>
              <a:t> </a:t>
            </a:r>
            <a:r>
              <a:rPr spc="-25" dirty="0"/>
              <a:t>hay </a:t>
            </a:r>
            <a:r>
              <a:rPr dirty="0"/>
              <a:t>tối</a:t>
            </a:r>
            <a:r>
              <a:rPr spc="-10" dirty="0"/>
              <a:t> </a:t>
            </a:r>
            <a:r>
              <a:rPr dirty="0"/>
              <a:t>ưu</a:t>
            </a:r>
            <a:r>
              <a:rPr spc="-5" dirty="0"/>
              <a:t> </a:t>
            </a:r>
            <a:r>
              <a:rPr dirty="0"/>
              <a:t>hệ</a:t>
            </a:r>
            <a:r>
              <a:rPr spc="-15" dirty="0"/>
              <a:t> </a:t>
            </a:r>
            <a:r>
              <a:rPr spc="-10" dirty="0"/>
              <a:t>thống.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74C33-0783-03D1-212F-56E0C04A3B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927" y="1066800"/>
            <a:ext cx="9534144" cy="53629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F3FDC-1BDB-FA4E-D73E-2860D5381B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444" y="973836"/>
            <a:ext cx="9649968" cy="54269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8FAD7-CAA1-F2BB-9A88-440FE87AAE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883" y="1165860"/>
            <a:ext cx="8714232" cy="51343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D462-8BB1-7BB0-4E1F-D19D4F90CE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dirty="0"/>
              <a:t>TRONG</a:t>
            </a:r>
            <a:r>
              <a:rPr spc="-10" dirty="0"/>
              <a:t> </a:t>
            </a:r>
            <a:r>
              <a:rPr dirty="0"/>
              <a:t>THỰC</a:t>
            </a:r>
            <a:r>
              <a:rPr spc="-5" dirty="0"/>
              <a:t> </a:t>
            </a:r>
            <a:r>
              <a:rPr spc="-25" dirty="0"/>
              <a:t>TẾ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9675495" cy="55543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biểu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thị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VN bao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gồm: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Google</a:t>
            </a:r>
            <a:r>
              <a:rPr sz="3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Cloud</a:t>
            </a:r>
            <a:r>
              <a:rPr sz="3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Platform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Amazon</a:t>
            </a:r>
            <a:r>
              <a:rPr sz="3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Web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Service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IBM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Cloud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Microsoft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Azure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Oracle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VMware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Cloud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FPT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Smart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Cloud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VNPT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Cloud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86741-7194-1F7A-9AA4-B0329A472D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5550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0" dirty="0"/>
              <a:t> </a:t>
            </a:r>
            <a:r>
              <a:rPr dirty="0"/>
              <a:t>CLOUD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691" y="933828"/>
            <a:ext cx="11892915" cy="548386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Data: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BigQuery,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Dataproc,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Dataflow…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Services: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Translate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API,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Prediction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API…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Storage: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Storage,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Datastore,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SQL…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Compute: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App Engine,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Compute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Engine,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IoT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(Internet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of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things).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Machine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Learning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Engine: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(trí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tuệ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nhân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tạo).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Hadoop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Apache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Spark: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hệ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nhanh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hơn.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0EA37-D228-5632-7F58-66C8CFF1A0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015">
              <a:lnSpc>
                <a:spcPct val="100000"/>
              </a:lnSpc>
              <a:spcBef>
                <a:spcPts val="100"/>
              </a:spcBef>
            </a:pPr>
            <a:r>
              <a:rPr dirty="0"/>
              <a:t>AMAZON WEB</a:t>
            </a:r>
            <a:r>
              <a:rPr spc="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10624185" cy="45078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Storage: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trữ.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Compute: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toán.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Developer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Tools: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triển.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Networking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&amp; Content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Delivery: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phối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 nội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dung.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Management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Tools: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Analysis: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tích.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Desktop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&amp;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App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Streaming: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Streaming.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224E1-4ED9-DF5D-8CD4-9463D7C9CA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2615">
              <a:lnSpc>
                <a:spcPct val="100000"/>
              </a:lnSpc>
              <a:spcBef>
                <a:spcPts val="100"/>
              </a:spcBef>
            </a:pPr>
            <a:r>
              <a:rPr dirty="0"/>
              <a:t>IBM </a:t>
            </a:r>
            <a:r>
              <a:rPr spc="-1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6495" cy="3411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Đây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PaaS,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SaaS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IaaS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chủ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cộng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người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quyền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 hạ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tầng.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IBM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zEnterprise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IBM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Power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IBM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PureSystem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6C91E-2F4F-B092-9B9A-3302DB4089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0">
              <a:lnSpc>
                <a:spcPct val="100000"/>
              </a:lnSpc>
              <a:spcBef>
                <a:spcPts val="100"/>
              </a:spcBef>
            </a:pPr>
            <a:r>
              <a:rPr dirty="0"/>
              <a:t>MICROSOFT</a:t>
            </a:r>
            <a:r>
              <a:rPr spc="-20" dirty="0"/>
              <a:t> </a:t>
            </a:r>
            <a:r>
              <a:rPr spc="-10" dirty="0"/>
              <a:t>AZURE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441" y="766165"/>
            <a:ext cx="9350375" cy="57880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machine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learning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tử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Containers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tích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Blockchain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âm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thanh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liệu,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mạng,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động,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vệ dữ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cụ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DevOps,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nền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web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CDA89-A7EC-60FA-326A-D08CB88F04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ORACLE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Dịch</a:t>
            </a:r>
            <a:r>
              <a:rPr spc="155" dirty="0"/>
              <a:t> </a:t>
            </a:r>
            <a:r>
              <a:rPr dirty="0"/>
              <a:t>vụ</a:t>
            </a:r>
            <a:r>
              <a:rPr spc="170" dirty="0"/>
              <a:t> </a:t>
            </a:r>
            <a:r>
              <a:rPr dirty="0"/>
              <a:t>điện</a:t>
            </a:r>
            <a:r>
              <a:rPr spc="170" dirty="0"/>
              <a:t> </a:t>
            </a:r>
            <a:r>
              <a:rPr dirty="0"/>
              <a:t>toán</a:t>
            </a:r>
            <a:r>
              <a:rPr spc="165" dirty="0"/>
              <a:t> </a:t>
            </a:r>
            <a:r>
              <a:rPr dirty="0"/>
              <a:t>đám</a:t>
            </a:r>
            <a:r>
              <a:rPr spc="165" dirty="0"/>
              <a:t> </a:t>
            </a:r>
            <a:r>
              <a:rPr dirty="0"/>
              <a:t>mây</a:t>
            </a:r>
            <a:r>
              <a:rPr spc="170" dirty="0"/>
              <a:t> </a:t>
            </a:r>
            <a:r>
              <a:rPr dirty="0"/>
              <a:t>Oracle</a:t>
            </a:r>
            <a:r>
              <a:rPr spc="165" dirty="0"/>
              <a:t> </a:t>
            </a:r>
            <a:r>
              <a:rPr dirty="0"/>
              <a:t>(Oracle</a:t>
            </a:r>
            <a:r>
              <a:rPr spc="160" dirty="0"/>
              <a:t> </a:t>
            </a:r>
            <a:r>
              <a:rPr dirty="0"/>
              <a:t>Cloud</a:t>
            </a:r>
            <a:r>
              <a:rPr spc="160" dirty="0"/>
              <a:t> </a:t>
            </a:r>
            <a:r>
              <a:rPr dirty="0"/>
              <a:t>Infrastructure</a:t>
            </a:r>
            <a:r>
              <a:rPr spc="170" dirty="0"/>
              <a:t> </a:t>
            </a:r>
            <a:r>
              <a:rPr spc="-50" dirty="0"/>
              <a:t>– </a:t>
            </a:r>
            <a:r>
              <a:rPr dirty="0"/>
              <a:t>OCI)</a:t>
            </a:r>
            <a:r>
              <a:rPr spc="285" dirty="0"/>
              <a:t> </a:t>
            </a:r>
            <a:r>
              <a:rPr dirty="0"/>
              <a:t>cung</a:t>
            </a:r>
            <a:r>
              <a:rPr spc="295" dirty="0"/>
              <a:t> </a:t>
            </a:r>
            <a:r>
              <a:rPr dirty="0"/>
              <a:t>cấp</a:t>
            </a:r>
            <a:r>
              <a:rPr spc="275" dirty="0"/>
              <a:t> </a:t>
            </a:r>
            <a:r>
              <a:rPr dirty="0"/>
              <a:t>giải</a:t>
            </a:r>
            <a:r>
              <a:rPr spc="275" dirty="0"/>
              <a:t> </a:t>
            </a:r>
            <a:r>
              <a:rPr dirty="0"/>
              <a:t>pháp</a:t>
            </a:r>
            <a:r>
              <a:rPr spc="290" dirty="0"/>
              <a:t> </a:t>
            </a:r>
            <a:r>
              <a:rPr dirty="0"/>
              <a:t>toàn</a:t>
            </a:r>
            <a:r>
              <a:rPr spc="285" dirty="0"/>
              <a:t> </a:t>
            </a:r>
            <a:r>
              <a:rPr dirty="0"/>
              <a:t>diện</a:t>
            </a:r>
            <a:r>
              <a:rPr spc="285" dirty="0"/>
              <a:t> </a:t>
            </a:r>
            <a:r>
              <a:rPr dirty="0"/>
              <a:t>cả</a:t>
            </a:r>
            <a:r>
              <a:rPr spc="275" dirty="0"/>
              <a:t> </a:t>
            </a:r>
            <a:r>
              <a:rPr dirty="0"/>
              <a:t>về</a:t>
            </a:r>
            <a:r>
              <a:rPr spc="290" dirty="0"/>
              <a:t> </a:t>
            </a:r>
            <a:r>
              <a:rPr dirty="0"/>
              <a:t>các</a:t>
            </a:r>
            <a:r>
              <a:rPr spc="285" dirty="0"/>
              <a:t> </a:t>
            </a:r>
            <a:r>
              <a:rPr dirty="0"/>
              <a:t>dịch</a:t>
            </a:r>
            <a:r>
              <a:rPr spc="285" dirty="0"/>
              <a:t> </a:t>
            </a:r>
            <a:r>
              <a:rPr dirty="0"/>
              <a:t>vụ</a:t>
            </a:r>
            <a:r>
              <a:rPr spc="290" dirty="0"/>
              <a:t> </a:t>
            </a:r>
            <a:r>
              <a:rPr dirty="0"/>
              <a:t>IaaS,</a:t>
            </a:r>
            <a:r>
              <a:rPr spc="300" dirty="0"/>
              <a:t> </a:t>
            </a:r>
            <a:r>
              <a:rPr spc="-10" dirty="0"/>
              <a:t>PaaS, </a:t>
            </a:r>
            <a:r>
              <a:rPr dirty="0"/>
              <a:t>SaaS</a:t>
            </a:r>
            <a:r>
              <a:rPr spc="-25" dirty="0"/>
              <a:t> </a:t>
            </a:r>
            <a:r>
              <a:rPr dirty="0"/>
              <a:t>và</a:t>
            </a:r>
            <a:r>
              <a:rPr spc="-20" dirty="0"/>
              <a:t> </a:t>
            </a:r>
            <a:r>
              <a:rPr spc="-10" dirty="0"/>
              <a:t>DaaS.</a:t>
            </a: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Oracle</a:t>
            </a:r>
            <a:r>
              <a:rPr spc="295" dirty="0"/>
              <a:t> </a:t>
            </a:r>
            <a:r>
              <a:rPr dirty="0"/>
              <a:t>đa</a:t>
            </a:r>
            <a:r>
              <a:rPr spc="305" dirty="0"/>
              <a:t> </a:t>
            </a:r>
            <a:r>
              <a:rPr dirty="0"/>
              <a:t>dạng</a:t>
            </a:r>
            <a:r>
              <a:rPr spc="285" dirty="0"/>
              <a:t> </a:t>
            </a:r>
            <a:r>
              <a:rPr dirty="0"/>
              <a:t>các</a:t>
            </a:r>
            <a:r>
              <a:rPr spc="290" dirty="0"/>
              <a:t> </a:t>
            </a:r>
            <a:r>
              <a:rPr dirty="0"/>
              <a:t>dịch</a:t>
            </a:r>
            <a:r>
              <a:rPr spc="295" dirty="0"/>
              <a:t> </a:t>
            </a:r>
            <a:r>
              <a:rPr dirty="0"/>
              <a:t>vụ</a:t>
            </a:r>
            <a:r>
              <a:rPr spc="295" dirty="0"/>
              <a:t> </a:t>
            </a:r>
            <a:r>
              <a:rPr dirty="0"/>
              <a:t>như</a:t>
            </a:r>
            <a:r>
              <a:rPr spc="290" dirty="0"/>
              <a:t> </a:t>
            </a:r>
            <a:r>
              <a:rPr dirty="0"/>
              <a:t>máy</a:t>
            </a:r>
            <a:r>
              <a:rPr spc="300" dirty="0"/>
              <a:t> </a:t>
            </a:r>
            <a:r>
              <a:rPr dirty="0"/>
              <a:t>tính,</a:t>
            </a:r>
            <a:r>
              <a:rPr spc="275" dirty="0"/>
              <a:t> </a:t>
            </a:r>
            <a:r>
              <a:rPr dirty="0"/>
              <a:t>cơ</a:t>
            </a:r>
            <a:r>
              <a:rPr spc="295" dirty="0"/>
              <a:t> </a:t>
            </a:r>
            <a:r>
              <a:rPr dirty="0"/>
              <a:t>sở</a:t>
            </a:r>
            <a:r>
              <a:rPr spc="285" dirty="0"/>
              <a:t> </a:t>
            </a:r>
            <a:r>
              <a:rPr dirty="0"/>
              <a:t>dữ</a:t>
            </a:r>
            <a:r>
              <a:rPr spc="290" dirty="0"/>
              <a:t> </a:t>
            </a:r>
            <a:r>
              <a:rPr dirty="0"/>
              <a:t>liệu,</a:t>
            </a:r>
            <a:r>
              <a:rPr spc="300" dirty="0"/>
              <a:t> </a:t>
            </a:r>
            <a:r>
              <a:rPr dirty="0"/>
              <a:t>lưu</a:t>
            </a:r>
            <a:r>
              <a:rPr spc="295" dirty="0"/>
              <a:t> </a:t>
            </a:r>
            <a:r>
              <a:rPr spc="-20" dirty="0"/>
              <a:t>trữ, </a:t>
            </a:r>
            <a:r>
              <a:rPr dirty="0"/>
              <a:t>nền</a:t>
            </a:r>
            <a:r>
              <a:rPr spc="-5" dirty="0"/>
              <a:t> </a:t>
            </a:r>
            <a:r>
              <a:rPr spc="-10" dirty="0"/>
              <a:t>tảng,..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Oracle</a:t>
            </a:r>
            <a:r>
              <a:rPr spc="375" dirty="0"/>
              <a:t> </a:t>
            </a:r>
            <a:r>
              <a:rPr dirty="0"/>
              <a:t>bao</a:t>
            </a:r>
            <a:r>
              <a:rPr spc="365" dirty="0"/>
              <a:t> </a:t>
            </a:r>
            <a:r>
              <a:rPr dirty="0"/>
              <a:t>gồm</a:t>
            </a:r>
            <a:r>
              <a:rPr spc="350" dirty="0"/>
              <a:t> </a:t>
            </a:r>
            <a:r>
              <a:rPr dirty="0"/>
              <a:t>nhiều</a:t>
            </a:r>
            <a:r>
              <a:rPr spc="365" dirty="0"/>
              <a:t> </a:t>
            </a:r>
            <a:r>
              <a:rPr dirty="0"/>
              <a:t>dịch</a:t>
            </a:r>
            <a:r>
              <a:rPr spc="365" dirty="0"/>
              <a:t> </a:t>
            </a:r>
            <a:r>
              <a:rPr dirty="0"/>
              <a:t>vụ</a:t>
            </a:r>
            <a:r>
              <a:rPr spc="370" dirty="0"/>
              <a:t> </a:t>
            </a:r>
            <a:r>
              <a:rPr dirty="0"/>
              <a:t>trong</a:t>
            </a:r>
            <a:r>
              <a:rPr spc="360" dirty="0"/>
              <a:t> </a:t>
            </a:r>
            <a:r>
              <a:rPr dirty="0"/>
              <a:t>đó</a:t>
            </a:r>
            <a:r>
              <a:rPr spc="370" dirty="0"/>
              <a:t> </a:t>
            </a:r>
            <a:r>
              <a:rPr dirty="0"/>
              <a:t>có</a:t>
            </a:r>
            <a:r>
              <a:rPr spc="355" dirty="0"/>
              <a:t> </a:t>
            </a:r>
            <a:r>
              <a:rPr dirty="0"/>
              <a:t>một</a:t>
            </a:r>
            <a:r>
              <a:rPr spc="370" dirty="0"/>
              <a:t> </a:t>
            </a:r>
            <a:r>
              <a:rPr dirty="0"/>
              <a:t>số</a:t>
            </a:r>
            <a:r>
              <a:rPr spc="370" dirty="0"/>
              <a:t> </a:t>
            </a:r>
            <a:r>
              <a:rPr dirty="0"/>
              <a:t>dịch</a:t>
            </a:r>
            <a:r>
              <a:rPr spc="365" dirty="0"/>
              <a:t> </a:t>
            </a:r>
            <a:r>
              <a:rPr dirty="0"/>
              <a:t>vụ</a:t>
            </a:r>
            <a:r>
              <a:rPr spc="375" dirty="0"/>
              <a:t> </a:t>
            </a:r>
            <a:r>
              <a:rPr spc="-10" dirty="0"/>
              <a:t>trung </a:t>
            </a:r>
            <a:r>
              <a:rPr dirty="0"/>
              <a:t>tâm</a:t>
            </a:r>
            <a:r>
              <a:rPr spc="35" dirty="0"/>
              <a:t> </a:t>
            </a:r>
            <a:r>
              <a:rPr dirty="0"/>
              <a:t>là:</a:t>
            </a:r>
            <a:r>
              <a:rPr spc="25" dirty="0"/>
              <a:t> </a:t>
            </a:r>
            <a:r>
              <a:rPr dirty="0"/>
              <a:t>mạng</a:t>
            </a:r>
            <a:r>
              <a:rPr spc="25" dirty="0"/>
              <a:t> </a:t>
            </a:r>
            <a:r>
              <a:rPr dirty="0"/>
              <a:t>lưới</a:t>
            </a:r>
            <a:r>
              <a:rPr spc="5" dirty="0"/>
              <a:t> </a:t>
            </a:r>
            <a:r>
              <a:rPr dirty="0"/>
              <a:t>ảo</a:t>
            </a:r>
            <a:r>
              <a:rPr spc="20" dirty="0"/>
              <a:t> </a:t>
            </a:r>
            <a:r>
              <a:rPr dirty="0"/>
              <a:t>hóa</a:t>
            </a:r>
            <a:r>
              <a:rPr spc="35" dirty="0"/>
              <a:t> </a:t>
            </a:r>
            <a:r>
              <a:rPr dirty="0"/>
              <a:t>độc</a:t>
            </a:r>
            <a:r>
              <a:rPr spc="35" dirty="0"/>
              <a:t> </a:t>
            </a:r>
            <a:r>
              <a:rPr dirty="0"/>
              <a:t>lập,</a:t>
            </a:r>
            <a:r>
              <a:rPr spc="15" dirty="0"/>
              <a:t> </a:t>
            </a:r>
            <a:r>
              <a:rPr dirty="0"/>
              <a:t>phát</a:t>
            </a:r>
            <a:r>
              <a:rPr spc="30" dirty="0"/>
              <a:t> </a:t>
            </a:r>
            <a:r>
              <a:rPr dirty="0"/>
              <a:t>triển</a:t>
            </a:r>
            <a:r>
              <a:rPr spc="20" dirty="0"/>
              <a:t> </a:t>
            </a:r>
            <a:r>
              <a:rPr dirty="0"/>
              <a:t>ứng</a:t>
            </a:r>
            <a:r>
              <a:rPr spc="30" dirty="0"/>
              <a:t> </a:t>
            </a:r>
            <a:r>
              <a:rPr dirty="0"/>
              <a:t>dụng,</a:t>
            </a:r>
            <a:r>
              <a:rPr spc="30" dirty="0"/>
              <a:t> </a:t>
            </a:r>
            <a:r>
              <a:rPr dirty="0"/>
              <a:t>cá</a:t>
            </a:r>
            <a:r>
              <a:rPr spc="25" dirty="0"/>
              <a:t> </a:t>
            </a:r>
            <a:r>
              <a:rPr dirty="0"/>
              <a:t>nhân</a:t>
            </a:r>
            <a:r>
              <a:rPr spc="25" dirty="0"/>
              <a:t> </a:t>
            </a:r>
            <a:r>
              <a:rPr spc="-25" dirty="0"/>
              <a:t>hóa </a:t>
            </a:r>
            <a:r>
              <a:rPr dirty="0"/>
              <a:t>trải</a:t>
            </a:r>
            <a:r>
              <a:rPr spc="635" dirty="0"/>
              <a:t> </a:t>
            </a:r>
            <a:r>
              <a:rPr dirty="0"/>
              <a:t>nghiệm</a:t>
            </a:r>
            <a:r>
              <a:rPr spc="640" dirty="0"/>
              <a:t> </a:t>
            </a:r>
            <a:r>
              <a:rPr dirty="0"/>
              <a:t>khách</a:t>
            </a:r>
            <a:r>
              <a:rPr spc="645" dirty="0"/>
              <a:t> </a:t>
            </a:r>
            <a:r>
              <a:rPr dirty="0"/>
              <a:t>hàng,</a:t>
            </a:r>
            <a:r>
              <a:rPr spc="645" dirty="0"/>
              <a:t> </a:t>
            </a:r>
            <a:r>
              <a:rPr dirty="0"/>
              <a:t>lập</a:t>
            </a:r>
            <a:r>
              <a:rPr spc="640" dirty="0"/>
              <a:t> </a:t>
            </a:r>
            <a:r>
              <a:rPr dirty="0"/>
              <a:t>kế</a:t>
            </a:r>
            <a:r>
              <a:rPr spc="650" dirty="0"/>
              <a:t> </a:t>
            </a:r>
            <a:r>
              <a:rPr dirty="0"/>
              <a:t>hoạch</a:t>
            </a:r>
            <a:r>
              <a:rPr spc="645" dirty="0"/>
              <a:t> </a:t>
            </a:r>
            <a:r>
              <a:rPr dirty="0"/>
              <a:t>nguồn</a:t>
            </a:r>
            <a:r>
              <a:rPr spc="645" dirty="0"/>
              <a:t> </a:t>
            </a:r>
            <a:r>
              <a:rPr dirty="0"/>
              <a:t>lực</a:t>
            </a:r>
            <a:r>
              <a:rPr spc="635" dirty="0"/>
              <a:t> </a:t>
            </a:r>
            <a:r>
              <a:rPr dirty="0"/>
              <a:t>doanh</a:t>
            </a:r>
            <a:r>
              <a:rPr spc="650" dirty="0"/>
              <a:t> </a:t>
            </a:r>
            <a:r>
              <a:rPr spc="-10" dirty="0"/>
              <a:t>nghiệp (ERP),…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26D9C-67DA-95C6-F919-136A2644FB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0">
              <a:lnSpc>
                <a:spcPct val="100000"/>
              </a:lnSpc>
              <a:spcBef>
                <a:spcPts val="100"/>
              </a:spcBef>
            </a:pPr>
            <a:r>
              <a:rPr dirty="0"/>
              <a:t>VMWARE </a:t>
            </a:r>
            <a:r>
              <a:rPr spc="-10" dirty="0"/>
              <a:t>CLOUD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VMware</a:t>
            </a:r>
            <a:r>
              <a:rPr spc="35" dirty="0"/>
              <a:t> </a:t>
            </a:r>
            <a:r>
              <a:rPr dirty="0"/>
              <a:t>cung</a:t>
            </a:r>
            <a:r>
              <a:rPr spc="45" dirty="0"/>
              <a:t> </a:t>
            </a:r>
            <a:r>
              <a:rPr dirty="0"/>
              <a:t>cấp</a:t>
            </a:r>
            <a:r>
              <a:rPr spc="30" dirty="0"/>
              <a:t> </a:t>
            </a:r>
            <a:r>
              <a:rPr dirty="0"/>
              <a:t>quyền</a:t>
            </a:r>
            <a:r>
              <a:rPr spc="45" dirty="0"/>
              <a:t> </a:t>
            </a:r>
            <a:r>
              <a:rPr dirty="0"/>
              <a:t>truy</a:t>
            </a:r>
            <a:r>
              <a:rPr spc="50" dirty="0"/>
              <a:t> </a:t>
            </a:r>
            <a:r>
              <a:rPr dirty="0"/>
              <a:t>cập</a:t>
            </a:r>
            <a:r>
              <a:rPr spc="40" dirty="0"/>
              <a:t> </a:t>
            </a:r>
            <a:r>
              <a:rPr dirty="0"/>
              <a:t>an</a:t>
            </a:r>
            <a:r>
              <a:rPr spc="50" dirty="0"/>
              <a:t> </a:t>
            </a:r>
            <a:r>
              <a:rPr dirty="0"/>
              <a:t>toàn</a:t>
            </a:r>
            <a:r>
              <a:rPr spc="30" dirty="0"/>
              <a:t> </a:t>
            </a:r>
            <a:r>
              <a:rPr dirty="0"/>
              <a:t>vào</a:t>
            </a:r>
            <a:r>
              <a:rPr spc="40" dirty="0"/>
              <a:t> </a:t>
            </a:r>
            <a:r>
              <a:rPr dirty="0"/>
              <a:t>ứng</a:t>
            </a:r>
            <a:r>
              <a:rPr spc="25" dirty="0"/>
              <a:t> </a:t>
            </a:r>
            <a:r>
              <a:rPr dirty="0"/>
              <a:t>dụng</a:t>
            </a:r>
            <a:r>
              <a:rPr spc="35" dirty="0"/>
              <a:t> </a:t>
            </a:r>
            <a:r>
              <a:rPr dirty="0"/>
              <a:t>và</a:t>
            </a:r>
            <a:r>
              <a:rPr spc="35" dirty="0"/>
              <a:t> </a:t>
            </a:r>
            <a:r>
              <a:rPr dirty="0"/>
              <a:t>dữ</a:t>
            </a:r>
            <a:r>
              <a:rPr spc="30" dirty="0"/>
              <a:t> </a:t>
            </a:r>
            <a:r>
              <a:rPr spc="-20" dirty="0"/>
              <a:t>liệu </a:t>
            </a:r>
            <a:r>
              <a:rPr dirty="0"/>
              <a:t>từ</a:t>
            </a:r>
            <a:r>
              <a:rPr spc="-5" dirty="0"/>
              <a:t> </a:t>
            </a:r>
            <a:r>
              <a:rPr dirty="0"/>
              <a:t>nhiều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20" dirty="0"/>
              <a:t> </a:t>
            </a:r>
            <a:r>
              <a:rPr spc="-25" dirty="0"/>
              <a:t>bị.</a:t>
            </a: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Cung</a:t>
            </a:r>
            <a:r>
              <a:rPr spc="315" dirty="0"/>
              <a:t> </a:t>
            </a:r>
            <a:r>
              <a:rPr dirty="0"/>
              <a:t>cấp</a:t>
            </a:r>
            <a:r>
              <a:rPr spc="330" dirty="0"/>
              <a:t> </a:t>
            </a:r>
            <a:r>
              <a:rPr dirty="0"/>
              <a:t>các</a:t>
            </a:r>
            <a:r>
              <a:rPr spc="320" dirty="0"/>
              <a:t> </a:t>
            </a:r>
            <a:r>
              <a:rPr dirty="0"/>
              <a:t>dịch</a:t>
            </a:r>
            <a:r>
              <a:rPr spc="315" dirty="0"/>
              <a:t> </a:t>
            </a:r>
            <a:r>
              <a:rPr dirty="0"/>
              <a:t>vụ</a:t>
            </a:r>
            <a:r>
              <a:rPr spc="325" dirty="0"/>
              <a:t> </a:t>
            </a:r>
            <a:r>
              <a:rPr dirty="0"/>
              <a:t>giải</a:t>
            </a:r>
            <a:r>
              <a:rPr spc="305" dirty="0"/>
              <a:t> </a:t>
            </a:r>
            <a:r>
              <a:rPr dirty="0"/>
              <a:t>pháp</a:t>
            </a:r>
            <a:r>
              <a:rPr spc="315" dirty="0"/>
              <a:t> </a:t>
            </a:r>
            <a:r>
              <a:rPr dirty="0"/>
              <a:t>về:</a:t>
            </a:r>
            <a:r>
              <a:rPr spc="320" dirty="0"/>
              <a:t> </a:t>
            </a:r>
            <a:r>
              <a:rPr dirty="0"/>
              <a:t>Tính</a:t>
            </a:r>
            <a:r>
              <a:rPr spc="325" dirty="0"/>
              <a:t> </a:t>
            </a:r>
            <a:r>
              <a:rPr dirty="0"/>
              <a:t>toán,</a:t>
            </a:r>
            <a:r>
              <a:rPr spc="315" dirty="0"/>
              <a:t> </a:t>
            </a:r>
            <a:r>
              <a:rPr dirty="0"/>
              <a:t>quản</a:t>
            </a:r>
            <a:r>
              <a:rPr spc="315" dirty="0"/>
              <a:t> </a:t>
            </a:r>
            <a:r>
              <a:rPr dirty="0"/>
              <a:t>lý</a:t>
            </a:r>
            <a:r>
              <a:rPr spc="315" dirty="0"/>
              <a:t> </a:t>
            </a:r>
            <a:r>
              <a:rPr dirty="0"/>
              <a:t>hệ</a:t>
            </a:r>
            <a:r>
              <a:rPr spc="320" dirty="0"/>
              <a:t> </a:t>
            </a:r>
            <a:r>
              <a:rPr spc="-10" dirty="0"/>
              <a:t>thống, </a:t>
            </a:r>
            <a:r>
              <a:rPr dirty="0"/>
              <a:t>triển</a:t>
            </a:r>
            <a:r>
              <a:rPr spc="-25" dirty="0"/>
              <a:t> </a:t>
            </a:r>
            <a:r>
              <a:rPr dirty="0"/>
              <a:t>khai</a:t>
            </a:r>
            <a:r>
              <a:rPr spc="-35" dirty="0"/>
              <a:t> </a:t>
            </a:r>
            <a:r>
              <a:rPr dirty="0"/>
              <a:t>sản</a:t>
            </a:r>
            <a:r>
              <a:rPr spc="-5" dirty="0"/>
              <a:t> </a:t>
            </a:r>
            <a:r>
              <a:rPr spc="-10" dirty="0"/>
              <a:t>phẩm,…</a:t>
            </a:r>
          </a:p>
          <a:p>
            <a:pPr marL="355600" marR="698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Thêm</a:t>
            </a:r>
            <a:r>
              <a:rPr spc="275" dirty="0"/>
              <a:t> </a:t>
            </a:r>
            <a:r>
              <a:rPr dirty="0"/>
              <a:t>vào</a:t>
            </a:r>
            <a:r>
              <a:rPr spc="295" dirty="0"/>
              <a:t> </a:t>
            </a:r>
            <a:r>
              <a:rPr dirty="0"/>
              <a:t>đó,</a:t>
            </a:r>
            <a:r>
              <a:rPr spc="280" dirty="0"/>
              <a:t> </a:t>
            </a:r>
            <a:r>
              <a:rPr dirty="0"/>
              <a:t>VMware</a:t>
            </a:r>
            <a:r>
              <a:rPr spc="305" dirty="0"/>
              <a:t> </a:t>
            </a:r>
            <a:r>
              <a:rPr dirty="0"/>
              <a:t>cung</a:t>
            </a:r>
            <a:r>
              <a:rPr spc="285" dirty="0"/>
              <a:t> </a:t>
            </a:r>
            <a:r>
              <a:rPr dirty="0"/>
              <a:t>cấp</a:t>
            </a:r>
            <a:r>
              <a:rPr spc="285" dirty="0"/>
              <a:t> </a:t>
            </a:r>
            <a:r>
              <a:rPr dirty="0"/>
              <a:t>cấu</a:t>
            </a:r>
            <a:r>
              <a:rPr spc="295" dirty="0"/>
              <a:t> </a:t>
            </a:r>
            <a:r>
              <a:rPr dirty="0"/>
              <a:t>trúc</a:t>
            </a:r>
            <a:r>
              <a:rPr spc="275" dirty="0"/>
              <a:t> </a:t>
            </a:r>
            <a:r>
              <a:rPr dirty="0"/>
              <a:t>phần</a:t>
            </a:r>
            <a:r>
              <a:rPr spc="285" dirty="0"/>
              <a:t> </a:t>
            </a:r>
            <a:r>
              <a:rPr dirty="0"/>
              <a:t>mềm</a:t>
            </a:r>
            <a:r>
              <a:rPr spc="290" dirty="0"/>
              <a:t> </a:t>
            </a:r>
            <a:r>
              <a:rPr dirty="0"/>
              <a:t>có</a:t>
            </a:r>
            <a:r>
              <a:rPr spc="295" dirty="0"/>
              <a:t> </a:t>
            </a:r>
            <a:r>
              <a:rPr dirty="0"/>
              <a:t>tính</a:t>
            </a:r>
            <a:r>
              <a:rPr spc="300" dirty="0"/>
              <a:t> </a:t>
            </a:r>
            <a:r>
              <a:rPr spc="-20" dirty="0"/>
              <a:t>tích </a:t>
            </a:r>
            <a:r>
              <a:rPr dirty="0"/>
              <a:t>hợp</a:t>
            </a:r>
            <a:r>
              <a:rPr spc="-20" dirty="0"/>
              <a:t> </a:t>
            </a:r>
            <a:r>
              <a:rPr dirty="0"/>
              <a:t>để</a:t>
            </a:r>
            <a:r>
              <a:rPr spc="-10" dirty="0"/>
              <a:t> </a:t>
            </a:r>
            <a:r>
              <a:rPr dirty="0"/>
              <a:t>sử</a:t>
            </a:r>
            <a:r>
              <a:rPr spc="-15" dirty="0"/>
              <a:t> </a:t>
            </a:r>
            <a:r>
              <a:rPr dirty="0"/>
              <a:t>dụng</a:t>
            </a:r>
            <a:r>
              <a:rPr spc="-35" dirty="0"/>
              <a:t> </a:t>
            </a:r>
            <a:r>
              <a:rPr dirty="0"/>
              <a:t>tại</a:t>
            </a:r>
            <a:r>
              <a:rPr spc="-5" dirty="0"/>
              <a:t> </a:t>
            </a:r>
            <a:r>
              <a:rPr spc="-20" dirty="0"/>
              <a:t>chỗ.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C7C35-56C7-2529-EB08-B1493D61E2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0">
              <a:lnSpc>
                <a:spcPct val="100000"/>
              </a:lnSpc>
              <a:spcBef>
                <a:spcPts val="100"/>
              </a:spcBef>
            </a:pPr>
            <a:r>
              <a:rPr dirty="0"/>
              <a:t>FPT</a:t>
            </a:r>
            <a:r>
              <a:rPr spc="-15" dirty="0"/>
              <a:t> </a:t>
            </a:r>
            <a:r>
              <a:rPr dirty="0"/>
              <a:t>SMART </a:t>
            </a:r>
            <a:r>
              <a:rPr spc="-10" dirty="0"/>
              <a:t>CLOUD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FPT</a:t>
            </a:r>
            <a:r>
              <a:rPr spc="25" dirty="0"/>
              <a:t> </a:t>
            </a:r>
            <a:r>
              <a:rPr dirty="0"/>
              <a:t>Smart</a:t>
            </a:r>
            <a:r>
              <a:rPr spc="20" dirty="0"/>
              <a:t> </a:t>
            </a:r>
            <a:r>
              <a:rPr dirty="0"/>
              <a:t>Cloud</a:t>
            </a:r>
            <a:r>
              <a:rPr spc="25" dirty="0"/>
              <a:t> </a:t>
            </a:r>
            <a:r>
              <a:rPr dirty="0"/>
              <a:t>(FCI)</a:t>
            </a:r>
            <a:r>
              <a:rPr spc="30" dirty="0"/>
              <a:t> </a:t>
            </a:r>
            <a:r>
              <a:rPr dirty="0"/>
              <a:t>cung</a:t>
            </a:r>
            <a:r>
              <a:rPr spc="40" dirty="0"/>
              <a:t> </a:t>
            </a:r>
            <a:r>
              <a:rPr dirty="0"/>
              <a:t>cấp</a:t>
            </a:r>
            <a:r>
              <a:rPr spc="30" dirty="0"/>
              <a:t> </a:t>
            </a:r>
            <a:r>
              <a:rPr dirty="0"/>
              <a:t>các</a:t>
            </a:r>
            <a:r>
              <a:rPr spc="35" dirty="0"/>
              <a:t> </a:t>
            </a:r>
            <a:r>
              <a:rPr dirty="0"/>
              <a:t>giải</a:t>
            </a:r>
            <a:r>
              <a:rPr spc="25" dirty="0"/>
              <a:t> </a:t>
            </a:r>
            <a:r>
              <a:rPr dirty="0"/>
              <a:t>pháp</a:t>
            </a:r>
            <a:r>
              <a:rPr spc="35" dirty="0"/>
              <a:t> </a:t>
            </a:r>
            <a:r>
              <a:rPr dirty="0"/>
              <a:t>về</a:t>
            </a:r>
            <a:r>
              <a:rPr spc="35" dirty="0"/>
              <a:t> </a:t>
            </a:r>
            <a:r>
              <a:rPr dirty="0"/>
              <a:t>ứng</a:t>
            </a:r>
            <a:r>
              <a:rPr spc="35" dirty="0"/>
              <a:t> </a:t>
            </a:r>
            <a:r>
              <a:rPr dirty="0"/>
              <a:t>dụng</a:t>
            </a:r>
            <a:r>
              <a:rPr spc="40" dirty="0"/>
              <a:t> </a:t>
            </a:r>
            <a:r>
              <a:rPr dirty="0"/>
              <a:t>trí</a:t>
            </a:r>
            <a:r>
              <a:rPr spc="30" dirty="0"/>
              <a:t> </a:t>
            </a:r>
            <a:r>
              <a:rPr spc="-25" dirty="0"/>
              <a:t>tuệ </a:t>
            </a:r>
            <a:r>
              <a:rPr dirty="0"/>
              <a:t>nhân</a:t>
            </a:r>
            <a:r>
              <a:rPr spc="-30" dirty="0"/>
              <a:t> </a:t>
            </a:r>
            <a:r>
              <a:rPr dirty="0"/>
              <a:t>tạo</a:t>
            </a:r>
            <a:r>
              <a:rPr spc="-5" dirty="0"/>
              <a:t> </a:t>
            </a:r>
            <a:r>
              <a:rPr dirty="0"/>
              <a:t>AI</a:t>
            </a:r>
            <a:r>
              <a:rPr spc="-10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điện</a:t>
            </a:r>
            <a:r>
              <a:rPr spc="-5" dirty="0"/>
              <a:t> </a:t>
            </a:r>
            <a:r>
              <a:rPr dirty="0"/>
              <a:t>toán</a:t>
            </a:r>
            <a:r>
              <a:rPr spc="-5" dirty="0"/>
              <a:t> </a:t>
            </a:r>
            <a:r>
              <a:rPr dirty="0"/>
              <a:t>đám</a:t>
            </a:r>
            <a:r>
              <a:rPr spc="-20" dirty="0"/>
              <a:t> mây.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FPT</a:t>
            </a:r>
            <a:r>
              <a:rPr spc="305" dirty="0"/>
              <a:t> </a:t>
            </a:r>
            <a:r>
              <a:rPr dirty="0"/>
              <a:t>Cloud</a:t>
            </a:r>
            <a:r>
              <a:rPr spc="305" dirty="0"/>
              <a:t> </a:t>
            </a:r>
            <a:r>
              <a:rPr dirty="0"/>
              <a:t>cung</a:t>
            </a:r>
            <a:r>
              <a:rPr spc="300" dirty="0"/>
              <a:t> </a:t>
            </a:r>
            <a:r>
              <a:rPr dirty="0"/>
              <a:t>cấp</a:t>
            </a:r>
            <a:r>
              <a:rPr spc="305" dirty="0"/>
              <a:t> </a:t>
            </a:r>
            <a:r>
              <a:rPr dirty="0"/>
              <a:t>nhiều</a:t>
            </a:r>
            <a:r>
              <a:rPr spc="300" dirty="0"/>
              <a:t> </a:t>
            </a:r>
            <a:r>
              <a:rPr dirty="0"/>
              <a:t>dịch</a:t>
            </a:r>
            <a:r>
              <a:rPr spc="300" dirty="0"/>
              <a:t> </a:t>
            </a:r>
            <a:r>
              <a:rPr dirty="0"/>
              <a:t>vụ</a:t>
            </a:r>
            <a:r>
              <a:rPr spc="300" dirty="0"/>
              <a:t> </a:t>
            </a:r>
            <a:r>
              <a:rPr dirty="0"/>
              <a:t>hỗ</a:t>
            </a:r>
            <a:r>
              <a:rPr spc="320" dirty="0"/>
              <a:t> </a:t>
            </a:r>
            <a:r>
              <a:rPr dirty="0"/>
              <a:t>trợ</a:t>
            </a:r>
            <a:r>
              <a:rPr spc="285" dirty="0"/>
              <a:t> </a:t>
            </a:r>
            <a:r>
              <a:rPr dirty="0"/>
              <a:t>doanh</a:t>
            </a:r>
            <a:r>
              <a:rPr spc="305" dirty="0"/>
              <a:t> </a:t>
            </a:r>
            <a:r>
              <a:rPr dirty="0"/>
              <a:t>nghiệp</a:t>
            </a:r>
            <a:r>
              <a:rPr spc="315" dirty="0"/>
              <a:t> </a:t>
            </a:r>
            <a:r>
              <a:rPr dirty="0"/>
              <a:t>trên</a:t>
            </a:r>
            <a:r>
              <a:rPr spc="300" dirty="0"/>
              <a:t> </a:t>
            </a:r>
            <a:r>
              <a:rPr spc="-25" dirty="0"/>
              <a:t>nền </a:t>
            </a:r>
            <a:r>
              <a:rPr dirty="0"/>
              <a:t>tảng</a:t>
            </a:r>
            <a:r>
              <a:rPr spc="170" dirty="0"/>
              <a:t> </a:t>
            </a:r>
            <a:r>
              <a:rPr dirty="0"/>
              <a:t>đám</a:t>
            </a:r>
            <a:r>
              <a:rPr spc="175" dirty="0"/>
              <a:t> </a:t>
            </a:r>
            <a:r>
              <a:rPr dirty="0"/>
              <a:t>mây</a:t>
            </a:r>
            <a:r>
              <a:rPr spc="175" dirty="0"/>
              <a:t> </a:t>
            </a:r>
            <a:r>
              <a:rPr dirty="0"/>
              <a:t>như:</a:t>
            </a:r>
            <a:r>
              <a:rPr spc="180" dirty="0"/>
              <a:t> </a:t>
            </a:r>
            <a:r>
              <a:rPr dirty="0"/>
              <a:t>Lưu</a:t>
            </a:r>
            <a:r>
              <a:rPr spc="190" dirty="0"/>
              <a:t> </a:t>
            </a:r>
            <a:r>
              <a:rPr dirty="0"/>
              <a:t>trữ,</a:t>
            </a:r>
            <a:r>
              <a:rPr spc="185" dirty="0"/>
              <a:t> </a:t>
            </a:r>
            <a:r>
              <a:rPr dirty="0"/>
              <a:t>tính</a:t>
            </a:r>
            <a:r>
              <a:rPr spc="195" dirty="0"/>
              <a:t> </a:t>
            </a:r>
            <a:r>
              <a:rPr dirty="0"/>
              <a:t>toán,</a:t>
            </a:r>
            <a:r>
              <a:rPr spc="195" dirty="0"/>
              <a:t> </a:t>
            </a:r>
            <a:r>
              <a:rPr dirty="0"/>
              <a:t>sao</a:t>
            </a:r>
            <a:r>
              <a:rPr spc="195" dirty="0"/>
              <a:t> </a:t>
            </a:r>
            <a:r>
              <a:rPr dirty="0"/>
              <a:t>lưu,</a:t>
            </a:r>
            <a:r>
              <a:rPr spc="185" dirty="0"/>
              <a:t> </a:t>
            </a:r>
            <a:r>
              <a:rPr dirty="0"/>
              <a:t>cơ</a:t>
            </a:r>
            <a:r>
              <a:rPr spc="175" dirty="0"/>
              <a:t> </a:t>
            </a:r>
            <a:r>
              <a:rPr dirty="0"/>
              <a:t>sở</a:t>
            </a:r>
            <a:r>
              <a:rPr spc="170" dirty="0"/>
              <a:t> </a:t>
            </a:r>
            <a:r>
              <a:rPr dirty="0"/>
              <a:t>dữ</a:t>
            </a:r>
            <a:r>
              <a:rPr spc="185" dirty="0"/>
              <a:t> </a:t>
            </a:r>
            <a:r>
              <a:rPr dirty="0"/>
              <a:t>liệu,</a:t>
            </a:r>
            <a:r>
              <a:rPr spc="175" dirty="0"/>
              <a:t> </a:t>
            </a:r>
            <a:r>
              <a:rPr spc="-25" dirty="0"/>
              <a:t>bảo </a:t>
            </a:r>
            <a:r>
              <a:rPr dirty="0"/>
              <a:t>mật,</a:t>
            </a:r>
            <a:r>
              <a:rPr spc="-5" dirty="0"/>
              <a:t> </a:t>
            </a:r>
            <a:r>
              <a:rPr dirty="0"/>
              <a:t>phân</a:t>
            </a:r>
            <a:r>
              <a:rPr spc="-5" dirty="0"/>
              <a:t> </a:t>
            </a:r>
            <a:r>
              <a:rPr spc="-20" dirty="0"/>
              <a:t>tích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73F3E-7D05-A872-3EE9-FE15916DC6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115">
              <a:lnSpc>
                <a:spcPct val="100000"/>
              </a:lnSpc>
              <a:spcBef>
                <a:spcPts val="100"/>
              </a:spcBef>
            </a:pPr>
            <a:r>
              <a:rPr dirty="0"/>
              <a:t>VNPT</a:t>
            </a:r>
            <a:r>
              <a:rPr spc="-15" dirty="0"/>
              <a:t> </a:t>
            </a:r>
            <a:r>
              <a:rPr spc="-2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2618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VNPT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tiêu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biểu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VNPT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Smart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Cloud.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45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khởi</a:t>
            </a:r>
            <a:r>
              <a:rPr sz="3200" spc="45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45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CPU,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tùy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ý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nhu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khách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hàng.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chính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như: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trữ,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hóa,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trữ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 liệu,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trị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liệu,…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F368F-7D5A-24FC-C516-8BAF5DDEC9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955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Ngày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nay,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yếu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tố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cực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kỳ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quan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trọng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chức,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doanh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nghiệp,</a:t>
            </a:r>
            <a:r>
              <a:rPr sz="32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chính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phủ,…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động,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luôn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mật,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quản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trị,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đảm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mở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rộng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chứa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thêm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dữ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 mới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sinh.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doanh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nghiệp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kịp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nhu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cầu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ngày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càng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tăng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CNTT.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79568-E696-4A9E-2F71-495F6A554C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8100695" cy="55543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ích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Center: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cứng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ít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hơn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hiệu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hơn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mát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mở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rộng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Tuân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thủ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tốt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hơn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linh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cường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sao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thảm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họa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Cải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thiện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di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lớn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hơn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78015-220F-0005-4F21-C644E67C12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7858759" cy="43351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nhà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trữ: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VMware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vSAN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Microsoft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Spaces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Direct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(S2D)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HPE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StoreVirtual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Nutanix</a:t>
            </a:r>
            <a:r>
              <a:rPr sz="3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AONutanix</a:t>
            </a:r>
            <a:r>
              <a:rPr sz="3000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AOS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IBM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Spectrum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Virtualize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DataCore</a:t>
            </a:r>
            <a:r>
              <a:rPr sz="3000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SANsymphony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07D86-1DFB-BC1D-E26F-629D446E9E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1044041" y="933211"/>
            <a:ext cx="6343650" cy="2465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5"/>
              </a:spcBef>
              <a:buFont typeface="Wingdings"/>
              <a:buChar char=""/>
              <a:tabLst>
                <a:tab pos="2984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Dell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EMC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UnityVSUnityVSA</a:t>
            </a:r>
            <a:endParaRPr sz="3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2984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NetApp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ONTAP</a:t>
            </a:r>
            <a:r>
              <a:rPr sz="3000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Select</a:t>
            </a:r>
            <a:endParaRPr sz="3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2984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Hitachi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VSP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(Virtual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Platform)</a:t>
            </a:r>
            <a:endParaRPr sz="3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298450" algn="l"/>
              </a:tabLst>
            </a:pP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Ceph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6F30A-5D11-0CB7-E71E-28FFE8E7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SDS</a:t>
            </a:r>
            <a:r>
              <a:rPr spc="114" dirty="0"/>
              <a:t> </a:t>
            </a:r>
            <a:r>
              <a:rPr dirty="0"/>
              <a:t>(Software</a:t>
            </a:r>
            <a:r>
              <a:rPr spc="130" dirty="0"/>
              <a:t> </a:t>
            </a:r>
            <a:r>
              <a:rPr dirty="0"/>
              <a:t>define</a:t>
            </a:r>
            <a:r>
              <a:rPr spc="130" dirty="0"/>
              <a:t> </a:t>
            </a:r>
            <a:r>
              <a:rPr dirty="0"/>
              <a:t>Storage):</a:t>
            </a:r>
            <a:r>
              <a:rPr spc="130" dirty="0"/>
              <a:t> </a:t>
            </a:r>
            <a:r>
              <a:rPr dirty="0"/>
              <a:t>là</a:t>
            </a:r>
            <a:r>
              <a:rPr spc="130" dirty="0"/>
              <a:t> </a:t>
            </a:r>
            <a:r>
              <a:rPr dirty="0"/>
              <a:t>một</a:t>
            </a:r>
            <a:r>
              <a:rPr spc="125" dirty="0"/>
              <a:t> </a:t>
            </a:r>
            <a:r>
              <a:rPr dirty="0"/>
              <a:t>hệ</a:t>
            </a:r>
            <a:r>
              <a:rPr spc="140" dirty="0"/>
              <a:t> </a:t>
            </a:r>
            <a:r>
              <a:rPr dirty="0"/>
              <a:t>thống</a:t>
            </a:r>
            <a:r>
              <a:rPr spc="125" dirty="0"/>
              <a:t> </a:t>
            </a:r>
            <a:r>
              <a:rPr dirty="0"/>
              <a:t>lưu</a:t>
            </a:r>
            <a:r>
              <a:rPr spc="125" dirty="0"/>
              <a:t> </a:t>
            </a:r>
            <a:r>
              <a:rPr dirty="0"/>
              <a:t>trữ</a:t>
            </a:r>
            <a:r>
              <a:rPr spc="135" dirty="0"/>
              <a:t> </a:t>
            </a:r>
            <a:r>
              <a:rPr dirty="0"/>
              <a:t>dữ</a:t>
            </a:r>
            <a:r>
              <a:rPr spc="135" dirty="0"/>
              <a:t> </a:t>
            </a:r>
            <a:r>
              <a:rPr dirty="0"/>
              <a:t>liệu</a:t>
            </a:r>
            <a:r>
              <a:rPr spc="145" dirty="0"/>
              <a:t> </a:t>
            </a:r>
            <a:r>
              <a:rPr spc="-25" dirty="0"/>
              <a:t>ảo </a:t>
            </a:r>
            <a:r>
              <a:rPr dirty="0"/>
              <a:t>hóa</a:t>
            </a:r>
            <a:r>
              <a:rPr spc="365" dirty="0"/>
              <a:t> </a:t>
            </a:r>
            <a:r>
              <a:rPr dirty="0"/>
              <a:t>bằng</a:t>
            </a:r>
            <a:r>
              <a:rPr spc="345" dirty="0"/>
              <a:t> </a:t>
            </a:r>
            <a:r>
              <a:rPr dirty="0"/>
              <a:t>phần</a:t>
            </a:r>
            <a:r>
              <a:rPr spc="355" dirty="0"/>
              <a:t> </a:t>
            </a:r>
            <a:r>
              <a:rPr dirty="0"/>
              <a:t>mềm,</a:t>
            </a:r>
            <a:r>
              <a:rPr spc="350" dirty="0"/>
              <a:t> </a:t>
            </a:r>
            <a:r>
              <a:rPr dirty="0"/>
              <a:t>hoạt</a:t>
            </a:r>
            <a:r>
              <a:rPr spc="340" dirty="0"/>
              <a:t> </a:t>
            </a:r>
            <a:r>
              <a:rPr dirty="0"/>
              <a:t>động</a:t>
            </a:r>
            <a:r>
              <a:rPr spc="355" dirty="0"/>
              <a:t> </a:t>
            </a:r>
            <a:r>
              <a:rPr dirty="0"/>
              <a:t>độc</a:t>
            </a:r>
            <a:r>
              <a:rPr spc="360" dirty="0"/>
              <a:t> </a:t>
            </a:r>
            <a:r>
              <a:rPr dirty="0"/>
              <a:t>lập</a:t>
            </a:r>
            <a:r>
              <a:rPr spc="355" dirty="0"/>
              <a:t> </a:t>
            </a:r>
            <a:r>
              <a:rPr dirty="0"/>
              <a:t>và</a:t>
            </a:r>
            <a:r>
              <a:rPr spc="350" dirty="0"/>
              <a:t> </a:t>
            </a:r>
            <a:r>
              <a:rPr dirty="0"/>
              <a:t>không</a:t>
            </a:r>
            <a:r>
              <a:rPr spc="350" dirty="0"/>
              <a:t> </a:t>
            </a:r>
            <a:r>
              <a:rPr dirty="0"/>
              <a:t>phụ</a:t>
            </a:r>
            <a:r>
              <a:rPr spc="365" dirty="0"/>
              <a:t> </a:t>
            </a:r>
            <a:r>
              <a:rPr dirty="0"/>
              <a:t>thuộc</a:t>
            </a:r>
            <a:r>
              <a:rPr spc="345" dirty="0"/>
              <a:t> </a:t>
            </a:r>
            <a:r>
              <a:rPr spc="-25" dirty="0"/>
              <a:t>vào </a:t>
            </a:r>
            <a:r>
              <a:rPr dirty="0"/>
              <a:t>lớp</a:t>
            </a:r>
            <a:r>
              <a:rPr spc="-10" dirty="0"/>
              <a:t> </a:t>
            </a:r>
            <a:r>
              <a:rPr dirty="0"/>
              <a:t>phần</a:t>
            </a:r>
            <a:r>
              <a:rPr spc="-25" dirty="0"/>
              <a:t> </a:t>
            </a:r>
            <a:r>
              <a:rPr dirty="0"/>
              <a:t>cứng</a:t>
            </a:r>
            <a:r>
              <a:rPr spc="-20" dirty="0"/>
              <a:t> </a:t>
            </a:r>
            <a:r>
              <a:rPr dirty="0"/>
              <a:t>lưu</a:t>
            </a:r>
            <a:r>
              <a:rPr spc="-5" dirty="0"/>
              <a:t> </a:t>
            </a:r>
            <a:r>
              <a:rPr dirty="0"/>
              <a:t>trữ</a:t>
            </a:r>
            <a:r>
              <a:rPr spc="-15" dirty="0"/>
              <a:t> </a:t>
            </a:r>
            <a:r>
              <a:rPr dirty="0"/>
              <a:t>vật</a:t>
            </a:r>
            <a:r>
              <a:rPr spc="-30" dirty="0"/>
              <a:t> </a:t>
            </a:r>
            <a:r>
              <a:rPr dirty="0"/>
              <a:t>lý</a:t>
            </a:r>
            <a:r>
              <a:rPr spc="-10" dirty="0"/>
              <a:t> </a:t>
            </a:r>
            <a:r>
              <a:rPr dirty="0"/>
              <a:t>bên</a:t>
            </a:r>
            <a:r>
              <a:rPr spc="-15" dirty="0"/>
              <a:t> </a:t>
            </a:r>
            <a:r>
              <a:rPr spc="-10" dirty="0"/>
              <a:t>dưới.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pc="-10" dirty="0"/>
              <a:t>Software-</a:t>
            </a:r>
            <a:r>
              <a:rPr dirty="0"/>
              <a:t>defined</a:t>
            </a:r>
            <a:r>
              <a:rPr spc="-20" dirty="0"/>
              <a:t> </a:t>
            </a:r>
            <a:r>
              <a:rPr dirty="0"/>
              <a:t>Storage là một</a:t>
            </a:r>
            <a:r>
              <a:rPr spc="-15" dirty="0"/>
              <a:t> </a:t>
            </a:r>
            <a:r>
              <a:rPr dirty="0"/>
              <a:t>phần</a:t>
            </a:r>
            <a:r>
              <a:rPr spc="10" dirty="0"/>
              <a:t> </a:t>
            </a:r>
            <a:r>
              <a:rPr dirty="0"/>
              <a:t>của</a:t>
            </a:r>
            <a:r>
              <a:rPr spc="-5" dirty="0"/>
              <a:t> </a:t>
            </a:r>
            <a:r>
              <a:rPr dirty="0"/>
              <a:t>xu</a:t>
            </a:r>
            <a:r>
              <a:rPr spc="-10" dirty="0"/>
              <a:t> </a:t>
            </a:r>
            <a:r>
              <a:rPr dirty="0"/>
              <a:t>hướng</a:t>
            </a:r>
            <a:r>
              <a:rPr spc="-5" dirty="0"/>
              <a:t> </a:t>
            </a:r>
            <a:r>
              <a:rPr dirty="0"/>
              <a:t>công</a:t>
            </a:r>
            <a:r>
              <a:rPr spc="-5" dirty="0"/>
              <a:t> </a:t>
            </a:r>
            <a:r>
              <a:rPr dirty="0"/>
              <a:t>nghệ</a:t>
            </a:r>
            <a:r>
              <a:rPr spc="5" dirty="0"/>
              <a:t> </a:t>
            </a:r>
            <a:r>
              <a:rPr spc="-25" dirty="0"/>
              <a:t>lớn </a:t>
            </a:r>
            <a:r>
              <a:rPr dirty="0"/>
              <a:t>hơn</a:t>
            </a:r>
            <a:r>
              <a:rPr spc="509" dirty="0"/>
              <a:t>  </a:t>
            </a:r>
            <a:r>
              <a:rPr dirty="0"/>
              <a:t>trong</a:t>
            </a:r>
            <a:r>
              <a:rPr spc="509" dirty="0"/>
              <a:t>  </a:t>
            </a:r>
            <a:r>
              <a:rPr dirty="0"/>
              <a:t>đó</a:t>
            </a:r>
            <a:r>
              <a:rPr spc="509" dirty="0"/>
              <a:t>  </a:t>
            </a:r>
            <a:r>
              <a:rPr dirty="0"/>
              <a:t>bao</a:t>
            </a:r>
            <a:r>
              <a:rPr spc="509" dirty="0"/>
              <a:t>  </a:t>
            </a:r>
            <a:r>
              <a:rPr dirty="0"/>
              <a:t>gồm</a:t>
            </a:r>
            <a:r>
              <a:rPr spc="515" dirty="0"/>
              <a:t>  </a:t>
            </a:r>
            <a:r>
              <a:rPr spc="-10" dirty="0"/>
              <a:t>Software-</a:t>
            </a:r>
            <a:r>
              <a:rPr dirty="0"/>
              <a:t>defined</a:t>
            </a:r>
            <a:r>
              <a:rPr spc="515" dirty="0"/>
              <a:t>  </a:t>
            </a:r>
            <a:r>
              <a:rPr dirty="0"/>
              <a:t>Network</a:t>
            </a:r>
            <a:r>
              <a:rPr spc="509" dirty="0"/>
              <a:t>  </a:t>
            </a:r>
            <a:r>
              <a:rPr spc="-10" dirty="0"/>
              <a:t>(SDN), </a:t>
            </a:r>
            <a:r>
              <a:rPr dirty="0"/>
              <a:t>Software-defined</a:t>
            </a:r>
            <a:r>
              <a:rPr spc="-40" dirty="0"/>
              <a:t> </a:t>
            </a:r>
            <a:r>
              <a:rPr dirty="0"/>
              <a:t>Infrastructre</a:t>
            </a:r>
            <a:r>
              <a:rPr spc="-45" dirty="0"/>
              <a:t> </a:t>
            </a:r>
            <a:r>
              <a:rPr dirty="0"/>
              <a:t>và</a:t>
            </a:r>
            <a:r>
              <a:rPr spc="-10" dirty="0"/>
              <a:t> </a:t>
            </a:r>
            <a:r>
              <a:rPr dirty="0"/>
              <a:t>Software-defined</a:t>
            </a:r>
            <a:r>
              <a:rPr spc="-3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Center.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55B99-6166-CA62-EDFB-ACAC5758FF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613653" y="179908"/>
            <a:ext cx="9664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FF00"/>
                </a:solidFill>
                <a:latin typeface="Arial"/>
                <a:cs typeface="Arial"/>
              </a:rPr>
              <a:t>SDS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1915" y="958594"/>
            <a:ext cx="10488168" cy="553364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DC153E-FD7D-1B2B-73AA-782A3F0ECF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58190" y="1105662"/>
            <a:ext cx="1116139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NAS: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bộ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File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chúng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cách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dễ dàng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mọi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 Smartphone,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Laptop,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bất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nơi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nào.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1811" y="2648711"/>
            <a:ext cx="5237988" cy="391363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21B3B-DF26-9456-7A59-6B20C751BC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3594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SAN: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mạnh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mẽ,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chuyên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độc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chủ, cung cấp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 năng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xuất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nhanh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hiệu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truyền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(Xử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dữ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kiến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trúc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dạng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khối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-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Block).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SAN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tập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trung,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lưu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nghệ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biệt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Fibre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Channel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iSCSI.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28214-5D19-5AA5-70E8-1FEBAC246A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63415">
              <a:lnSpc>
                <a:spcPct val="100000"/>
              </a:lnSpc>
              <a:spcBef>
                <a:spcPts val="100"/>
              </a:spcBef>
            </a:pPr>
            <a:r>
              <a:rPr dirty="0"/>
              <a:t>MẠNG </a:t>
            </a:r>
            <a:r>
              <a:rPr spc="-25" dirty="0"/>
              <a:t>SAN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311" y="1383791"/>
            <a:ext cx="9029700" cy="50794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C8900-A096-DBCE-7866-CB2CE52567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40817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Converged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Infrastructure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(CI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hội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tụ):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quản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tập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nhằm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giảm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thiểu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thích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giữa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chủ,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 trữ và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mạng,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đồng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thời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giảm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phí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cáp,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nguồn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gian.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hội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tụ,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mỗi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khối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rời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rạc,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mục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đích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nhau,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tách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riêng,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thể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tách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trữ.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29D2F-B5E9-F399-E3DE-785A75D861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95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siêu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hội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tụ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(Hyper-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Converged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Infrastructure):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tầng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kiến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trúc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lấy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software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tâm,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tích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chặt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chẽ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741" y="2062099"/>
            <a:ext cx="109816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03605" algn="l"/>
                <a:tab pos="2063750" algn="l"/>
                <a:tab pos="2908300" algn="l"/>
                <a:tab pos="4702175" algn="l"/>
                <a:tab pos="5895340" algn="l"/>
                <a:tab pos="6584950" algn="l"/>
                <a:tab pos="7813040" algn="l"/>
                <a:tab pos="8651240" algn="l"/>
                <a:tab pos="9420860" algn="l"/>
              </a:tabLst>
            </a:pP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Compute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node,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(storage),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841" y="2397376"/>
            <a:ext cx="11325225" cy="17945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305"/>
              </a:spcBef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networking,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hoá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khác.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Tất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mọi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thứ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đều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tích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ngay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đầu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khâu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chế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bị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cứng,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bởi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hãng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sản xuất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nhất.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3EF6B-3F80-DF2F-E7C5-FAFB25C281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2098" y="2518880"/>
              <a:ext cx="6306185" cy="4099560"/>
            </a:xfrm>
            <a:custGeom>
              <a:avLst/>
              <a:gdLst/>
              <a:ahLst/>
              <a:cxnLst/>
              <a:rect l="l" t="t" r="r" b="b"/>
              <a:pathLst>
                <a:path w="6306185" h="4099559">
                  <a:moveTo>
                    <a:pt x="457631" y="2867443"/>
                  </a:moveTo>
                  <a:lnTo>
                    <a:pt x="457631" y="2857410"/>
                  </a:lnTo>
                  <a:lnTo>
                    <a:pt x="444169" y="2857410"/>
                  </a:lnTo>
                  <a:lnTo>
                    <a:pt x="444169" y="2847250"/>
                  </a:lnTo>
                  <a:lnTo>
                    <a:pt x="444169" y="2837217"/>
                  </a:lnTo>
                  <a:lnTo>
                    <a:pt x="430720" y="2827057"/>
                  </a:lnTo>
                  <a:lnTo>
                    <a:pt x="390126" y="2789038"/>
                  </a:lnTo>
                  <a:lnTo>
                    <a:pt x="348273" y="2765223"/>
                  </a:lnTo>
                  <a:lnTo>
                    <a:pt x="303899" y="2754673"/>
                  </a:lnTo>
                  <a:lnTo>
                    <a:pt x="255739" y="2756445"/>
                  </a:lnTo>
                  <a:lnTo>
                    <a:pt x="207368" y="2767460"/>
                  </a:lnTo>
                  <a:lnTo>
                    <a:pt x="161518" y="2784178"/>
                  </a:lnTo>
                  <a:lnTo>
                    <a:pt x="115669" y="2804683"/>
                  </a:lnTo>
                  <a:lnTo>
                    <a:pt x="67298" y="2827057"/>
                  </a:lnTo>
                  <a:lnTo>
                    <a:pt x="49212" y="2834657"/>
                  </a:lnTo>
                  <a:lnTo>
                    <a:pt x="33649" y="2842233"/>
                  </a:lnTo>
                  <a:lnTo>
                    <a:pt x="18086" y="2849809"/>
                  </a:lnTo>
                  <a:lnTo>
                    <a:pt x="0" y="2857410"/>
                  </a:lnTo>
                  <a:lnTo>
                    <a:pt x="0" y="4099089"/>
                  </a:lnTo>
                  <a:lnTo>
                    <a:pt x="269201" y="4099089"/>
                  </a:lnTo>
                  <a:lnTo>
                    <a:pt x="279080" y="4050193"/>
                  </a:lnTo>
                  <a:lnTo>
                    <a:pt x="287701" y="3995617"/>
                  </a:lnTo>
                  <a:lnTo>
                    <a:pt x="293799" y="3937252"/>
                  </a:lnTo>
                  <a:lnTo>
                    <a:pt x="296113" y="3876991"/>
                  </a:lnTo>
                  <a:lnTo>
                    <a:pt x="296050" y="3818106"/>
                  </a:lnTo>
                  <a:lnTo>
                    <a:pt x="295614" y="3762586"/>
                  </a:lnTo>
                  <a:lnTo>
                    <a:pt x="294430" y="3710429"/>
                  </a:lnTo>
                  <a:lnTo>
                    <a:pt x="292124" y="3661637"/>
                  </a:lnTo>
                  <a:lnTo>
                    <a:pt x="288322" y="3616209"/>
                  </a:lnTo>
                  <a:lnTo>
                    <a:pt x="282651" y="3574147"/>
                  </a:lnTo>
                  <a:lnTo>
                    <a:pt x="297081" y="3580284"/>
                  </a:lnTo>
                  <a:lnTo>
                    <a:pt x="323785" y="3599019"/>
                  </a:lnTo>
                  <a:lnTo>
                    <a:pt x="362119" y="3630838"/>
                  </a:lnTo>
                  <a:lnTo>
                    <a:pt x="411437" y="3676225"/>
                  </a:lnTo>
                  <a:lnTo>
                    <a:pt x="471093" y="3735665"/>
                  </a:lnTo>
                  <a:lnTo>
                    <a:pt x="505134" y="3763190"/>
                  </a:lnTo>
                  <a:lnTo>
                    <a:pt x="541175" y="3790670"/>
                  </a:lnTo>
                  <a:lnTo>
                    <a:pt x="579219" y="3818058"/>
                  </a:lnTo>
                  <a:lnTo>
                    <a:pt x="619264" y="3845310"/>
                  </a:lnTo>
                  <a:lnTo>
                    <a:pt x="661312" y="3872379"/>
                  </a:lnTo>
                  <a:lnTo>
                    <a:pt x="705362" y="3899222"/>
                  </a:lnTo>
                  <a:lnTo>
                    <a:pt x="751414" y="3925791"/>
                  </a:lnTo>
                  <a:lnTo>
                    <a:pt x="799468" y="3952041"/>
                  </a:lnTo>
                  <a:lnTo>
                    <a:pt x="849526" y="3977927"/>
                  </a:lnTo>
                  <a:lnTo>
                    <a:pt x="901586" y="4003404"/>
                  </a:lnTo>
                  <a:lnTo>
                    <a:pt x="955649" y="4028426"/>
                  </a:lnTo>
                  <a:lnTo>
                    <a:pt x="945763" y="4049400"/>
                  </a:lnTo>
                  <a:lnTo>
                    <a:pt x="937139" y="4067539"/>
                  </a:lnTo>
                  <a:lnTo>
                    <a:pt x="931039" y="4083786"/>
                  </a:lnTo>
                  <a:lnTo>
                    <a:pt x="928725" y="4099089"/>
                  </a:lnTo>
                  <a:lnTo>
                    <a:pt x="1009484" y="4099089"/>
                  </a:lnTo>
                  <a:lnTo>
                    <a:pt x="1011588" y="4091358"/>
                  </a:lnTo>
                  <a:lnTo>
                    <a:pt x="1016215" y="4082682"/>
                  </a:lnTo>
                  <a:lnTo>
                    <a:pt x="1020843" y="4072112"/>
                  </a:lnTo>
                  <a:lnTo>
                    <a:pt x="1022946" y="4058703"/>
                  </a:lnTo>
                  <a:lnTo>
                    <a:pt x="1051130" y="4072112"/>
                  </a:lnTo>
                  <a:lnTo>
                    <a:pt x="1076788" y="4082682"/>
                  </a:lnTo>
                  <a:lnTo>
                    <a:pt x="1102446" y="4091358"/>
                  </a:lnTo>
                  <a:lnTo>
                    <a:pt x="1130630" y="4099089"/>
                  </a:lnTo>
                  <a:lnTo>
                    <a:pt x="1305560" y="4099089"/>
                  </a:lnTo>
                  <a:lnTo>
                    <a:pt x="1250559" y="4080835"/>
                  </a:lnTo>
                  <a:lnTo>
                    <a:pt x="1198134" y="4062099"/>
                  </a:lnTo>
                  <a:lnTo>
                    <a:pt x="1147640" y="4042395"/>
                  </a:lnTo>
                  <a:lnTo>
                    <a:pt x="1098433" y="4021236"/>
                  </a:lnTo>
                  <a:lnTo>
                    <a:pt x="1049870" y="3998136"/>
                  </a:lnTo>
                  <a:lnTo>
                    <a:pt x="1074528" y="3949359"/>
                  </a:lnTo>
                  <a:lnTo>
                    <a:pt x="1098240" y="3901290"/>
                  </a:lnTo>
                  <a:lnTo>
                    <a:pt x="1121320" y="3853693"/>
                  </a:lnTo>
                  <a:lnTo>
                    <a:pt x="1144085" y="3806333"/>
                  </a:lnTo>
                  <a:lnTo>
                    <a:pt x="1166850" y="3758972"/>
                  </a:lnTo>
                  <a:lnTo>
                    <a:pt x="1189931" y="3711374"/>
                  </a:lnTo>
                  <a:lnTo>
                    <a:pt x="1213642" y="3663302"/>
                  </a:lnTo>
                  <a:lnTo>
                    <a:pt x="1238300" y="3614520"/>
                  </a:lnTo>
                  <a:lnTo>
                    <a:pt x="1264103" y="3568661"/>
                  </a:lnTo>
                  <a:lnTo>
                    <a:pt x="1290857" y="3522091"/>
                  </a:lnTo>
                  <a:lnTo>
                    <a:pt x="1318245" y="3475047"/>
                  </a:lnTo>
                  <a:lnTo>
                    <a:pt x="1345952" y="3427765"/>
                  </a:lnTo>
                  <a:lnTo>
                    <a:pt x="1373661" y="3380483"/>
                  </a:lnTo>
                  <a:lnTo>
                    <a:pt x="1401056" y="3333437"/>
                  </a:lnTo>
                  <a:lnTo>
                    <a:pt x="1427822" y="3286864"/>
                  </a:lnTo>
                  <a:lnTo>
                    <a:pt x="1453642" y="3241000"/>
                  </a:lnTo>
                  <a:lnTo>
                    <a:pt x="1494238" y="3257723"/>
                  </a:lnTo>
                  <a:lnTo>
                    <a:pt x="1536096" y="3276338"/>
                  </a:lnTo>
                  <a:lnTo>
                    <a:pt x="1580479" y="3294954"/>
                  </a:lnTo>
                  <a:lnTo>
                    <a:pt x="1628647" y="3311676"/>
                  </a:lnTo>
                  <a:lnTo>
                    <a:pt x="1669033" y="3332808"/>
                  </a:lnTo>
                  <a:lnTo>
                    <a:pt x="1709420" y="3352051"/>
                  </a:lnTo>
                  <a:lnTo>
                    <a:pt x="1749806" y="3371296"/>
                  </a:lnTo>
                  <a:lnTo>
                    <a:pt x="1790191" y="3392435"/>
                  </a:lnTo>
                  <a:lnTo>
                    <a:pt x="1767474" y="3422875"/>
                  </a:lnTo>
                  <a:lnTo>
                    <a:pt x="1739709" y="3454264"/>
                  </a:lnTo>
                  <a:lnTo>
                    <a:pt x="1706895" y="3487545"/>
                  </a:lnTo>
                  <a:lnTo>
                    <a:pt x="1669033" y="3523664"/>
                  </a:lnTo>
                  <a:lnTo>
                    <a:pt x="1630751" y="3554110"/>
                  </a:lnTo>
                  <a:lnTo>
                    <a:pt x="1594993" y="3585499"/>
                  </a:lnTo>
                  <a:lnTo>
                    <a:pt x="1559234" y="3618782"/>
                  </a:lnTo>
                  <a:lnTo>
                    <a:pt x="1520952" y="3654906"/>
                  </a:lnTo>
                  <a:lnTo>
                    <a:pt x="1493817" y="3696862"/>
                  </a:lnTo>
                  <a:lnTo>
                    <a:pt x="1475517" y="3733141"/>
                  </a:lnTo>
                  <a:lnTo>
                    <a:pt x="1469838" y="3765634"/>
                  </a:lnTo>
                  <a:lnTo>
                    <a:pt x="1480566" y="3796232"/>
                  </a:lnTo>
                  <a:lnTo>
                    <a:pt x="1490452" y="3828255"/>
                  </a:lnTo>
                  <a:lnTo>
                    <a:pt x="1499076" y="3863115"/>
                  </a:lnTo>
                  <a:lnTo>
                    <a:pt x="1505176" y="3899868"/>
                  </a:lnTo>
                  <a:lnTo>
                    <a:pt x="1507490" y="3937570"/>
                  </a:lnTo>
                  <a:lnTo>
                    <a:pt x="1669033" y="4099089"/>
                  </a:lnTo>
                  <a:lnTo>
                    <a:pt x="2772664" y="4099089"/>
                  </a:lnTo>
                  <a:lnTo>
                    <a:pt x="2822527" y="4082207"/>
                  </a:lnTo>
                  <a:lnTo>
                    <a:pt x="2874329" y="4068234"/>
                  </a:lnTo>
                  <a:lnTo>
                    <a:pt x="2926776" y="4057653"/>
                  </a:lnTo>
                  <a:lnTo>
                    <a:pt x="2978578" y="4050948"/>
                  </a:lnTo>
                  <a:lnTo>
                    <a:pt x="3028441" y="4048606"/>
                  </a:lnTo>
                  <a:lnTo>
                    <a:pt x="3074597" y="4050491"/>
                  </a:lnTo>
                  <a:lnTo>
                    <a:pt x="3120752" y="4047608"/>
                  </a:lnTo>
                  <a:lnTo>
                    <a:pt x="3166908" y="4040134"/>
                  </a:lnTo>
                  <a:lnTo>
                    <a:pt x="3213063" y="4028244"/>
                  </a:lnTo>
                  <a:lnTo>
                    <a:pt x="3259219" y="4012116"/>
                  </a:lnTo>
                  <a:lnTo>
                    <a:pt x="3305374" y="3991925"/>
                  </a:lnTo>
                  <a:lnTo>
                    <a:pt x="3351529" y="3967847"/>
                  </a:lnTo>
                  <a:lnTo>
                    <a:pt x="3387288" y="3951132"/>
                  </a:lnTo>
                  <a:lnTo>
                    <a:pt x="3438612" y="3913906"/>
                  </a:lnTo>
                  <a:lnTo>
                    <a:pt x="3479419" y="3874474"/>
                  </a:lnTo>
                  <a:lnTo>
                    <a:pt x="3519805" y="3829045"/>
                  </a:lnTo>
                  <a:lnTo>
                    <a:pt x="3539998" y="3806328"/>
                  </a:lnTo>
                  <a:lnTo>
                    <a:pt x="3533204" y="3856056"/>
                  </a:lnTo>
                  <a:lnTo>
                    <a:pt x="3526037" y="3904663"/>
                  </a:lnTo>
                  <a:lnTo>
                    <a:pt x="3518122" y="3952708"/>
                  </a:lnTo>
                  <a:lnTo>
                    <a:pt x="3509085" y="4000754"/>
                  </a:lnTo>
                  <a:lnTo>
                    <a:pt x="3498552" y="4049360"/>
                  </a:lnTo>
                  <a:lnTo>
                    <a:pt x="3486150" y="4099089"/>
                  </a:lnTo>
                  <a:lnTo>
                    <a:pt x="3566794" y="4099089"/>
                  </a:lnTo>
                  <a:lnTo>
                    <a:pt x="3578294" y="4051526"/>
                  </a:lnTo>
                  <a:lnTo>
                    <a:pt x="3589558" y="4004140"/>
                  </a:lnTo>
                  <a:lnTo>
                    <a:pt x="3600351" y="3957107"/>
                  </a:lnTo>
                  <a:lnTo>
                    <a:pt x="3610438" y="3910605"/>
                  </a:lnTo>
                  <a:lnTo>
                    <a:pt x="3619583" y="3864811"/>
                  </a:lnTo>
                  <a:lnTo>
                    <a:pt x="3627550" y="3819901"/>
                  </a:lnTo>
                  <a:lnTo>
                    <a:pt x="3634104" y="3776051"/>
                  </a:lnTo>
                  <a:lnTo>
                    <a:pt x="3650259" y="3775001"/>
                  </a:lnTo>
                  <a:lnTo>
                    <a:pt x="3682568" y="3772497"/>
                  </a:lnTo>
                  <a:lnTo>
                    <a:pt x="3731031" y="3769509"/>
                  </a:lnTo>
                  <a:lnTo>
                    <a:pt x="3795649" y="3767005"/>
                  </a:lnTo>
                  <a:lnTo>
                    <a:pt x="3876421" y="3765955"/>
                  </a:lnTo>
                  <a:lnTo>
                    <a:pt x="3917494" y="3762708"/>
                  </a:lnTo>
                  <a:lnTo>
                    <a:pt x="3960024" y="3758506"/>
                  </a:lnTo>
                  <a:lnTo>
                    <a:pt x="4004130" y="3753393"/>
                  </a:lnTo>
                  <a:lnTo>
                    <a:pt x="4049934" y="3747416"/>
                  </a:lnTo>
                  <a:lnTo>
                    <a:pt x="4097556" y="3740619"/>
                  </a:lnTo>
                  <a:lnTo>
                    <a:pt x="4147117" y="3733048"/>
                  </a:lnTo>
                  <a:lnTo>
                    <a:pt x="4198737" y="3724750"/>
                  </a:lnTo>
                  <a:lnTo>
                    <a:pt x="4252539" y="3715768"/>
                  </a:lnTo>
                  <a:lnTo>
                    <a:pt x="4308642" y="3706150"/>
                  </a:lnTo>
                  <a:lnTo>
                    <a:pt x="4367167" y="3695939"/>
                  </a:lnTo>
                  <a:lnTo>
                    <a:pt x="4428236" y="3685183"/>
                  </a:lnTo>
                  <a:lnTo>
                    <a:pt x="4432705" y="3731066"/>
                  </a:lnTo>
                  <a:lnTo>
                    <a:pt x="4436229" y="3777777"/>
                  </a:lnTo>
                  <a:lnTo>
                    <a:pt x="4439121" y="3825198"/>
                  </a:lnTo>
                  <a:lnTo>
                    <a:pt x="4441698" y="3873210"/>
                  </a:lnTo>
                  <a:lnTo>
                    <a:pt x="4444274" y="3921694"/>
                  </a:lnTo>
                  <a:lnTo>
                    <a:pt x="4447166" y="3970533"/>
                  </a:lnTo>
                  <a:lnTo>
                    <a:pt x="4450690" y="4019607"/>
                  </a:lnTo>
                  <a:lnTo>
                    <a:pt x="4455160" y="4068799"/>
                  </a:lnTo>
                  <a:lnTo>
                    <a:pt x="4455160" y="4076371"/>
                  </a:lnTo>
                  <a:lnTo>
                    <a:pt x="4455160" y="4083944"/>
                  </a:lnTo>
                  <a:lnTo>
                    <a:pt x="4455160" y="4091516"/>
                  </a:lnTo>
                  <a:lnTo>
                    <a:pt x="4455160" y="4099089"/>
                  </a:lnTo>
                  <a:lnTo>
                    <a:pt x="4535932" y="4099089"/>
                  </a:lnTo>
                  <a:lnTo>
                    <a:pt x="4535932" y="4089781"/>
                  </a:lnTo>
                  <a:lnTo>
                    <a:pt x="4535932" y="4077634"/>
                  </a:lnTo>
                  <a:lnTo>
                    <a:pt x="4535932" y="4063593"/>
                  </a:lnTo>
                  <a:lnTo>
                    <a:pt x="4535932" y="4048606"/>
                  </a:lnTo>
                  <a:lnTo>
                    <a:pt x="4531462" y="3999414"/>
                  </a:lnTo>
                  <a:lnTo>
                    <a:pt x="4527938" y="3950340"/>
                  </a:lnTo>
                  <a:lnTo>
                    <a:pt x="4525046" y="3901502"/>
                  </a:lnTo>
                  <a:lnTo>
                    <a:pt x="4522469" y="3853018"/>
                  </a:lnTo>
                  <a:lnTo>
                    <a:pt x="4519893" y="3805008"/>
                  </a:lnTo>
                  <a:lnTo>
                    <a:pt x="4517001" y="3757589"/>
                  </a:lnTo>
                  <a:lnTo>
                    <a:pt x="4513477" y="3710881"/>
                  </a:lnTo>
                  <a:lnTo>
                    <a:pt x="4509008" y="3665003"/>
                  </a:lnTo>
                  <a:lnTo>
                    <a:pt x="4554841" y="3651513"/>
                  </a:lnTo>
                  <a:lnTo>
                    <a:pt x="4602447" y="3637859"/>
                  </a:lnTo>
                  <a:lnTo>
                    <a:pt x="4651605" y="3623872"/>
                  </a:lnTo>
                  <a:lnTo>
                    <a:pt x="4702092" y="3609387"/>
                  </a:lnTo>
                  <a:lnTo>
                    <a:pt x="4753687" y="3594238"/>
                  </a:lnTo>
                  <a:lnTo>
                    <a:pt x="4806169" y="3578257"/>
                  </a:lnTo>
                  <a:lnTo>
                    <a:pt x="4859315" y="3561279"/>
                  </a:lnTo>
                  <a:lnTo>
                    <a:pt x="4912904" y="3543137"/>
                  </a:lnTo>
                  <a:lnTo>
                    <a:pt x="4966716" y="3523664"/>
                  </a:lnTo>
                  <a:lnTo>
                    <a:pt x="5011397" y="3509399"/>
                  </a:lnTo>
                  <a:lnTo>
                    <a:pt x="5057166" y="3494133"/>
                  </a:lnTo>
                  <a:lnTo>
                    <a:pt x="5103780" y="3477865"/>
                  </a:lnTo>
                  <a:lnTo>
                    <a:pt x="5150999" y="3460596"/>
                  </a:lnTo>
                  <a:lnTo>
                    <a:pt x="5198579" y="3442326"/>
                  </a:lnTo>
                  <a:lnTo>
                    <a:pt x="5246281" y="3423054"/>
                  </a:lnTo>
                  <a:lnTo>
                    <a:pt x="5293861" y="3402781"/>
                  </a:lnTo>
                  <a:lnTo>
                    <a:pt x="5341080" y="3381507"/>
                  </a:lnTo>
                  <a:lnTo>
                    <a:pt x="5387694" y="3359231"/>
                  </a:lnTo>
                  <a:lnTo>
                    <a:pt x="5433463" y="3335954"/>
                  </a:lnTo>
                  <a:lnTo>
                    <a:pt x="5478145" y="3311676"/>
                  </a:lnTo>
                  <a:lnTo>
                    <a:pt x="5497733" y="3353788"/>
                  </a:lnTo>
                  <a:lnTo>
                    <a:pt x="5516217" y="3396848"/>
                  </a:lnTo>
                  <a:lnTo>
                    <a:pt x="5533754" y="3440856"/>
                  </a:lnTo>
                  <a:lnTo>
                    <a:pt x="5550503" y="3485810"/>
                  </a:lnTo>
                  <a:lnTo>
                    <a:pt x="5566620" y="3531712"/>
                  </a:lnTo>
                  <a:lnTo>
                    <a:pt x="5582265" y="3578561"/>
                  </a:lnTo>
                  <a:lnTo>
                    <a:pt x="5597593" y="3626357"/>
                  </a:lnTo>
                  <a:lnTo>
                    <a:pt x="5612765" y="3675099"/>
                  </a:lnTo>
                  <a:lnTo>
                    <a:pt x="5623413" y="3724330"/>
                  </a:lnTo>
                  <a:lnTo>
                    <a:pt x="5634851" y="3773681"/>
                  </a:lnTo>
                  <a:lnTo>
                    <a:pt x="5646604" y="3823268"/>
                  </a:lnTo>
                  <a:lnTo>
                    <a:pt x="5658199" y="3873211"/>
                  </a:lnTo>
                  <a:lnTo>
                    <a:pt x="5669163" y="3923627"/>
                  </a:lnTo>
                  <a:lnTo>
                    <a:pt x="5679023" y="3974635"/>
                  </a:lnTo>
                  <a:lnTo>
                    <a:pt x="5687305" y="4026351"/>
                  </a:lnTo>
                  <a:lnTo>
                    <a:pt x="5693537" y="4078896"/>
                  </a:lnTo>
                  <a:lnTo>
                    <a:pt x="5683440" y="4086310"/>
                  </a:lnTo>
                  <a:lnTo>
                    <a:pt x="5673344" y="4092778"/>
                  </a:lnTo>
                  <a:lnTo>
                    <a:pt x="5663247" y="4097353"/>
                  </a:lnTo>
                  <a:lnTo>
                    <a:pt x="5653151" y="4099089"/>
                  </a:lnTo>
                  <a:lnTo>
                    <a:pt x="5801233" y="4099089"/>
                  </a:lnTo>
                  <a:lnTo>
                    <a:pt x="5834937" y="4056538"/>
                  </a:lnTo>
                  <a:lnTo>
                    <a:pt x="5867431" y="4013684"/>
                  </a:lnTo>
                  <a:lnTo>
                    <a:pt x="5898716" y="3970527"/>
                  </a:lnTo>
                  <a:lnTo>
                    <a:pt x="5928790" y="3927067"/>
                  </a:lnTo>
                  <a:lnTo>
                    <a:pt x="5957655" y="3883305"/>
                  </a:lnTo>
                  <a:lnTo>
                    <a:pt x="5985309" y="3839239"/>
                  </a:lnTo>
                  <a:lnTo>
                    <a:pt x="6011753" y="3794871"/>
                  </a:lnTo>
                  <a:lnTo>
                    <a:pt x="6036987" y="3750200"/>
                  </a:lnTo>
                  <a:lnTo>
                    <a:pt x="6061011" y="3705226"/>
                  </a:lnTo>
                  <a:lnTo>
                    <a:pt x="6083823" y="3659950"/>
                  </a:lnTo>
                  <a:lnTo>
                    <a:pt x="6105426" y="3614370"/>
                  </a:lnTo>
                  <a:lnTo>
                    <a:pt x="6125817" y="3568488"/>
                  </a:lnTo>
                  <a:lnTo>
                    <a:pt x="6144998" y="3522303"/>
                  </a:lnTo>
                  <a:lnTo>
                    <a:pt x="6162967" y="3475815"/>
                  </a:lnTo>
                  <a:lnTo>
                    <a:pt x="6179726" y="3429024"/>
                  </a:lnTo>
                  <a:lnTo>
                    <a:pt x="6195274" y="3381931"/>
                  </a:lnTo>
                  <a:lnTo>
                    <a:pt x="6209610" y="3334535"/>
                  </a:lnTo>
                  <a:lnTo>
                    <a:pt x="6222735" y="3286836"/>
                  </a:lnTo>
                  <a:lnTo>
                    <a:pt x="6234649" y="3238835"/>
                  </a:lnTo>
                  <a:lnTo>
                    <a:pt x="6245352" y="3190531"/>
                  </a:lnTo>
                  <a:lnTo>
                    <a:pt x="6257434" y="3139597"/>
                  </a:lnTo>
                  <a:lnTo>
                    <a:pt x="6268174" y="3088805"/>
                  </a:lnTo>
                  <a:lnTo>
                    <a:pt x="6277571" y="3038129"/>
                  </a:lnTo>
                  <a:lnTo>
                    <a:pt x="6285626" y="2987543"/>
                  </a:lnTo>
                  <a:lnTo>
                    <a:pt x="6292338" y="2937019"/>
                  </a:lnTo>
                  <a:lnTo>
                    <a:pt x="6297708" y="2886531"/>
                  </a:lnTo>
                  <a:lnTo>
                    <a:pt x="6301735" y="2836053"/>
                  </a:lnTo>
                  <a:lnTo>
                    <a:pt x="6304420" y="2785557"/>
                  </a:lnTo>
                  <a:lnTo>
                    <a:pt x="6305763" y="2735018"/>
                  </a:lnTo>
                  <a:lnTo>
                    <a:pt x="6305763" y="2684410"/>
                  </a:lnTo>
                  <a:lnTo>
                    <a:pt x="6304420" y="2633704"/>
                  </a:lnTo>
                  <a:lnTo>
                    <a:pt x="6301735" y="2582875"/>
                  </a:lnTo>
                  <a:lnTo>
                    <a:pt x="6297708" y="2531897"/>
                  </a:lnTo>
                  <a:lnTo>
                    <a:pt x="6292338" y="2480742"/>
                  </a:lnTo>
                  <a:lnTo>
                    <a:pt x="6285626" y="2429384"/>
                  </a:lnTo>
                  <a:lnTo>
                    <a:pt x="6277571" y="2377797"/>
                  </a:lnTo>
                  <a:lnTo>
                    <a:pt x="6268174" y="2325954"/>
                  </a:lnTo>
                  <a:lnTo>
                    <a:pt x="6257434" y="2273828"/>
                  </a:lnTo>
                  <a:lnTo>
                    <a:pt x="6245352" y="2221394"/>
                  </a:lnTo>
                  <a:lnTo>
                    <a:pt x="6232731" y="2174605"/>
                  </a:lnTo>
                  <a:lnTo>
                    <a:pt x="6219101" y="2128111"/>
                  </a:lnTo>
                  <a:lnTo>
                    <a:pt x="6204461" y="2081905"/>
                  </a:lnTo>
                  <a:lnTo>
                    <a:pt x="6188812" y="2035979"/>
                  </a:lnTo>
                  <a:lnTo>
                    <a:pt x="6172154" y="1990325"/>
                  </a:lnTo>
                  <a:lnTo>
                    <a:pt x="6154486" y="1944936"/>
                  </a:lnTo>
                  <a:lnTo>
                    <a:pt x="6135810" y="1899804"/>
                  </a:lnTo>
                  <a:lnTo>
                    <a:pt x="6116124" y="1854922"/>
                  </a:lnTo>
                  <a:lnTo>
                    <a:pt x="6095430" y="1810282"/>
                  </a:lnTo>
                  <a:lnTo>
                    <a:pt x="6073727" y="1765876"/>
                  </a:lnTo>
                  <a:lnTo>
                    <a:pt x="6051015" y="1721697"/>
                  </a:lnTo>
                  <a:lnTo>
                    <a:pt x="6027295" y="1677737"/>
                  </a:lnTo>
                  <a:lnTo>
                    <a:pt x="6002566" y="1633988"/>
                  </a:lnTo>
                  <a:lnTo>
                    <a:pt x="5976828" y="1590444"/>
                  </a:lnTo>
                  <a:lnTo>
                    <a:pt x="5950082" y="1547095"/>
                  </a:lnTo>
                  <a:lnTo>
                    <a:pt x="5922329" y="1503935"/>
                  </a:lnTo>
                  <a:lnTo>
                    <a:pt x="5893566" y="1460956"/>
                  </a:lnTo>
                  <a:lnTo>
                    <a:pt x="5863796" y="1418150"/>
                  </a:lnTo>
                  <a:lnTo>
                    <a:pt x="5833018" y="1375510"/>
                  </a:lnTo>
                  <a:lnTo>
                    <a:pt x="5801233" y="1333029"/>
                  </a:lnTo>
                  <a:lnTo>
                    <a:pt x="5788822" y="1310339"/>
                  </a:lnTo>
                  <a:lnTo>
                    <a:pt x="5753905" y="1264913"/>
                  </a:lnTo>
                  <a:lnTo>
                    <a:pt x="5713730" y="1219479"/>
                  </a:lnTo>
                  <a:lnTo>
                    <a:pt x="5693536" y="1196758"/>
                  </a:lnTo>
                  <a:lnTo>
                    <a:pt x="5673343" y="1174036"/>
                  </a:lnTo>
                  <a:lnTo>
                    <a:pt x="5616413" y="1114964"/>
                  </a:lnTo>
                  <a:lnTo>
                    <a:pt x="5578948" y="1078759"/>
                  </a:lnTo>
                  <a:lnTo>
                    <a:pt x="5540837" y="1042798"/>
                  </a:lnTo>
                  <a:lnTo>
                    <a:pt x="5502161" y="1007202"/>
                  </a:lnTo>
                  <a:lnTo>
                    <a:pt x="5463000" y="972095"/>
                  </a:lnTo>
                  <a:lnTo>
                    <a:pt x="5423435" y="937596"/>
                  </a:lnTo>
                  <a:lnTo>
                    <a:pt x="5383547" y="903830"/>
                  </a:lnTo>
                  <a:lnTo>
                    <a:pt x="5343417" y="870916"/>
                  </a:lnTo>
                  <a:lnTo>
                    <a:pt x="5303125" y="838978"/>
                  </a:lnTo>
                  <a:lnTo>
                    <a:pt x="5262753" y="808138"/>
                  </a:lnTo>
                  <a:lnTo>
                    <a:pt x="5219040" y="778090"/>
                  </a:lnTo>
                  <a:lnTo>
                    <a:pt x="5175868" y="748592"/>
                  </a:lnTo>
                  <a:lnTo>
                    <a:pt x="5133116" y="719688"/>
                  </a:lnTo>
                  <a:lnTo>
                    <a:pt x="5090663" y="691423"/>
                  </a:lnTo>
                  <a:lnTo>
                    <a:pt x="5048387" y="663843"/>
                  </a:lnTo>
                  <a:lnTo>
                    <a:pt x="5006169" y="636993"/>
                  </a:lnTo>
                  <a:lnTo>
                    <a:pt x="4963888" y="610919"/>
                  </a:lnTo>
                  <a:lnTo>
                    <a:pt x="4921422" y="585664"/>
                  </a:lnTo>
                  <a:lnTo>
                    <a:pt x="4878650" y="561275"/>
                  </a:lnTo>
                  <a:lnTo>
                    <a:pt x="4835453" y="537797"/>
                  </a:lnTo>
                  <a:lnTo>
                    <a:pt x="4791710" y="515276"/>
                  </a:lnTo>
                  <a:lnTo>
                    <a:pt x="4791710" y="505243"/>
                  </a:lnTo>
                  <a:lnTo>
                    <a:pt x="4778248" y="505243"/>
                  </a:lnTo>
                  <a:lnTo>
                    <a:pt x="4735861" y="482963"/>
                  </a:lnTo>
                  <a:lnTo>
                    <a:pt x="4693212" y="461207"/>
                  </a:lnTo>
                  <a:lnTo>
                    <a:pt x="4650301" y="439972"/>
                  </a:lnTo>
                  <a:lnTo>
                    <a:pt x="4607128" y="419256"/>
                  </a:lnTo>
                  <a:lnTo>
                    <a:pt x="4563693" y="399058"/>
                  </a:lnTo>
                  <a:lnTo>
                    <a:pt x="4519996" y="379377"/>
                  </a:lnTo>
                  <a:lnTo>
                    <a:pt x="4476037" y="360211"/>
                  </a:lnTo>
                  <a:lnTo>
                    <a:pt x="4431816" y="341559"/>
                  </a:lnTo>
                  <a:lnTo>
                    <a:pt x="4387332" y="323419"/>
                  </a:lnTo>
                  <a:lnTo>
                    <a:pt x="4342587" y="305789"/>
                  </a:lnTo>
                  <a:lnTo>
                    <a:pt x="4297579" y="288668"/>
                  </a:lnTo>
                  <a:lnTo>
                    <a:pt x="4252309" y="272055"/>
                  </a:lnTo>
                  <a:lnTo>
                    <a:pt x="4206777" y="255947"/>
                  </a:lnTo>
                  <a:lnTo>
                    <a:pt x="4160983" y="240344"/>
                  </a:lnTo>
                  <a:lnTo>
                    <a:pt x="4114927" y="225244"/>
                  </a:lnTo>
                  <a:lnTo>
                    <a:pt x="4068609" y="210645"/>
                  </a:lnTo>
                  <a:lnTo>
                    <a:pt x="4022029" y="196546"/>
                  </a:lnTo>
                  <a:lnTo>
                    <a:pt x="3975186" y="182945"/>
                  </a:lnTo>
                  <a:lnTo>
                    <a:pt x="3928082" y="169841"/>
                  </a:lnTo>
                  <a:lnTo>
                    <a:pt x="3880715" y="157232"/>
                  </a:lnTo>
                  <a:lnTo>
                    <a:pt x="3833087" y="145117"/>
                  </a:lnTo>
                  <a:lnTo>
                    <a:pt x="3785196" y="133494"/>
                  </a:lnTo>
                  <a:lnTo>
                    <a:pt x="3737043" y="122362"/>
                  </a:lnTo>
                  <a:lnTo>
                    <a:pt x="3688628" y="111719"/>
                  </a:lnTo>
                  <a:lnTo>
                    <a:pt x="3639951" y="101564"/>
                  </a:lnTo>
                  <a:lnTo>
                    <a:pt x="3591012" y="91895"/>
                  </a:lnTo>
                  <a:lnTo>
                    <a:pt x="3541810" y="82710"/>
                  </a:lnTo>
                  <a:lnTo>
                    <a:pt x="3492347" y="74009"/>
                  </a:lnTo>
                  <a:lnTo>
                    <a:pt x="3442621" y="65789"/>
                  </a:lnTo>
                  <a:lnTo>
                    <a:pt x="3392634" y="58049"/>
                  </a:lnTo>
                  <a:lnTo>
                    <a:pt x="3342384" y="50787"/>
                  </a:lnTo>
                  <a:lnTo>
                    <a:pt x="3291872" y="44003"/>
                  </a:lnTo>
                  <a:lnTo>
                    <a:pt x="3241098" y="37694"/>
                  </a:lnTo>
                  <a:lnTo>
                    <a:pt x="3190062" y="31859"/>
                  </a:lnTo>
                  <a:lnTo>
                    <a:pt x="3138764" y="26496"/>
                  </a:lnTo>
                  <a:lnTo>
                    <a:pt x="3087203" y="21604"/>
                  </a:lnTo>
                  <a:lnTo>
                    <a:pt x="3035381" y="17182"/>
                  </a:lnTo>
                  <a:lnTo>
                    <a:pt x="2983297" y="13227"/>
                  </a:lnTo>
                  <a:lnTo>
                    <a:pt x="2930950" y="9739"/>
                  </a:lnTo>
                  <a:lnTo>
                    <a:pt x="2878341" y="6715"/>
                  </a:lnTo>
                  <a:lnTo>
                    <a:pt x="2825470" y="4155"/>
                  </a:lnTo>
                  <a:lnTo>
                    <a:pt x="2772338" y="2056"/>
                  </a:lnTo>
                  <a:lnTo>
                    <a:pt x="2718943" y="418"/>
                  </a:lnTo>
                  <a:lnTo>
                    <a:pt x="2666737" y="0"/>
                  </a:lnTo>
                  <a:lnTo>
                    <a:pt x="2614739" y="114"/>
                  </a:lnTo>
                  <a:lnTo>
                    <a:pt x="2562947" y="761"/>
                  </a:lnTo>
                  <a:lnTo>
                    <a:pt x="2511360" y="1943"/>
                  </a:lnTo>
                  <a:lnTo>
                    <a:pt x="2459978" y="3659"/>
                  </a:lnTo>
                  <a:lnTo>
                    <a:pt x="2408799" y="5910"/>
                  </a:lnTo>
                  <a:lnTo>
                    <a:pt x="2357824" y="8697"/>
                  </a:lnTo>
                  <a:lnTo>
                    <a:pt x="2307049" y="12021"/>
                  </a:lnTo>
                  <a:lnTo>
                    <a:pt x="2256476" y="15883"/>
                  </a:lnTo>
                  <a:lnTo>
                    <a:pt x="2206103" y="20282"/>
                  </a:lnTo>
                  <a:lnTo>
                    <a:pt x="2155928" y="25220"/>
                  </a:lnTo>
                  <a:lnTo>
                    <a:pt x="2105952" y="30698"/>
                  </a:lnTo>
                  <a:lnTo>
                    <a:pt x="2056172" y="36716"/>
                  </a:lnTo>
                  <a:lnTo>
                    <a:pt x="2006589" y="43275"/>
                  </a:lnTo>
                  <a:lnTo>
                    <a:pt x="1957201" y="50376"/>
                  </a:lnTo>
                  <a:lnTo>
                    <a:pt x="1908007" y="58019"/>
                  </a:lnTo>
                  <a:lnTo>
                    <a:pt x="1859006" y="66204"/>
                  </a:lnTo>
                  <a:lnTo>
                    <a:pt x="1810198" y="74934"/>
                  </a:lnTo>
                  <a:lnTo>
                    <a:pt x="1761581" y="84208"/>
                  </a:lnTo>
                  <a:lnTo>
                    <a:pt x="1713155" y="94028"/>
                  </a:lnTo>
                  <a:lnTo>
                    <a:pt x="1664919" y="104393"/>
                  </a:lnTo>
                  <a:lnTo>
                    <a:pt x="1616871" y="115305"/>
                  </a:lnTo>
                  <a:lnTo>
                    <a:pt x="1569012" y="126764"/>
                  </a:lnTo>
                  <a:lnTo>
                    <a:pt x="1521339" y="138771"/>
                  </a:lnTo>
                  <a:lnTo>
                    <a:pt x="1473851" y="151327"/>
                  </a:lnTo>
                  <a:lnTo>
                    <a:pt x="1426549" y="164432"/>
                  </a:lnTo>
                  <a:lnTo>
                    <a:pt x="1379431" y="178088"/>
                  </a:lnTo>
                  <a:lnTo>
                    <a:pt x="1332496" y="192294"/>
                  </a:lnTo>
                  <a:lnTo>
                    <a:pt x="1285744" y="207052"/>
                  </a:lnTo>
                  <a:lnTo>
                    <a:pt x="1239172" y="222362"/>
                  </a:lnTo>
                  <a:lnTo>
                    <a:pt x="1192781" y="238225"/>
                  </a:lnTo>
                  <a:lnTo>
                    <a:pt x="1146570" y="254641"/>
                  </a:lnTo>
                  <a:lnTo>
                    <a:pt x="1100537" y="271612"/>
                  </a:lnTo>
                  <a:lnTo>
                    <a:pt x="1054681" y="289138"/>
                  </a:lnTo>
                  <a:lnTo>
                    <a:pt x="1009002" y="307220"/>
                  </a:lnTo>
                  <a:lnTo>
                    <a:pt x="963499" y="325858"/>
                  </a:lnTo>
                  <a:lnTo>
                    <a:pt x="918171" y="345054"/>
                  </a:lnTo>
                  <a:lnTo>
                    <a:pt x="873016" y="364807"/>
                  </a:lnTo>
                  <a:lnTo>
                    <a:pt x="828035" y="385119"/>
                  </a:lnTo>
                  <a:lnTo>
                    <a:pt x="783225" y="405990"/>
                  </a:lnTo>
                  <a:lnTo>
                    <a:pt x="738586" y="427422"/>
                  </a:lnTo>
                  <a:lnTo>
                    <a:pt x="694118" y="449414"/>
                  </a:lnTo>
                  <a:lnTo>
                    <a:pt x="649819" y="471967"/>
                  </a:lnTo>
                  <a:lnTo>
                    <a:pt x="605688" y="495083"/>
                  </a:lnTo>
                  <a:lnTo>
                    <a:pt x="557068" y="519347"/>
                  </a:lnTo>
                  <a:lnTo>
                    <a:pt x="509272" y="544470"/>
                  </a:lnTo>
                  <a:lnTo>
                    <a:pt x="462301" y="570386"/>
                  </a:lnTo>
                  <a:lnTo>
                    <a:pt x="416153" y="597030"/>
                  </a:lnTo>
                  <a:lnTo>
                    <a:pt x="370830" y="624334"/>
                  </a:lnTo>
                  <a:lnTo>
                    <a:pt x="326331" y="652233"/>
                  </a:lnTo>
                  <a:lnTo>
                    <a:pt x="282655" y="680661"/>
                  </a:lnTo>
                  <a:lnTo>
                    <a:pt x="239804" y="709552"/>
                  </a:lnTo>
                  <a:lnTo>
                    <a:pt x="197777" y="738839"/>
                  </a:lnTo>
                  <a:lnTo>
                    <a:pt x="156574" y="768457"/>
                  </a:lnTo>
                  <a:lnTo>
                    <a:pt x="116194" y="798338"/>
                  </a:lnTo>
                  <a:lnTo>
                    <a:pt x="76639" y="828419"/>
                  </a:lnTo>
                  <a:lnTo>
                    <a:pt x="37907" y="858631"/>
                  </a:lnTo>
                  <a:lnTo>
                    <a:pt x="0" y="888910"/>
                  </a:lnTo>
                  <a:lnTo>
                    <a:pt x="0" y="1888273"/>
                  </a:lnTo>
                  <a:lnTo>
                    <a:pt x="18086" y="1874695"/>
                  </a:lnTo>
                  <a:lnTo>
                    <a:pt x="33649" y="1863000"/>
                  </a:lnTo>
                  <a:lnTo>
                    <a:pt x="49212" y="1851304"/>
                  </a:lnTo>
                  <a:lnTo>
                    <a:pt x="67298" y="1837727"/>
                  </a:lnTo>
                  <a:lnTo>
                    <a:pt x="102417" y="1799595"/>
                  </a:lnTo>
                  <a:lnTo>
                    <a:pt x="126182" y="1759558"/>
                  </a:lnTo>
                  <a:lnTo>
                    <a:pt x="137329" y="1715711"/>
                  </a:lnTo>
                  <a:lnTo>
                    <a:pt x="134594" y="1666150"/>
                  </a:lnTo>
                  <a:lnTo>
                    <a:pt x="139440" y="1626031"/>
                  </a:lnTo>
                  <a:lnTo>
                    <a:pt x="153979" y="1589771"/>
                  </a:lnTo>
                  <a:lnTo>
                    <a:pt x="178208" y="1556412"/>
                  </a:lnTo>
                  <a:lnTo>
                    <a:pt x="212129" y="1524999"/>
                  </a:lnTo>
                  <a:lnTo>
                    <a:pt x="255739" y="1494573"/>
                  </a:lnTo>
                  <a:lnTo>
                    <a:pt x="308454" y="1471132"/>
                  </a:lnTo>
                  <a:lnTo>
                    <a:pt x="358926" y="1451915"/>
                  </a:lnTo>
                  <a:lnTo>
                    <a:pt x="407157" y="1437756"/>
                  </a:lnTo>
                  <a:lnTo>
                    <a:pt x="453144" y="1429492"/>
                  </a:lnTo>
                  <a:lnTo>
                    <a:pt x="496889" y="1427959"/>
                  </a:lnTo>
                  <a:lnTo>
                    <a:pt x="538391" y="1433994"/>
                  </a:lnTo>
                  <a:lnTo>
                    <a:pt x="590967" y="1439322"/>
                  </a:lnTo>
                  <a:lnTo>
                    <a:pt x="646068" y="1438994"/>
                  </a:lnTo>
                  <a:lnTo>
                    <a:pt x="701168" y="1431118"/>
                  </a:lnTo>
                  <a:lnTo>
                    <a:pt x="753745" y="1413801"/>
                  </a:lnTo>
                  <a:lnTo>
                    <a:pt x="771834" y="1430672"/>
                  </a:lnTo>
                  <a:lnTo>
                    <a:pt x="787400" y="1450377"/>
                  </a:lnTo>
                  <a:lnTo>
                    <a:pt x="802965" y="1471986"/>
                  </a:lnTo>
                  <a:lnTo>
                    <a:pt x="821055" y="1494573"/>
                  </a:lnTo>
                  <a:lnTo>
                    <a:pt x="843554" y="1524862"/>
                  </a:lnTo>
                  <a:lnTo>
                    <a:pt x="869842" y="1555152"/>
                  </a:lnTo>
                  <a:lnTo>
                    <a:pt x="898653" y="1585441"/>
                  </a:lnTo>
                  <a:lnTo>
                    <a:pt x="928725" y="1615731"/>
                  </a:lnTo>
                  <a:lnTo>
                    <a:pt x="884308" y="1637503"/>
                  </a:lnTo>
                  <a:lnTo>
                    <a:pt x="839891" y="1660373"/>
                  </a:lnTo>
                  <a:lnTo>
                    <a:pt x="795474" y="1684216"/>
                  </a:lnTo>
                  <a:lnTo>
                    <a:pt x="751057" y="1708910"/>
                  </a:lnTo>
                  <a:lnTo>
                    <a:pt x="706640" y="1734333"/>
                  </a:lnTo>
                  <a:lnTo>
                    <a:pt x="662223" y="1760361"/>
                  </a:lnTo>
                  <a:lnTo>
                    <a:pt x="617806" y="1786873"/>
                  </a:lnTo>
                  <a:lnTo>
                    <a:pt x="573389" y="1813745"/>
                  </a:lnTo>
                  <a:lnTo>
                    <a:pt x="528972" y="1840855"/>
                  </a:lnTo>
                  <a:lnTo>
                    <a:pt x="484555" y="1868080"/>
                  </a:lnTo>
                  <a:lnTo>
                    <a:pt x="440528" y="1895626"/>
                  </a:lnTo>
                  <a:lnTo>
                    <a:pt x="397228" y="1923782"/>
                  </a:lnTo>
                  <a:lnTo>
                    <a:pt x="354573" y="1952547"/>
                  </a:lnTo>
                  <a:lnTo>
                    <a:pt x="312483" y="1981922"/>
                  </a:lnTo>
                  <a:lnTo>
                    <a:pt x="270878" y="2011907"/>
                  </a:lnTo>
                  <a:lnTo>
                    <a:pt x="229677" y="2042501"/>
                  </a:lnTo>
                  <a:lnTo>
                    <a:pt x="188799" y="2073705"/>
                  </a:lnTo>
                  <a:lnTo>
                    <a:pt x="148163" y="2105519"/>
                  </a:lnTo>
                  <a:lnTo>
                    <a:pt x="107690" y="2137942"/>
                  </a:lnTo>
                  <a:lnTo>
                    <a:pt x="67298" y="2170975"/>
                  </a:lnTo>
                  <a:lnTo>
                    <a:pt x="47319" y="2149799"/>
                  </a:lnTo>
                  <a:lnTo>
                    <a:pt x="28601" y="2130541"/>
                  </a:lnTo>
                  <a:lnTo>
                    <a:pt x="12408" y="2111306"/>
                  </a:lnTo>
                  <a:lnTo>
                    <a:pt x="0" y="2090203"/>
                  </a:lnTo>
                  <a:lnTo>
                    <a:pt x="0" y="2322359"/>
                  </a:lnTo>
                  <a:lnTo>
                    <a:pt x="12197" y="2313173"/>
                  </a:lnTo>
                  <a:lnTo>
                    <a:pt x="26919" y="2302118"/>
                  </a:lnTo>
                  <a:lnTo>
                    <a:pt x="41641" y="2291087"/>
                  </a:lnTo>
                  <a:lnTo>
                    <a:pt x="53839" y="2281973"/>
                  </a:lnTo>
                  <a:lnTo>
                    <a:pt x="81944" y="2313099"/>
                  </a:lnTo>
                  <a:lnTo>
                    <a:pt x="112666" y="2345901"/>
                  </a:lnTo>
                  <a:lnTo>
                    <a:pt x="146379" y="2380382"/>
                  </a:lnTo>
                  <a:lnTo>
                    <a:pt x="183456" y="2416546"/>
                  </a:lnTo>
                  <a:lnTo>
                    <a:pt x="224272" y="2454396"/>
                  </a:lnTo>
                  <a:lnTo>
                    <a:pt x="269201" y="2493936"/>
                  </a:lnTo>
                  <a:lnTo>
                    <a:pt x="300721" y="2521345"/>
                  </a:lnTo>
                  <a:lnTo>
                    <a:pt x="334607" y="2550282"/>
                  </a:lnTo>
                  <a:lnTo>
                    <a:pt x="370700" y="2580395"/>
                  </a:lnTo>
                  <a:lnTo>
                    <a:pt x="408844" y="2611331"/>
                  </a:lnTo>
                  <a:lnTo>
                    <a:pt x="448881" y="2642738"/>
                  </a:lnTo>
                  <a:lnTo>
                    <a:pt x="490654" y="2674262"/>
                  </a:lnTo>
                  <a:lnTo>
                    <a:pt x="534005" y="2705551"/>
                  </a:lnTo>
                  <a:lnTo>
                    <a:pt x="578777" y="2736252"/>
                  </a:lnTo>
                  <a:lnTo>
                    <a:pt x="566577" y="2751553"/>
                  </a:lnTo>
                  <a:lnTo>
                    <a:pt x="551853" y="2767795"/>
                  </a:lnTo>
                  <a:lnTo>
                    <a:pt x="537129" y="2785918"/>
                  </a:lnTo>
                  <a:lnTo>
                    <a:pt x="524929" y="2806864"/>
                  </a:lnTo>
                  <a:lnTo>
                    <a:pt x="506846" y="2822008"/>
                  </a:lnTo>
                  <a:lnTo>
                    <a:pt x="491285" y="2837153"/>
                  </a:lnTo>
                  <a:lnTo>
                    <a:pt x="475721" y="2852298"/>
                  </a:lnTo>
                  <a:lnTo>
                    <a:pt x="457631" y="2867443"/>
                  </a:lnTo>
                  <a:close/>
                </a:path>
              </a:pathLst>
            </a:custGeom>
            <a:ln w="3175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81015" y="5335904"/>
              <a:ext cx="659765" cy="1191260"/>
            </a:xfrm>
            <a:custGeom>
              <a:avLst/>
              <a:gdLst/>
              <a:ahLst/>
              <a:cxnLst/>
              <a:rect l="l" t="t" r="r" b="b"/>
              <a:pathLst>
                <a:path w="659764" h="1191259">
                  <a:moveTo>
                    <a:pt x="659511" y="60579"/>
                  </a:moveTo>
                  <a:lnTo>
                    <a:pt x="605663" y="90805"/>
                  </a:lnTo>
                  <a:lnTo>
                    <a:pt x="606660" y="124848"/>
                  </a:lnTo>
                  <a:lnTo>
                    <a:pt x="600678" y="159722"/>
                  </a:lnTo>
                  <a:lnTo>
                    <a:pt x="567781" y="232297"/>
                  </a:lnTo>
                  <a:lnTo>
                    <a:pt x="540867" y="270162"/>
                  </a:lnTo>
                  <a:lnTo>
                    <a:pt x="506979" y="309190"/>
                  </a:lnTo>
                  <a:lnTo>
                    <a:pt x="466116" y="349462"/>
                  </a:lnTo>
                  <a:lnTo>
                    <a:pt x="418281" y="391062"/>
                  </a:lnTo>
                  <a:lnTo>
                    <a:pt x="363474" y="434073"/>
                  </a:lnTo>
                  <a:lnTo>
                    <a:pt x="318672" y="473142"/>
                  </a:lnTo>
                  <a:lnTo>
                    <a:pt x="281301" y="511605"/>
                  </a:lnTo>
                  <a:lnTo>
                    <a:pt x="251524" y="549462"/>
                  </a:lnTo>
                  <a:lnTo>
                    <a:pt x="229500" y="586712"/>
                  </a:lnTo>
                  <a:lnTo>
                    <a:pt x="215392" y="623357"/>
                  </a:lnTo>
                  <a:lnTo>
                    <a:pt x="209361" y="659396"/>
                  </a:lnTo>
                  <a:lnTo>
                    <a:pt x="211568" y="694829"/>
                  </a:lnTo>
                  <a:lnTo>
                    <a:pt x="222176" y="729656"/>
                  </a:lnTo>
                  <a:lnTo>
                    <a:pt x="241346" y="763879"/>
                  </a:lnTo>
                  <a:lnTo>
                    <a:pt x="269239" y="797496"/>
                  </a:lnTo>
                  <a:lnTo>
                    <a:pt x="281650" y="812483"/>
                  </a:lnTo>
                  <a:lnTo>
                    <a:pt x="297846" y="826523"/>
                  </a:lnTo>
                  <a:lnTo>
                    <a:pt x="316567" y="838671"/>
                  </a:lnTo>
                  <a:lnTo>
                    <a:pt x="336550" y="847979"/>
                  </a:lnTo>
                  <a:lnTo>
                    <a:pt x="356512" y="855549"/>
                  </a:lnTo>
                  <a:lnTo>
                    <a:pt x="375189" y="863117"/>
                  </a:lnTo>
                  <a:lnTo>
                    <a:pt x="391342" y="870685"/>
                  </a:lnTo>
                  <a:lnTo>
                    <a:pt x="403733" y="878255"/>
                  </a:lnTo>
                  <a:lnTo>
                    <a:pt x="391132" y="921952"/>
                  </a:lnTo>
                  <a:lnTo>
                    <a:pt x="373507" y="962807"/>
                  </a:lnTo>
                  <a:lnTo>
                    <a:pt x="350833" y="1001769"/>
                  </a:lnTo>
                  <a:lnTo>
                    <a:pt x="323088" y="1039787"/>
                  </a:lnTo>
                  <a:lnTo>
                    <a:pt x="300581" y="1077641"/>
                  </a:lnTo>
                  <a:lnTo>
                    <a:pt x="274288" y="1115498"/>
                  </a:lnTo>
                  <a:lnTo>
                    <a:pt x="245471" y="1153354"/>
                  </a:lnTo>
                  <a:lnTo>
                    <a:pt x="215392" y="1191209"/>
                  </a:lnTo>
                  <a:lnTo>
                    <a:pt x="205269" y="1142427"/>
                  </a:lnTo>
                  <a:lnTo>
                    <a:pt x="194988" y="1094357"/>
                  </a:lnTo>
                  <a:lnTo>
                    <a:pt x="184392" y="1046760"/>
                  </a:lnTo>
                  <a:lnTo>
                    <a:pt x="173323" y="999401"/>
                  </a:lnTo>
                  <a:lnTo>
                    <a:pt x="161622" y="952041"/>
                  </a:lnTo>
                  <a:lnTo>
                    <a:pt x="149133" y="904444"/>
                  </a:lnTo>
                  <a:lnTo>
                    <a:pt x="135698" y="856374"/>
                  </a:lnTo>
                  <a:lnTo>
                    <a:pt x="121158" y="807593"/>
                  </a:lnTo>
                  <a:lnTo>
                    <a:pt x="103849" y="755703"/>
                  </a:lnTo>
                  <a:lnTo>
                    <a:pt x="86541" y="703992"/>
                  </a:lnTo>
                  <a:lnTo>
                    <a:pt x="69233" y="652634"/>
                  </a:lnTo>
                  <a:lnTo>
                    <a:pt x="51924" y="601806"/>
                  </a:lnTo>
                  <a:lnTo>
                    <a:pt x="34616" y="551685"/>
                  </a:lnTo>
                  <a:lnTo>
                    <a:pt x="17308" y="502446"/>
                  </a:lnTo>
                  <a:lnTo>
                    <a:pt x="0" y="454266"/>
                  </a:lnTo>
                  <a:lnTo>
                    <a:pt x="40412" y="431099"/>
                  </a:lnTo>
                  <a:lnTo>
                    <a:pt x="80982" y="407104"/>
                  </a:lnTo>
                  <a:lnTo>
                    <a:pt x="121867" y="382398"/>
                  </a:lnTo>
                  <a:lnTo>
                    <a:pt x="163226" y="357100"/>
                  </a:lnTo>
                  <a:lnTo>
                    <a:pt x="205216" y="331328"/>
                  </a:lnTo>
                  <a:lnTo>
                    <a:pt x="247995" y="305203"/>
                  </a:lnTo>
                  <a:lnTo>
                    <a:pt x="291720" y="278841"/>
                  </a:lnTo>
                  <a:lnTo>
                    <a:pt x="336550" y="252361"/>
                  </a:lnTo>
                  <a:lnTo>
                    <a:pt x="376894" y="224965"/>
                  </a:lnTo>
                  <a:lnTo>
                    <a:pt x="417248" y="195904"/>
                  </a:lnTo>
                  <a:lnTo>
                    <a:pt x="457612" y="165419"/>
                  </a:lnTo>
                  <a:lnTo>
                    <a:pt x="497982" y="133748"/>
                  </a:lnTo>
                  <a:lnTo>
                    <a:pt x="538359" y="101131"/>
                  </a:lnTo>
                  <a:lnTo>
                    <a:pt x="578740" y="67808"/>
                  </a:lnTo>
                  <a:lnTo>
                    <a:pt x="619125" y="34017"/>
                  </a:lnTo>
                  <a:lnTo>
                    <a:pt x="659511" y="0"/>
                  </a:lnTo>
                  <a:lnTo>
                    <a:pt x="659511" y="60579"/>
                  </a:lnTo>
                  <a:close/>
                </a:path>
              </a:pathLst>
            </a:custGeom>
            <a:ln w="3175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85508" y="2963545"/>
            <a:ext cx="1022985" cy="273050"/>
          </a:xfrm>
          <a:custGeom>
            <a:avLst/>
            <a:gdLst/>
            <a:ahLst/>
            <a:cxnLst/>
            <a:rect l="l" t="t" r="r" b="b"/>
            <a:pathLst>
              <a:path w="1022985" h="273050">
                <a:moveTo>
                  <a:pt x="242277" y="141350"/>
                </a:moveTo>
                <a:lnTo>
                  <a:pt x="0" y="272541"/>
                </a:lnTo>
                <a:lnTo>
                  <a:pt x="32390" y="249852"/>
                </a:lnTo>
                <a:lnTo>
                  <a:pt x="67303" y="227139"/>
                </a:lnTo>
                <a:lnTo>
                  <a:pt x="102216" y="204426"/>
                </a:lnTo>
                <a:lnTo>
                  <a:pt x="134607" y="181737"/>
                </a:lnTo>
                <a:lnTo>
                  <a:pt x="174773" y="159150"/>
                </a:lnTo>
                <a:lnTo>
                  <a:pt x="213679" y="137540"/>
                </a:lnTo>
                <a:lnTo>
                  <a:pt x="250062" y="117836"/>
                </a:lnTo>
                <a:lnTo>
                  <a:pt x="282663" y="100964"/>
                </a:lnTo>
                <a:lnTo>
                  <a:pt x="310842" y="85977"/>
                </a:lnTo>
                <a:lnTo>
                  <a:pt x="336499" y="71929"/>
                </a:lnTo>
                <a:lnTo>
                  <a:pt x="362155" y="59763"/>
                </a:lnTo>
                <a:lnTo>
                  <a:pt x="390334" y="50418"/>
                </a:lnTo>
                <a:lnTo>
                  <a:pt x="412630" y="41147"/>
                </a:lnTo>
                <a:lnTo>
                  <a:pt x="437449" y="29019"/>
                </a:lnTo>
                <a:lnTo>
                  <a:pt x="462266" y="14986"/>
                </a:lnTo>
                <a:lnTo>
                  <a:pt x="484555" y="0"/>
                </a:lnTo>
                <a:lnTo>
                  <a:pt x="539688" y="0"/>
                </a:lnTo>
                <a:lnTo>
                  <a:pt x="592882" y="0"/>
                </a:lnTo>
                <a:lnTo>
                  <a:pt x="645430" y="0"/>
                </a:lnTo>
                <a:lnTo>
                  <a:pt x="698624" y="0"/>
                </a:lnTo>
                <a:lnTo>
                  <a:pt x="753757" y="0"/>
                </a:lnTo>
                <a:lnTo>
                  <a:pt x="808885" y="4977"/>
                </a:lnTo>
                <a:lnTo>
                  <a:pt x="862067" y="8516"/>
                </a:lnTo>
                <a:lnTo>
                  <a:pt x="914602" y="11585"/>
                </a:lnTo>
                <a:lnTo>
                  <a:pt x="967787" y="15154"/>
                </a:lnTo>
                <a:lnTo>
                  <a:pt x="1022921" y="20192"/>
                </a:lnTo>
                <a:lnTo>
                  <a:pt x="995997" y="20192"/>
                </a:lnTo>
                <a:lnTo>
                  <a:pt x="949022" y="28225"/>
                </a:lnTo>
                <a:lnTo>
                  <a:pt x="900405" y="35016"/>
                </a:lnTo>
                <a:lnTo>
                  <a:pt x="850144" y="40567"/>
                </a:lnTo>
                <a:lnTo>
                  <a:pt x="798237" y="44880"/>
                </a:lnTo>
                <a:lnTo>
                  <a:pt x="744680" y="47958"/>
                </a:lnTo>
                <a:lnTo>
                  <a:pt x="689473" y="49804"/>
                </a:lnTo>
                <a:lnTo>
                  <a:pt x="632612" y="50418"/>
                </a:lnTo>
                <a:lnTo>
                  <a:pt x="586582" y="48544"/>
                </a:lnTo>
                <a:lnTo>
                  <a:pt x="539448" y="50446"/>
                </a:lnTo>
                <a:lnTo>
                  <a:pt x="491368" y="56129"/>
                </a:lnTo>
                <a:lnTo>
                  <a:pt x="442498" y="65595"/>
                </a:lnTo>
                <a:lnTo>
                  <a:pt x="392996" y="78847"/>
                </a:lnTo>
                <a:lnTo>
                  <a:pt x="343020" y="95888"/>
                </a:lnTo>
                <a:lnTo>
                  <a:pt x="292728" y="116722"/>
                </a:lnTo>
                <a:lnTo>
                  <a:pt x="242277" y="141350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781" y="4195190"/>
            <a:ext cx="1211580" cy="1009650"/>
          </a:xfrm>
          <a:custGeom>
            <a:avLst/>
            <a:gdLst/>
            <a:ahLst/>
            <a:cxnLst/>
            <a:rect l="l" t="t" r="r" b="b"/>
            <a:pathLst>
              <a:path w="1211580" h="1009650">
                <a:moveTo>
                  <a:pt x="215353" y="757046"/>
                </a:moveTo>
                <a:lnTo>
                  <a:pt x="170424" y="717507"/>
                </a:lnTo>
                <a:lnTo>
                  <a:pt x="129608" y="679656"/>
                </a:lnTo>
                <a:lnTo>
                  <a:pt x="92532" y="643493"/>
                </a:lnTo>
                <a:lnTo>
                  <a:pt x="58821" y="609012"/>
                </a:lnTo>
                <a:lnTo>
                  <a:pt x="28101" y="576210"/>
                </a:lnTo>
                <a:lnTo>
                  <a:pt x="0" y="545083"/>
                </a:lnTo>
                <a:lnTo>
                  <a:pt x="40755" y="512085"/>
                </a:lnTo>
                <a:lnTo>
                  <a:pt x="82156" y="479689"/>
                </a:lnTo>
                <a:lnTo>
                  <a:pt x="124042" y="447894"/>
                </a:lnTo>
                <a:lnTo>
                  <a:pt x="166252" y="416702"/>
                </a:lnTo>
                <a:lnTo>
                  <a:pt x="208622" y="386111"/>
                </a:lnTo>
                <a:lnTo>
                  <a:pt x="250993" y="356123"/>
                </a:lnTo>
                <a:lnTo>
                  <a:pt x="293202" y="326736"/>
                </a:lnTo>
                <a:lnTo>
                  <a:pt x="335088" y="297952"/>
                </a:lnTo>
                <a:lnTo>
                  <a:pt x="376490" y="269769"/>
                </a:lnTo>
                <a:lnTo>
                  <a:pt x="417245" y="242188"/>
                </a:lnTo>
                <a:lnTo>
                  <a:pt x="461663" y="215248"/>
                </a:lnTo>
                <a:lnTo>
                  <a:pt x="506081" y="188910"/>
                </a:lnTo>
                <a:lnTo>
                  <a:pt x="550499" y="163176"/>
                </a:lnTo>
                <a:lnTo>
                  <a:pt x="594918" y="138046"/>
                </a:lnTo>
                <a:lnTo>
                  <a:pt x="639337" y="113522"/>
                </a:lnTo>
                <a:lnTo>
                  <a:pt x="683755" y="89603"/>
                </a:lnTo>
                <a:lnTo>
                  <a:pt x="728174" y="66290"/>
                </a:lnTo>
                <a:lnTo>
                  <a:pt x="772593" y="43585"/>
                </a:lnTo>
                <a:lnTo>
                  <a:pt x="817010" y="21488"/>
                </a:lnTo>
                <a:lnTo>
                  <a:pt x="861428" y="0"/>
                </a:lnTo>
                <a:lnTo>
                  <a:pt x="901804" y="37990"/>
                </a:lnTo>
                <a:lnTo>
                  <a:pt x="942182" y="76946"/>
                </a:lnTo>
                <a:lnTo>
                  <a:pt x="982563" y="117782"/>
                </a:lnTo>
                <a:lnTo>
                  <a:pt x="1022946" y="161416"/>
                </a:lnTo>
                <a:lnTo>
                  <a:pt x="1056750" y="193911"/>
                </a:lnTo>
                <a:lnTo>
                  <a:pt x="1093132" y="229777"/>
                </a:lnTo>
                <a:lnTo>
                  <a:pt x="1131451" y="267569"/>
                </a:lnTo>
                <a:lnTo>
                  <a:pt x="1171067" y="305843"/>
                </a:lnTo>
                <a:lnTo>
                  <a:pt x="1211338" y="343153"/>
                </a:lnTo>
                <a:lnTo>
                  <a:pt x="1191146" y="359886"/>
                </a:lnTo>
                <a:lnTo>
                  <a:pt x="1170959" y="378523"/>
                </a:lnTo>
                <a:lnTo>
                  <a:pt x="1150781" y="397160"/>
                </a:lnTo>
                <a:lnTo>
                  <a:pt x="1130617" y="413892"/>
                </a:lnTo>
                <a:lnTo>
                  <a:pt x="1118424" y="436582"/>
                </a:lnTo>
                <a:lnTo>
                  <a:pt x="1103704" y="459295"/>
                </a:lnTo>
                <a:lnTo>
                  <a:pt x="1088981" y="482008"/>
                </a:lnTo>
                <a:lnTo>
                  <a:pt x="1076782" y="504697"/>
                </a:lnTo>
                <a:lnTo>
                  <a:pt x="1036401" y="535622"/>
                </a:lnTo>
                <a:lnTo>
                  <a:pt x="996021" y="567766"/>
                </a:lnTo>
                <a:lnTo>
                  <a:pt x="955641" y="601136"/>
                </a:lnTo>
                <a:lnTo>
                  <a:pt x="915262" y="635739"/>
                </a:lnTo>
                <a:lnTo>
                  <a:pt x="874884" y="671582"/>
                </a:lnTo>
                <a:lnTo>
                  <a:pt x="834506" y="708671"/>
                </a:lnTo>
                <a:lnTo>
                  <a:pt x="794130" y="747013"/>
                </a:lnTo>
                <a:lnTo>
                  <a:pt x="753789" y="785375"/>
                </a:lnTo>
                <a:lnTo>
                  <a:pt x="713683" y="822860"/>
                </a:lnTo>
                <a:lnTo>
                  <a:pt x="674049" y="859824"/>
                </a:lnTo>
                <a:lnTo>
                  <a:pt x="635120" y="896619"/>
                </a:lnTo>
                <a:lnTo>
                  <a:pt x="597134" y="933598"/>
                </a:lnTo>
                <a:lnTo>
                  <a:pt x="560325" y="971115"/>
                </a:lnTo>
                <a:lnTo>
                  <a:pt x="524929" y="1009522"/>
                </a:lnTo>
                <a:lnTo>
                  <a:pt x="480161" y="975879"/>
                </a:lnTo>
                <a:lnTo>
                  <a:pt x="436811" y="943070"/>
                </a:lnTo>
                <a:lnTo>
                  <a:pt x="395039" y="910974"/>
                </a:lnTo>
                <a:lnTo>
                  <a:pt x="355001" y="879474"/>
                </a:lnTo>
                <a:lnTo>
                  <a:pt x="316856" y="848451"/>
                </a:lnTo>
                <a:lnTo>
                  <a:pt x="280761" y="817784"/>
                </a:lnTo>
                <a:lnTo>
                  <a:pt x="246874" y="787356"/>
                </a:lnTo>
                <a:lnTo>
                  <a:pt x="215353" y="757046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749" y="5295519"/>
            <a:ext cx="1104265" cy="1191260"/>
          </a:xfrm>
          <a:custGeom>
            <a:avLst/>
            <a:gdLst/>
            <a:ahLst/>
            <a:cxnLst/>
            <a:rect l="l" t="t" r="r" b="b"/>
            <a:pathLst>
              <a:path w="1104265" h="1191260">
                <a:moveTo>
                  <a:pt x="363423" y="0"/>
                </a:moveTo>
                <a:lnTo>
                  <a:pt x="399412" y="26484"/>
                </a:lnTo>
                <a:lnTo>
                  <a:pt x="436821" y="52978"/>
                </a:lnTo>
                <a:lnTo>
                  <a:pt x="475807" y="79478"/>
                </a:lnTo>
                <a:lnTo>
                  <a:pt x="516528" y="105981"/>
                </a:lnTo>
                <a:lnTo>
                  <a:pt x="559141" y="132484"/>
                </a:lnTo>
                <a:lnTo>
                  <a:pt x="603806" y="158984"/>
                </a:lnTo>
                <a:lnTo>
                  <a:pt x="650680" y="185478"/>
                </a:lnTo>
                <a:lnTo>
                  <a:pt x="699922" y="211962"/>
                </a:lnTo>
                <a:lnTo>
                  <a:pt x="740798" y="235552"/>
                </a:lnTo>
                <a:lnTo>
                  <a:pt x="782671" y="259217"/>
                </a:lnTo>
                <a:lnTo>
                  <a:pt x="825541" y="283043"/>
                </a:lnTo>
                <a:lnTo>
                  <a:pt x="869407" y="307113"/>
                </a:lnTo>
                <a:lnTo>
                  <a:pt x="914270" y="331512"/>
                </a:lnTo>
                <a:lnTo>
                  <a:pt x="960129" y="356325"/>
                </a:lnTo>
                <a:lnTo>
                  <a:pt x="1006984" y="381635"/>
                </a:lnTo>
                <a:lnTo>
                  <a:pt x="1054834" y="407527"/>
                </a:lnTo>
                <a:lnTo>
                  <a:pt x="1103680" y="434085"/>
                </a:lnTo>
                <a:lnTo>
                  <a:pt x="1073998" y="479945"/>
                </a:lnTo>
                <a:lnTo>
                  <a:pt x="1045423" y="526515"/>
                </a:lnTo>
                <a:lnTo>
                  <a:pt x="1017798" y="573559"/>
                </a:lnTo>
                <a:lnTo>
                  <a:pt x="990963" y="620841"/>
                </a:lnTo>
                <a:lnTo>
                  <a:pt x="964760" y="668123"/>
                </a:lnTo>
                <a:lnTo>
                  <a:pt x="939029" y="715169"/>
                </a:lnTo>
                <a:lnTo>
                  <a:pt x="913613" y="761742"/>
                </a:lnTo>
                <a:lnTo>
                  <a:pt x="888352" y="807605"/>
                </a:lnTo>
                <a:lnTo>
                  <a:pt x="863142" y="853484"/>
                </a:lnTo>
                <a:lnTo>
                  <a:pt x="838089" y="900192"/>
                </a:lnTo>
                <a:lnTo>
                  <a:pt x="813352" y="947610"/>
                </a:lnTo>
                <a:lnTo>
                  <a:pt x="789089" y="995621"/>
                </a:lnTo>
                <a:lnTo>
                  <a:pt x="765456" y="1044104"/>
                </a:lnTo>
                <a:lnTo>
                  <a:pt x="742612" y="1092943"/>
                </a:lnTo>
                <a:lnTo>
                  <a:pt x="720715" y="1142017"/>
                </a:lnTo>
                <a:lnTo>
                  <a:pt x="699922" y="1191209"/>
                </a:lnTo>
                <a:lnTo>
                  <a:pt x="640754" y="1161141"/>
                </a:lnTo>
                <a:lnTo>
                  <a:pt x="584391" y="1131530"/>
                </a:lnTo>
                <a:lnTo>
                  <a:pt x="530832" y="1102408"/>
                </a:lnTo>
                <a:lnTo>
                  <a:pt x="480076" y="1073812"/>
                </a:lnTo>
                <a:lnTo>
                  <a:pt x="432125" y="1045776"/>
                </a:lnTo>
                <a:lnTo>
                  <a:pt x="386978" y="1018336"/>
                </a:lnTo>
                <a:lnTo>
                  <a:pt x="344635" y="991527"/>
                </a:lnTo>
                <a:lnTo>
                  <a:pt x="305096" y="965384"/>
                </a:lnTo>
                <a:lnTo>
                  <a:pt x="268361" y="939942"/>
                </a:lnTo>
                <a:lnTo>
                  <a:pt x="234430" y="915235"/>
                </a:lnTo>
                <a:lnTo>
                  <a:pt x="203303" y="891300"/>
                </a:lnTo>
                <a:lnTo>
                  <a:pt x="112097" y="801923"/>
                </a:lnTo>
                <a:lnTo>
                  <a:pt x="65619" y="754603"/>
                </a:lnTo>
                <a:lnTo>
                  <a:pt x="36807" y="726213"/>
                </a:lnTo>
                <a:lnTo>
                  <a:pt x="26924" y="716749"/>
                </a:lnTo>
                <a:lnTo>
                  <a:pt x="0" y="726833"/>
                </a:lnTo>
                <a:lnTo>
                  <a:pt x="9971" y="680658"/>
                </a:lnTo>
                <a:lnTo>
                  <a:pt x="25926" y="633363"/>
                </a:lnTo>
                <a:lnTo>
                  <a:pt x="47115" y="585508"/>
                </a:lnTo>
                <a:lnTo>
                  <a:pt x="72790" y="537652"/>
                </a:lnTo>
                <a:lnTo>
                  <a:pt x="102204" y="490357"/>
                </a:lnTo>
                <a:lnTo>
                  <a:pt x="134607" y="444182"/>
                </a:lnTo>
                <a:lnTo>
                  <a:pt x="170499" y="398710"/>
                </a:lnTo>
                <a:lnTo>
                  <a:pt x="197418" y="352962"/>
                </a:lnTo>
                <a:lnTo>
                  <a:pt x="215363" y="306654"/>
                </a:lnTo>
                <a:lnTo>
                  <a:pt x="224336" y="259503"/>
                </a:lnTo>
                <a:lnTo>
                  <a:pt x="224336" y="211228"/>
                </a:lnTo>
                <a:lnTo>
                  <a:pt x="215366" y="161543"/>
                </a:lnTo>
                <a:lnTo>
                  <a:pt x="233448" y="140368"/>
                </a:lnTo>
                <a:lnTo>
                  <a:pt x="249010" y="121110"/>
                </a:lnTo>
                <a:lnTo>
                  <a:pt x="264574" y="101875"/>
                </a:lnTo>
                <a:lnTo>
                  <a:pt x="282663" y="80771"/>
                </a:lnTo>
                <a:lnTo>
                  <a:pt x="302854" y="63882"/>
                </a:lnTo>
                <a:lnTo>
                  <a:pt x="323043" y="44148"/>
                </a:lnTo>
                <a:lnTo>
                  <a:pt x="343232" y="22532"/>
                </a:lnTo>
                <a:lnTo>
                  <a:pt x="363423" y="0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491" y="1141475"/>
            <a:ext cx="11481816" cy="533704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C8B8BC0-B921-EA1B-EA87-CB93C4FE93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II.</a:t>
            </a:r>
            <a:r>
              <a:rPr sz="3400" spc="-5" dirty="0"/>
              <a:t> </a:t>
            </a:r>
            <a:r>
              <a:rPr sz="3400" dirty="0"/>
              <a:t>NHU</a:t>
            </a:r>
            <a:r>
              <a:rPr sz="3400" spc="-30" dirty="0"/>
              <a:t> </a:t>
            </a:r>
            <a:r>
              <a:rPr sz="3400" dirty="0"/>
              <a:t>CẦU</a:t>
            </a:r>
            <a:r>
              <a:rPr sz="3400" spc="-25" dirty="0"/>
              <a:t> </a:t>
            </a:r>
            <a:r>
              <a:rPr sz="3400" dirty="0"/>
              <a:t>VÀ</a:t>
            </a:r>
            <a:r>
              <a:rPr sz="3400" spc="-30" dirty="0"/>
              <a:t> </a:t>
            </a:r>
            <a:r>
              <a:rPr sz="3400" dirty="0"/>
              <a:t>GIẢI</a:t>
            </a:r>
            <a:r>
              <a:rPr sz="3400" spc="-25" dirty="0"/>
              <a:t> </a:t>
            </a:r>
            <a:r>
              <a:rPr sz="3400" dirty="0"/>
              <a:t>PHÁP</a:t>
            </a:r>
            <a:r>
              <a:rPr sz="3400" spc="-20" dirty="0"/>
              <a:t> </a:t>
            </a:r>
            <a:r>
              <a:rPr sz="3400" dirty="0"/>
              <a:t>ẢO</a:t>
            </a:r>
            <a:r>
              <a:rPr sz="3400" spc="-25" dirty="0"/>
              <a:t> </a:t>
            </a:r>
            <a:r>
              <a:rPr sz="3400" dirty="0"/>
              <a:t>HÓA</a:t>
            </a:r>
            <a:r>
              <a:rPr sz="3400" spc="-25" dirty="0"/>
              <a:t> </a:t>
            </a:r>
            <a:r>
              <a:rPr sz="3400" dirty="0"/>
              <a:t>THIẾT</a:t>
            </a:r>
            <a:r>
              <a:rPr sz="3400" spc="-20" dirty="0"/>
              <a:t> </a:t>
            </a:r>
            <a:r>
              <a:rPr sz="3400" dirty="0"/>
              <a:t>BỊ</a:t>
            </a:r>
            <a:r>
              <a:rPr sz="3400" spc="-15" dirty="0"/>
              <a:t> </a:t>
            </a:r>
            <a:r>
              <a:rPr sz="3400" dirty="0"/>
              <a:t>LƯU</a:t>
            </a:r>
            <a:r>
              <a:rPr sz="3400" spc="-25" dirty="0"/>
              <a:t> TRỮ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262995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DFS: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 một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 thống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tập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 liệu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 trữ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máy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chủ.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xử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trữ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client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phương.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1255" y="2692907"/>
            <a:ext cx="7277100" cy="39486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3CB25-2B5A-569E-3A17-35720C535C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NHU</a:t>
            </a:r>
            <a:r>
              <a:rPr spc="-10" dirty="0"/>
              <a:t> </a:t>
            </a:r>
            <a:r>
              <a:rPr dirty="0"/>
              <a:t>CẦU</a:t>
            </a:r>
            <a:r>
              <a:rPr spc="-25" dirty="0"/>
              <a:t> </a:t>
            </a:r>
            <a:r>
              <a:rPr dirty="0"/>
              <a:t>VÀ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10" dirty="0"/>
              <a:t> </a:t>
            </a:r>
            <a:r>
              <a:rPr dirty="0"/>
              <a:t>PHÁP</a:t>
            </a:r>
            <a:r>
              <a:rPr spc="-5" dirty="0"/>
              <a:t> </a:t>
            </a:r>
            <a:r>
              <a:rPr dirty="0"/>
              <a:t>ẢO</a:t>
            </a:r>
            <a:r>
              <a:rPr spc="-25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spc="-10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chia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thành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lẻ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tách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biệt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phần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dụng.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Mỗi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 chủ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lập.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711" y="3197351"/>
            <a:ext cx="5530595" cy="3523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635DF-8C19-CCAA-FB22-18B5291FB8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NHU</a:t>
            </a:r>
            <a:r>
              <a:rPr spc="-10" dirty="0"/>
              <a:t> </a:t>
            </a:r>
            <a:r>
              <a:rPr dirty="0"/>
              <a:t>CẦU</a:t>
            </a:r>
            <a:r>
              <a:rPr spc="-25" dirty="0"/>
              <a:t> </a:t>
            </a:r>
            <a:r>
              <a:rPr dirty="0"/>
              <a:t>VÀ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10" dirty="0"/>
              <a:t> </a:t>
            </a:r>
            <a:r>
              <a:rPr dirty="0"/>
              <a:t>PHÁP</a:t>
            </a:r>
            <a:r>
              <a:rPr spc="-5" dirty="0"/>
              <a:t> </a:t>
            </a:r>
            <a:r>
              <a:rPr dirty="0"/>
              <a:t>ẢO</a:t>
            </a:r>
            <a:r>
              <a:rPr spc="-25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spc="-10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7513320" cy="43351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server: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Openvz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(Open</a:t>
            </a:r>
            <a:r>
              <a:rPr sz="3000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virtuozzo)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hãng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parallels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nghệ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Xen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nghệ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KVM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nghệ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Hyper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nghệ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VMWare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nghệ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Box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A3F7B-6F72-3198-C377-B617B3FDEF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20" dirty="0"/>
              <a:t> </a:t>
            </a:r>
            <a:r>
              <a:rPr dirty="0"/>
              <a:t>NHU</a:t>
            </a:r>
            <a:r>
              <a:rPr spc="-20" dirty="0"/>
              <a:t> </a:t>
            </a:r>
            <a:r>
              <a:rPr dirty="0"/>
              <a:t>CẦU</a:t>
            </a:r>
            <a:r>
              <a:rPr spc="-5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20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 </a:t>
            </a:r>
            <a:r>
              <a:rPr spc="-25" dirty="0"/>
              <a:t>HTM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3594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phỏng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hoàn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tầng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dựa trên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mềm.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đảm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tự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chúng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ích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hoạt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độc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-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tài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nhanh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chóng,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tục,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tự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hỗ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mới.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FF7F6-7F5C-16C0-D573-8D64520383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20" dirty="0"/>
              <a:t> </a:t>
            </a:r>
            <a:r>
              <a:rPr dirty="0"/>
              <a:t>NHU</a:t>
            </a:r>
            <a:r>
              <a:rPr spc="-20" dirty="0"/>
              <a:t> </a:t>
            </a:r>
            <a:r>
              <a:rPr dirty="0"/>
              <a:t>CẦU</a:t>
            </a:r>
            <a:r>
              <a:rPr spc="-5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20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 </a:t>
            </a:r>
            <a:r>
              <a:rPr spc="-25" dirty="0"/>
              <a:t>HTM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0986770" cy="2618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445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thiệu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vụ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 logic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port,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switch,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router,</a:t>
            </a:r>
            <a:r>
              <a:rPr sz="32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tường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lửa,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cân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bằng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tải,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nữa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khối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việc.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tự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hoàn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581B3-2066-0C77-3AFA-79058C0FA7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20" dirty="0"/>
              <a:t> </a:t>
            </a:r>
            <a:r>
              <a:rPr dirty="0"/>
              <a:t>NHU</a:t>
            </a:r>
            <a:r>
              <a:rPr spc="-20" dirty="0"/>
              <a:t> </a:t>
            </a:r>
            <a:r>
              <a:rPr dirty="0"/>
              <a:t>CẦU</a:t>
            </a:r>
            <a:r>
              <a:rPr spc="-5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20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 </a:t>
            </a:r>
            <a:r>
              <a:rPr spc="-25" dirty="0"/>
              <a:t>HTM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6189980" cy="37255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mạng: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tầng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tầng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Desktop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tầng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tầng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tầng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7EFC7-7CC2-52E6-3BFE-95FBFA2C5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2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VẤN</a:t>
            </a:r>
            <a:r>
              <a:rPr spc="-15" dirty="0"/>
              <a:t> </a:t>
            </a:r>
            <a:r>
              <a:rPr dirty="0"/>
              <a:t>ĐỀ</a:t>
            </a:r>
            <a:r>
              <a:rPr spc="-10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LÝ</a:t>
            </a:r>
            <a:r>
              <a:rPr spc="-15" dirty="0"/>
              <a:t> </a:t>
            </a:r>
            <a:r>
              <a:rPr dirty="0"/>
              <a:t>TÀI</a:t>
            </a:r>
            <a:r>
              <a:rPr spc="-10" dirty="0"/>
              <a:t> </a:t>
            </a:r>
            <a:r>
              <a:rPr dirty="0"/>
              <a:t>NGUYÊN</a:t>
            </a:r>
            <a:r>
              <a:rPr spc="-30" dirty="0"/>
              <a:t>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Vấn</a:t>
            </a:r>
            <a:r>
              <a:rPr spc="5" dirty="0"/>
              <a:t> </a:t>
            </a:r>
            <a:r>
              <a:rPr dirty="0"/>
              <a:t>đề</a:t>
            </a:r>
            <a:r>
              <a:rPr spc="5" dirty="0"/>
              <a:t> </a:t>
            </a:r>
            <a:r>
              <a:rPr dirty="0"/>
              <a:t>máy</a:t>
            </a:r>
            <a:r>
              <a:rPr spc="10" dirty="0"/>
              <a:t> </a:t>
            </a:r>
            <a:r>
              <a:rPr dirty="0"/>
              <a:t>ảo gây</a:t>
            </a:r>
            <a:r>
              <a:rPr spc="10" dirty="0"/>
              <a:t> </a:t>
            </a:r>
            <a:r>
              <a:rPr dirty="0"/>
              <a:t>lãng</a:t>
            </a:r>
            <a:r>
              <a:rPr spc="10" dirty="0"/>
              <a:t> </a:t>
            </a:r>
            <a:r>
              <a:rPr dirty="0"/>
              <a:t>phí</a:t>
            </a:r>
            <a:r>
              <a:rPr spc="5" dirty="0"/>
              <a:t> </a:t>
            </a:r>
            <a:r>
              <a:rPr dirty="0"/>
              <a:t>tài</a:t>
            </a:r>
            <a:r>
              <a:rPr spc="10" dirty="0"/>
              <a:t> </a:t>
            </a:r>
            <a:r>
              <a:rPr dirty="0"/>
              <a:t>nguyên:</a:t>
            </a:r>
            <a:r>
              <a:rPr spc="10" dirty="0"/>
              <a:t> </a:t>
            </a:r>
            <a:r>
              <a:rPr dirty="0"/>
              <a:t>việc</a:t>
            </a:r>
            <a:r>
              <a:rPr spc="-5" dirty="0"/>
              <a:t> </a:t>
            </a:r>
            <a:r>
              <a:rPr dirty="0"/>
              <a:t>tạo</a:t>
            </a:r>
            <a:r>
              <a:rPr spc="15" dirty="0"/>
              <a:t> </a:t>
            </a:r>
            <a:r>
              <a:rPr dirty="0"/>
              <a:t>ra và hủy</a:t>
            </a:r>
            <a:r>
              <a:rPr spc="15" dirty="0"/>
              <a:t> </a:t>
            </a:r>
            <a:r>
              <a:rPr dirty="0"/>
              <a:t>các</a:t>
            </a:r>
            <a:r>
              <a:rPr spc="10" dirty="0"/>
              <a:t> </a:t>
            </a:r>
            <a:r>
              <a:rPr spc="-25" dirty="0"/>
              <a:t>máy </a:t>
            </a:r>
            <a:r>
              <a:rPr dirty="0"/>
              <a:t>ảo</a:t>
            </a:r>
            <a:r>
              <a:rPr spc="100" dirty="0"/>
              <a:t> </a:t>
            </a:r>
            <a:r>
              <a:rPr dirty="0"/>
              <a:t>rất</a:t>
            </a:r>
            <a:r>
              <a:rPr spc="100" dirty="0"/>
              <a:t> </a:t>
            </a:r>
            <a:r>
              <a:rPr dirty="0"/>
              <a:t>dễ</a:t>
            </a:r>
            <a:r>
              <a:rPr spc="95" dirty="0"/>
              <a:t> </a:t>
            </a:r>
            <a:r>
              <a:rPr dirty="0"/>
              <a:t>dàng,</a:t>
            </a:r>
            <a:r>
              <a:rPr spc="100" dirty="0"/>
              <a:t> </a:t>
            </a:r>
            <a:r>
              <a:rPr dirty="0"/>
              <a:t>do</a:t>
            </a:r>
            <a:r>
              <a:rPr spc="90" dirty="0"/>
              <a:t> </a:t>
            </a:r>
            <a:r>
              <a:rPr dirty="0"/>
              <a:t>đó,</a:t>
            </a:r>
            <a:r>
              <a:rPr spc="105" dirty="0"/>
              <a:t> </a:t>
            </a:r>
            <a:r>
              <a:rPr dirty="0"/>
              <a:t>đôi</a:t>
            </a:r>
            <a:r>
              <a:rPr spc="90" dirty="0"/>
              <a:t> </a:t>
            </a:r>
            <a:r>
              <a:rPr dirty="0"/>
              <a:t>khi</a:t>
            </a:r>
            <a:r>
              <a:rPr spc="95" dirty="0"/>
              <a:t> </a:t>
            </a:r>
            <a:r>
              <a:rPr dirty="0"/>
              <a:t>việc</a:t>
            </a:r>
            <a:r>
              <a:rPr spc="110" dirty="0"/>
              <a:t> </a:t>
            </a:r>
            <a:r>
              <a:rPr dirty="0"/>
              <a:t>thực</a:t>
            </a:r>
            <a:r>
              <a:rPr spc="110" dirty="0"/>
              <a:t> </a:t>
            </a:r>
            <a:r>
              <a:rPr dirty="0"/>
              <a:t>hiện</a:t>
            </a:r>
            <a:r>
              <a:rPr spc="105" dirty="0"/>
              <a:t> </a:t>
            </a:r>
            <a:r>
              <a:rPr dirty="0"/>
              <a:t>tạo</a:t>
            </a:r>
            <a:r>
              <a:rPr spc="110" dirty="0"/>
              <a:t> </a:t>
            </a:r>
            <a:r>
              <a:rPr dirty="0"/>
              <a:t>ra</a:t>
            </a:r>
            <a:r>
              <a:rPr spc="105" dirty="0"/>
              <a:t> </a:t>
            </a:r>
            <a:r>
              <a:rPr dirty="0"/>
              <a:t>máy</a:t>
            </a:r>
            <a:r>
              <a:rPr spc="110" dirty="0"/>
              <a:t> </a:t>
            </a:r>
            <a:r>
              <a:rPr dirty="0"/>
              <a:t>ảo</a:t>
            </a:r>
            <a:r>
              <a:rPr spc="114" dirty="0"/>
              <a:t> </a:t>
            </a:r>
            <a:r>
              <a:rPr dirty="0"/>
              <a:t>trở</a:t>
            </a:r>
            <a:r>
              <a:rPr spc="100" dirty="0"/>
              <a:t> </a:t>
            </a:r>
            <a:r>
              <a:rPr spc="-25" dirty="0"/>
              <a:t>nên </a:t>
            </a:r>
            <a:r>
              <a:rPr dirty="0"/>
              <a:t>dư</a:t>
            </a:r>
            <a:r>
              <a:rPr spc="375" dirty="0"/>
              <a:t> </a:t>
            </a:r>
            <a:r>
              <a:rPr dirty="0"/>
              <a:t>thừa,</a:t>
            </a:r>
            <a:r>
              <a:rPr spc="365" dirty="0"/>
              <a:t> </a:t>
            </a:r>
            <a:r>
              <a:rPr dirty="0"/>
              <a:t>vì</a:t>
            </a:r>
            <a:r>
              <a:rPr spc="355" dirty="0"/>
              <a:t> </a:t>
            </a:r>
            <a:r>
              <a:rPr dirty="0"/>
              <a:t>không</a:t>
            </a:r>
            <a:r>
              <a:rPr spc="370" dirty="0"/>
              <a:t> </a:t>
            </a:r>
            <a:r>
              <a:rPr dirty="0"/>
              <a:t>tận</a:t>
            </a:r>
            <a:r>
              <a:rPr spc="370" dirty="0"/>
              <a:t> </a:t>
            </a:r>
            <a:r>
              <a:rPr dirty="0"/>
              <a:t>dụng</a:t>
            </a:r>
            <a:r>
              <a:rPr spc="365" dirty="0"/>
              <a:t> </a:t>
            </a:r>
            <a:r>
              <a:rPr dirty="0"/>
              <a:t>hết</a:t>
            </a:r>
            <a:r>
              <a:rPr spc="365" dirty="0"/>
              <a:t> </a:t>
            </a:r>
            <a:r>
              <a:rPr dirty="0"/>
              <a:t>chức</a:t>
            </a:r>
            <a:r>
              <a:rPr spc="385" dirty="0"/>
              <a:t> </a:t>
            </a:r>
            <a:r>
              <a:rPr dirty="0"/>
              <a:t>năng</a:t>
            </a:r>
            <a:r>
              <a:rPr spc="360" dirty="0"/>
              <a:t> </a:t>
            </a:r>
            <a:r>
              <a:rPr dirty="0"/>
              <a:t>của</a:t>
            </a:r>
            <a:r>
              <a:rPr spc="370" dirty="0"/>
              <a:t> </a:t>
            </a:r>
            <a:r>
              <a:rPr dirty="0"/>
              <a:t>nó.</a:t>
            </a:r>
            <a:r>
              <a:rPr spc="365" dirty="0"/>
              <a:t> </a:t>
            </a:r>
            <a:r>
              <a:rPr dirty="0"/>
              <a:t>Điều</a:t>
            </a:r>
            <a:r>
              <a:rPr spc="370" dirty="0"/>
              <a:t> </a:t>
            </a:r>
            <a:r>
              <a:rPr dirty="0"/>
              <a:t>này</a:t>
            </a:r>
            <a:r>
              <a:rPr spc="370" dirty="0"/>
              <a:t> </a:t>
            </a:r>
            <a:r>
              <a:rPr spc="-25" dirty="0"/>
              <a:t>dẫn </a:t>
            </a:r>
            <a:r>
              <a:rPr dirty="0"/>
              <a:t>đến</a:t>
            </a:r>
            <a:r>
              <a:rPr spc="-25" dirty="0"/>
              <a:t> </a:t>
            </a:r>
            <a:r>
              <a:rPr dirty="0"/>
              <a:t>việc</a:t>
            </a:r>
            <a:r>
              <a:rPr spc="-5" dirty="0"/>
              <a:t> </a:t>
            </a:r>
            <a:r>
              <a:rPr dirty="0"/>
              <a:t>lãng</a:t>
            </a:r>
            <a:r>
              <a:rPr spc="-15" dirty="0"/>
              <a:t> </a:t>
            </a:r>
            <a:r>
              <a:rPr dirty="0"/>
              <a:t>phí</a:t>
            </a:r>
            <a:r>
              <a:rPr spc="-30" dirty="0"/>
              <a:t> </a:t>
            </a:r>
            <a:r>
              <a:rPr dirty="0"/>
              <a:t>tài</a:t>
            </a:r>
            <a:r>
              <a:rPr spc="-15" dirty="0"/>
              <a:t> </a:t>
            </a:r>
            <a:r>
              <a:rPr dirty="0"/>
              <a:t>nguyên</a:t>
            </a:r>
            <a:r>
              <a:rPr spc="-45" dirty="0"/>
              <a:t> </a:t>
            </a:r>
            <a:r>
              <a:rPr dirty="0"/>
              <a:t>của</a:t>
            </a:r>
            <a:r>
              <a:rPr spc="-10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10" dirty="0"/>
              <a:t>tính.</a:t>
            </a:r>
          </a:p>
          <a:p>
            <a:pPr marL="755015" marR="5715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phải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chính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sách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ty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tổ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chức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để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đảm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bảo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rằng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mỗi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tạo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phù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hợp.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986D5-5B8C-EBF3-8961-97D0524049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2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VẤN</a:t>
            </a:r>
            <a:r>
              <a:rPr spc="-15" dirty="0"/>
              <a:t> </a:t>
            </a:r>
            <a:r>
              <a:rPr dirty="0"/>
              <a:t>ĐỀ</a:t>
            </a:r>
            <a:r>
              <a:rPr spc="-10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LÝ</a:t>
            </a:r>
            <a:r>
              <a:rPr spc="-15" dirty="0"/>
              <a:t> </a:t>
            </a:r>
            <a:r>
              <a:rPr dirty="0"/>
              <a:t>TÀI</a:t>
            </a:r>
            <a:r>
              <a:rPr spc="-10" dirty="0"/>
              <a:t> </a:t>
            </a:r>
            <a:r>
              <a:rPr dirty="0"/>
              <a:t>NGUYÊN</a:t>
            </a:r>
            <a:r>
              <a:rPr spc="-30" dirty="0"/>
              <a:t>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Máy</a:t>
            </a:r>
            <a:r>
              <a:rPr spc="335" dirty="0"/>
              <a:t> </a:t>
            </a:r>
            <a:r>
              <a:rPr dirty="0"/>
              <a:t>ảo</a:t>
            </a:r>
            <a:r>
              <a:rPr spc="325" dirty="0"/>
              <a:t> </a:t>
            </a:r>
            <a:r>
              <a:rPr dirty="0"/>
              <a:t>có</a:t>
            </a:r>
            <a:r>
              <a:rPr spc="345" dirty="0"/>
              <a:t> </a:t>
            </a:r>
            <a:r>
              <a:rPr dirty="0"/>
              <a:t>thể</a:t>
            </a:r>
            <a:r>
              <a:rPr spc="345" dirty="0"/>
              <a:t> </a:t>
            </a:r>
            <a:r>
              <a:rPr dirty="0"/>
              <a:t>làm</a:t>
            </a:r>
            <a:r>
              <a:rPr spc="340" dirty="0"/>
              <a:t> </a:t>
            </a:r>
            <a:r>
              <a:rPr dirty="0"/>
              <a:t>tắt</a:t>
            </a:r>
            <a:r>
              <a:rPr spc="330" dirty="0"/>
              <a:t> </a:t>
            </a:r>
            <a:r>
              <a:rPr dirty="0"/>
              <a:t>nghẽn</a:t>
            </a:r>
            <a:r>
              <a:rPr spc="335" dirty="0"/>
              <a:t> </a:t>
            </a:r>
            <a:r>
              <a:rPr dirty="0"/>
              <a:t>lưu</a:t>
            </a:r>
            <a:r>
              <a:rPr spc="345" dirty="0"/>
              <a:t> </a:t>
            </a:r>
            <a:r>
              <a:rPr dirty="0"/>
              <a:t>lượng</a:t>
            </a:r>
            <a:r>
              <a:rPr spc="325" dirty="0"/>
              <a:t> </a:t>
            </a:r>
            <a:r>
              <a:rPr dirty="0"/>
              <a:t>mạng.</a:t>
            </a:r>
            <a:r>
              <a:rPr spc="335" dirty="0"/>
              <a:t> </a:t>
            </a:r>
            <a:r>
              <a:rPr dirty="0"/>
              <a:t>Các</a:t>
            </a:r>
            <a:r>
              <a:rPr spc="335" dirty="0"/>
              <a:t> </a:t>
            </a:r>
            <a:r>
              <a:rPr dirty="0"/>
              <a:t>máy</a:t>
            </a:r>
            <a:r>
              <a:rPr spc="340" dirty="0"/>
              <a:t> </a:t>
            </a:r>
            <a:r>
              <a:rPr dirty="0"/>
              <a:t>ảo</a:t>
            </a:r>
            <a:r>
              <a:rPr spc="335" dirty="0"/>
              <a:t> </a:t>
            </a:r>
            <a:r>
              <a:rPr spc="-20" dirty="0"/>
              <a:t>được </a:t>
            </a:r>
            <a:r>
              <a:rPr dirty="0"/>
              <a:t>chia</a:t>
            </a:r>
            <a:r>
              <a:rPr spc="310" dirty="0"/>
              <a:t> </a:t>
            </a:r>
            <a:r>
              <a:rPr dirty="0"/>
              <a:t>sẻ</a:t>
            </a:r>
            <a:r>
              <a:rPr spc="310" dirty="0"/>
              <a:t> </a:t>
            </a:r>
            <a:r>
              <a:rPr dirty="0"/>
              <a:t>chung</a:t>
            </a:r>
            <a:r>
              <a:rPr spc="310" dirty="0"/>
              <a:t> </a:t>
            </a:r>
            <a:r>
              <a:rPr dirty="0"/>
              <a:t>một</a:t>
            </a:r>
            <a:r>
              <a:rPr spc="315" dirty="0"/>
              <a:t> </a:t>
            </a:r>
            <a:r>
              <a:rPr dirty="0"/>
              <a:t>card</a:t>
            </a:r>
            <a:r>
              <a:rPr spc="320" dirty="0"/>
              <a:t> </a:t>
            </a:r>
            <a:r>
              <a:rPr dirty="0"/>
              <a:t>mạng</a:t>
            </a:r>
            <a:r>
              <a:rPr spc="310" dirty="0"/>
              <a:t> </a:t>
            </a:r>
            <a:r>
              <a:rPr dirty="0"/>
              <a:t>(NIC)</a:t>
            </a:r>
            <a:r>
              <a:rPr spc="310" dirty="0"/>
              <a:t> </a:t>
            </a:r>
            <a:r>
              <a:rPr dirty="0"/>
              <a:t>trên</a:t>
            </a:r>
            <a:r>
              <a:rPr spc="305" dirty="0"/>
              <a:t> </a:t>
            </a:r>
            <a:r>
              <a:rPr dirty="0"/>
              <a:t>máy</a:t>
            </a:r>
            <a:r>
              <a:rPr spc="320" dirty="0"/>
              <a:t> </a:t>
            </a:r>
            <a:r>
              <a:rPr dirty="0"/>
              <a:t>thật.</a:t>
            </a:r>
            <a:r>
              <a:rPr spc="310" dirty="0"/>
              <a:t> </a:t>
            </a:r>
            <a:r>
              <a:rPr dirty="0"/>
              <a:t>Điều</a:t>
            </a:r>
            <a:r>
              <a:rPr spc="310" dirty="0"/>
              <a:t> </a:t>
            </a:r>
            <a:r>
              <a:rPr dirty="0"/>
              <a:t>này</a:t>
            </a:r>
            <a:r>
              <a:rPr spc="310" dirty="0"/>
              <a:t> </a:t>
            </a:r>
            <a:r>
              <a:rPr spc="-25" dirty="0"/>
              <a:t>dẫn </a:t>
            </a:r>
            <a:r>
              <a:rPr dirty="0"/>
              <a:t>đến</a:t>
            </a:r>
            <a:r>
              <a:rPr spc="95" dirty="0"/>
              <a:t> </a:t>
            </a:r>
            <a:r>
              <a:rPr dirty="0"/>
              <a:t>khi</a:t>
            </a:r>
            <a:r>
              <a:rPr spc="95" dirty="0"/>
              <a:t> </a:t>
            </a:r>
            <a:r>
              <a:rPr dirty="0"/>
              <a:t>các</a:t>
            </a:r>
            <a:r>
              <a:rPr spc="100" dirty="0"/>
              <a:t> </a:t>
            </a:r>
            <a:r>
              <a:rPr dirty="0"/>
              <a:t>máy</a:t>
            </a:r>
            <a:r>
              <a:rPr spc="110" dirty="0"/>
              <a:t> </a:t>
            </a:r>
            <a:r>
              <a:rPr dirty="0"/>
              <a:t>ảo</a:t>
            </a:r>
            <a:r>
              <a:rPr spc="114" dirty="0"/>
              <a:t> </a:t>
            </a:r>
            <a:r>
              <a:rPr dirty="0"/>
              <a:t>cùng</a:t>
            </a:r>
            <a:r>
              <a:rPr spc="110" dirty="0"/>
              <a:t> </a:t>
            </a:r>
            <a:r>
              <a:rPr dirty="0"/>
              <a:t>hoạt</a:t>
            </a:r>
            <a:r>
              <a:rPr spc="90" dirty="0"/>
              <a:t> </a:t>
            </a:r>
            <a:r>
              <a:rPr dirty="0"/>
              <a:t>động,</a:t>
            </a:r>
            <a:r>
              <a:rPr spc="100" dirty="0"/>
              <a:t> </a:t>
            </a:r>
            <a:r>
              <a:rPr dirty="0"/>
              <a:t>sẽ</a:t>
            </a:r>
            <a:r>
              <a:rPr spc="114" dirty="0"/>
              <a:t> </a:t>
            </a:r>
            <a:r>
              <a:rPr dirty="0"/>
              <a:t>dẫn</a:t>
            </a:r>
            <a:r>
              <a:rPr spc="100" dirty="0"/>
              <a:t> </a:t>
            </a:r>
            <a:r>
              <a:rPr dirty="0"/>
              <a:t>đến</a:t>
            </a:r>
            <a:r>
              <a:rPr spc="110" dirty="0"/>
              <a:t> </a:t>
            </a:r>
            <a:r>
              <a:rPr dirty="0"/>
              <a:t>tình</a:t>
            </a:r>
            <a:r>
              <a:rPr spc="95" dirty="0"/>
              <a:t> </a:t>
            </a:r>
            <a:r>
              <a:rPr dirty="0"/>
              <a:t>huống</a:t>
            </a:r>
            <a:r>
              <a:rPr spc="110" dirty="0"/>
              <a:t> </a:t>
            </a:r>
            <a:r>
              <a:rPr dirty="0"/>
              <a:t>NIC</a:t>
            </a:r>
            <a:r>
              <a:rPr spc="105" dirty="0"/>
              <a:t> </a:t>
            </a:r>
            <a:r>
              <a:rPr spc="-25" dirty="0"/>
              <a:t>bị </a:t>
            </a:r>
            <a:r>
              <a:rPr dirty="0"/>
              <a:t>bão</a:t>
            </a:r>
            <a:r>
              <a:rPr spc="-25" dirty="0"/>
              <a:t> </a:t>
            </a:r>
            <a:r>
              <a:rPr dirty="0"/>
              <a:t>hòa,</a:t>
            </a:r>
            <a:r>
              <a:rPr spc="-20" dirty="0"/>
              <a:t> </a:t>
            </a:r>
            <a:r>
              <a:rPr dirty="0"/>
              <a:t>gây</a:t>
            </a:r>
            <a:r>
              <a:rPr spc="-20" dirty="0"/>
              <a:t> </a:t>
            </a:r>
            <a:r>
              <a:rPr dirty="0"/>
              <a:t>tắt</a:t>
            </a:r>
            <a:r>
              <a:rPr spc="-10" dirty="0"/>
              <a:t> </a:t>
            </a:r>
            <a:r>
              <a:rPr dirty="0"/>
              <a:t>nghẽn</a:t>
            </a:r>
            <a:r>
              <a:rPr spc="-30" dirty="0"/>
              <a:t> </a:t>
            </a:r>
            <a:r>
              <a:rPr dirty="0"/>
              <a:t>lưu</a:t>
            </a:r>
            <a:r>
              <a:rPr spc="-5" dirty="0"/>
              <a:t> </a:t>
            </a:r>
            <a:r>
              <a:rPr dirty="0"/>
              <a:t>lượng</a:t>
            </a:r>
            <a:r>
              <a:rPr spc="-25" dirty="0"/>
              <a:t> </a:t>
            </a:r>
            <a:r>
              <a:rPr spc="-10" dirty="0"/>
              <a:t>mạng.</a:t>
            </a:r>
          </a:p>
          <a:p>
            <a:pPr marL="755015" marR="6985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3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6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nâng</a:t>
            </a:r>
            <a:r>
              <a:rPr sz="3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6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sz="3000" spc="6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hỗ</a:t>
            </a:r>
            <a:r>
              <a:rPr sz="3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trợ</a:t>
            </a:r>
            <a:r>
              <a:rPr sz="3000" spc="6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đa</a:t>
            </a:r>
            <a:r>
              <a:rPr sz="3000" spc="6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card</a:t>
            </a:r>
            <a:r>
              <a:rPr sz="3000" spc="6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mạng,</a:t>
            </a:r>
            <a:r>
              <a:rPr sz="3000" spc="6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3000" spc="6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load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balancing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để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đảm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cân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bằng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giữa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ảo.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1EA9E-88B4-3C88-6376-42CDD74224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2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VẤN</a:t>
            </a:r>
            <a:r>
              <a:rPr spc="-15" dirty="0"/>
              <a:t> </a:t>
            </a:r>
            <a:r>
              <a:rPr dirty="0"/>
              <a:t>ĐỀ</a:t>
            </a:r>
            <a:r>
              <a:rPr spc="-10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LÝ</a:t>
            </a:r>
            <a:r>
              <a:rPr spc="-15" dirty="0"/>
              <a:t> </a:t>
            </a:r>
            <a:r>
              <a:rPr dirty="0"/>
              <a:t>TÀI</a:t>
            </a:r>
            <a:r>
              <a:rPr spc="-10" dirty="0"/>
              <a:t> </a:t>
            </a:r>
            <a:r>
              <a:rPr dirty="0"/>
              <a:t>NGUYÊN</a:t>
            </a:r>
            <a:r>
              <a:rPr spc="-30" dirty="0"/>
              <a:t>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Có</a:t>
            </a:r>
            <a:r>
              <a:rPr spc="430" dirty="0"/>
              <a:t> </a:t>
            </a:r>
            <a:r>
              <a:rPr dirty="0"/>
              <a:t>thể</a:t>
            </a:r>
            <a:r>
              <a:rPr spc="430" dirty="0"/>
              <a:t> </a:t>
            </a:r>
            <a:r>
              <a:rPr dirty="0"/>
              <a:t>làm</a:t>
            </a:r>
            <a:r>
              <a:rPr spc="434" dirty="0"/>
              <a:t> </a:t>
            </a:r>
            <a:r>
              <a:rPr dirty="0"/>
              <a:t>tăng</a:t>
            </a:r>
            <a:r>
              <a:rPr spc="420" dirty="0"/>
              <a:t> </a:t>
            </a:r>
            <a:r>
              <a:rPr dirty="0"/>
              <a:t>mức</a:t>
            </a:r>
            <a:r>
              <a:rPr spc="420" dirty="0"/>
              <a:t> </a:t>
            </a:r>
            <a:r>
              <a:rPr dirty="0"/>
              <a:t>độ</a:t>
            </a:r>
            <a:r>
              <a:rPr spc="430" dirty="0"/>
              <a:t> </a:t>
            </a:r>
            <a:r>
              <a:rPr dirty="0"/>
              <a:t>lỗi</a:t>
            </a:r>
            <a:r>
              <a:rPr spc="430" dirty="0"/>
              <a:t> </a:t>
            </a:r>
            <a:r>
              <a:rPr dirty="0"/>
              <a:t>phần</a:t>
            </a:r>
            <a:r>
              <a:rPr spc="415" dirty="0"/>
              <a:t> </a:t>
            </a:r>
            <a:r>
              <a:rPr dirty="0"/>
              <a:t>cứng</a:t>
            </a:r>
            <a:r>
              <a:rPr spc="430" dirty="0"/>
              <a:t> </a:t>
            </a:r>
            <a:r>
              <a:rPr dirty="0"/>
              <a:t>ở</a:t>
            </a:r>
            <a:r>
              <a:rPr spc="415" dirty="0"/>
              <a:t> </a:t>
            </a:r>
            <a:r>
              <a:rPr dirty="0"/>
              <a:t>máy</a:t>
            </a:r>
            <a:r>
              <a:rPr spc="425" dirty="0"/>
              <a:t> </a:t>
            </a:r>
            <a:r>
              <a:rPr dirty="0"/>
              <a:t>chủ.</a:t>
            </a:r>
            <a:r>
              <a:rPr spc="420" dirty="0"/>
              <a:t> </a:t>
            </a:r>
            <a:r>
              <a:rPr dirty="0"/>
              <a:t>Các</a:t>
            </a:r>
            <a:r>
              <a:rPr spc="434" dirty="0"/>
              <a:t> </a:t>
            </a:r>
            <a:r>
              <a:rPr dirty="0"/>
              <a:t>máy</a:t>
            </a:r>
            <a:r>
              <a:rPr spc="430" dirty="0"/>
              <a:t> </a:t>
            </a:r>
            <a:r>
              <a:rPr spc="-25" dirty="0"/>
              <a:t>ảo </a:t>
            </a:r>
            <a:r>
              <a:rPr dirty="0"/>
              <a:t>chạy</a:t>
            </a:r>
            <a:r>
              <a:rPr spc="180" dirty="0"/>
              <a:t> </a:t>
            </a:r>
            <a:r>
              <a:rPr dirty="0"/>
              <a:t>trên</a:t>
            </a:r>
            <a:r>
              <a:rPr spc="180" dirty="0"/>
              <a:t> </a:t>
            </a:r>
            <a:r>
              <a:rPr dirty="0"/>
              <a:t>cùng</a:t>
            </a:r>
            <a:r>
              <a:rPr spc="180" dirty="0"/>
              <a:t> </a:t>
            </a:r>
            <a:r>
              <a:rPr dirty="0"/>
              <a:t>một</a:t>
            </a:r>
            <a:r>
              <a:rPr spc="175" dirty="0"/>
              <a:t> </a:t>
            </a:r>
            <a:r>
              <a:rPr dirty="0"/>
              <a:t>máy</a:t>
            </a:r>
            <a:r>
              <a:rPr spc="185" dirty="0"/>
              <a:t> </a:t>
            </a:r>
            <a:r>
              <a:rPr dirty="0"/>
              <a:t>chủ,</a:t>
            </a:r>
            <a:r>
              <a:rPr spc="180" dirty="0"/>
              <a:t> </a:t>
            </a:r>
            <a:r>
              <a:rPr dirty="0"/>
              <a:t>điều</a:t>
            </a:r>
            <a:r>
              <a:rPr spc="175" dirty="0"/>
              <a:t> </a:t>
            </a:r>
            <a:r>
              <a:rPr dirty="0"/>
              <a:t>này</a:t>
            </a:r>
            <a:r>
              <a:rPr spc="185" dirty="0"/>
              <a:t> </a:t>
            </a:r>
            <a:r>
              <a:rPr dirty="0"/>
              <a:t>dẫn</a:t>
            </a:r>
            <a:r>
              <a:rPr spc="170" dirty="0"/>
              <a:t> </a:t>
            </a:r>
            <a:r>
              <a:rPr dirty="0"/>
              <a:t>đến</a:t>
            </a:r>
            <a:r>
              <a:rPr spc="185" dirty="0"/>
              <a:t> </a:t>
            </a:r>
            <a:r>
              <a:rPr dirty="0"/>
              <a:t>việc</a:t>
            </a:r>
            <a:r>
              <a:rPr spc="170" dirty="0"/>
              <a:t> </a:t>
            </a:r>
            <a:r>
              <a:rPr dirty="0"/>
              <a:t>máy</a:t>
            </a:r>
            <a:r>
              <a:rPr spc="185" dirty="0"/>
              <a:t> </a:t>
            </a:r>
            <a:r>
              <a:rPr dirty="0"/>
              <a:t>ảo</a:t>
            </a:r>
            <a:r>
              <a:rPr spc="175" dirty="0"/>
              <a:t> </a:t>
            </a:r>
            <a:r>
              <a:rPr dirty="0"/>
              <a:t>bị</a:t>
            </a:r>
            <a:r>
              <a:rPr spc="180" dirty="0"/>
              <a:t> </a:t>
            </a:r>
            <a:r>
              <a:rPr spc="-25" dirty="0"/>
              <a:t>lỗi </a:t>
            </a:r>
            <a:r>
              <a:rPr dirty="0"/>
              <a:t>có</a:t>
            </a:r>
            <a:r>
              <a:rPr spc="-5" dirty="0"/>
              <a:t> </a:t>
            </a:r>
            <a:r>
              <a:rPr dirty="0"/>
              <a:t>thể</a:t>
            </a:r>
            <a:r>
              <a:rPr spc="-15" dirty="0"/>
              <a:t> </a:t>
            </a:r>
            <a:r>
              <a:rPr dirty="0"/>
              <a:t>ảnh</a:t>
            </a:r>
            <a:r>
              <a:rPr spc="-5" dirty="0"/>
              <a:t> </a:t>
            </a:r>
            <a:r>
              <a:rPr dirty="0"/>
              <a:t>hưởng</a:t>
            </a:r>
            <a:r>
              <a:rPr spc="-20" dirty="0"/>
              <a:t> </a:t>
            </a:r>
            <a:r>
              <a:rPr dirty="0"/>
              <a:t>đến</a:t>
            </a:r>
            <a:r>
              <a:rPr spc="-1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0" dirty="0"/>
              <a:t>chủ.</a:t>
            </a: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triển</a:t>
            </a:r>
            <a:r>
              <a:rPr sz="3000" spc="5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khai</a:t>
            </a:r>
            <a:r>
              <a:rPr sz="3000" spc="48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5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4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sẵn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sàng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cao</a:t>
            </a:r>
            <a:r>
              <a:rPr sz="3000" spc="48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nhiều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phương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pháp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vệ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ở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mức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cao.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FBE60-0B11-622A-6E62-F35BCFAB56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2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VẤN</a:t>
            </a:r>
            <a:r>
              <a:rPr spc="-15" dirty="0"/>
              <a:t> </a:t>
            </a:r>
            <a:r>
              <a:rPr dirty="0"/>
              <a:t>ĐỀ</a:t>
            </a:r>
            <a:r>
              <a:rPr spc="-10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LÝ</a:t>
            </a:r>
            <a:r>
              <a:rPr spc="-15" dirty="0"/>
              <a:t> </a:t>
            </a:r>
            <a:r>
              <a:rPr dirty="0"/>
              <a:t>TÀI</a:t>
            </a:r>
            <a:r>
              <a:rPr spc="-10" dirty="0"/>
              <a:t> </a:t>
            </a:r>
            <a:r>
              <a:rPr dirty="0"/>
              <a:t>NGUYÊN</a:t>
            </a:r>
            <a:r>
              <a:rPr spc="-30" dirty="0"/>
              <a:t>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174730" cy="1642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6139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hưởng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thống,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 trợ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quyền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40ACF-1F43-D233-E1CB-C93A7603CC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2773</Words>
  <Application>Microsoft Office PowerPoint</Application>
  <PresentationFormat>Widescreen</PresentationFormat>
  <Paragraphs>227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Aptos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NỘI DUNG</vt:lpstr>
      <vt:lpstr>I. ẢO HÓA TRONG THỰC TẾ</vt:lpstr>
      <vt:lpstr>I. ẢO HÓA TRONG THỰC TẾ</vt:lpstr>
      <vt:lpstr>I. ẢO HÓA TRONG THỰC TẾ</vt:lpstr>
      <vt:lpstr>I. ẢO HÓA TRONG THỰC TẾ</vt:lpstr>
      <vt:lpstr>I. ẢO HÓA TRONG THỰC TẾ</vt:lpstr>
      <vt:lpstr>HẠN CHẾ KHI SỬ DỤNG HẠ TẦNG PHẦN CỨNG</vt:lpstr>
      <vt:lpstr>I. ẢO HÓA TRONG THỰC TẾ</vt:lpstr>
      <vt:lpstr>PowerPoint Presentation</vt:lpstr>
      <vt:lpstr>CÁC MÔ HÌNH CHUYỂN ĐỔI CLOUD</vt:lpstr>
      <vt:lpstr>I. ẢO HÓA TRONG THỰC TẾ</vt:lpstr>
      <vt:lpstr>I. ẢO HÓA TRONG THỰC TẾ</vt:lpstr>
      <vt:lpstr>I. ẢO HÓA TRONG THỰC TẾ</vt:lpstr>
      <vt:lpstr>I. ẢO HÓA TRONG THỰC TẾ</vt:lpstr>
      <vt:lpstr>I. ẢO HÓA TRONG THỰC TẾ</vt:lpstr>
      <vt:lpstr>I. ẢO HÓA TRONG THỰC TẾ</vt:lpstr>
      <vt:lpstr>GOOGLE CLOUD PLATFORM</vt:lpstr>
      <vt:lpstr>AMAZON WEB SERVICE</vt:lpstr>
      <vt:lpstr>IBM CLOUD</vt:lpstr>
      <vt:lpstr>MICROSOFT AZURE</vt:lpstr>
      <vt:lpstr>ORACLE</vt:lpstr>
      <vt:lpstr>VMWARE CLOUD</vt:lpstr>
      <vt:lpstr>FPT SMART CLOUD</vt:lpstr>
      <vt:lpstr>VNPT CLOUD</vt:lpstr>
      <vt:lpstr>II. NHU CẦU VÀ GIẢI PHÁP ẢO HÓA THIẾT BỊ LƯU TRỮ</vt:lpstr>
      <vt:lpstr>II. NHU CẦU VÀ GIẢI PHÁP ẢO HÓA THIẾT BỊ LƯU TRỮ</vt:lpstr>
      <vt:lpstr>II. NHU CẦU VÀ GIẢI PHÁP ẢO HÓA THIẾT BỊ LƯU TRỮ</vt:lpstr>
      <vt:lpstr>II. NHU CẦU VÀ GIẢI PHÁP ẢO HÓA THIẾT BỊ LƯU TRỮ</vt:lpstr>
      <vt:lpstr>II. NHU CẦU VÀ GIẢI PHÁP ẢO HÓA THIẾT BỊ LƯU TRỮ</vt:lpstr>
      <vt:lpstr>PowerPoint Presentation</vt:lpstr>
      <vt:lpstr>II. NHU CẦU VÀ GIẢI PHÁP ẢO HÓA THIẾT BỊ LƯU TRỮ</vt:lpstr>
      <vt:lpstr>II. NHU CẦU VÀ GIẢI PHÁP ẢO HÓA THIẾT BỊ LƯU TRỮ</vt:lpstr>
      <vt:lpstr>MẠNG SAN</vt:lpstr>
      <vt:lpstr>II. NHU CẦU VÀ GIẢI PHÁP ẢO HÓA THIẾT BỊ LƯU TRỮ</vt:lpstr>
      <vt:lpstr>II. NHU CẦU VÀ GIẢI PHÁP ẢO HÓA THIẾT BỊ LƯU TRỮ</vt:lpstr>
      <vt:lpstr>PowerPoint Presentation</vt:lpstr>
      <vt:lpstr>II. NHU CẦU VÀ GIẢI PHÁP ẢO HÓA THIẾT BỊ LƯU TRỮ</vt:lpstr>
      <vt:lpstr>III. NHU CẦU VÀ GIẢI PHÁP ẢO HÓA SERVER</vt:lpstr>
      <vt:lpstr>III. NHU CẦU VÀ GIẢI PHÁP ẢO HÓA SERVER</vt:lpstr>
      <vt:lpstr>IV. NHU CẦU VÀ GIẢI PHÁP ẢO HÓA HTM</vt:lpstr>
      <vt:lpstr>IV. NHU CẦU VÀ GIẢI PHÁP ẢO HÓA HTM</vt:lpstr>
      <vt:lpstr>IV. NHU CẦU VÀ GIẢI PHÁP ẢO HÓA HTM</vt:lpstr>
      <vt:lpstr>V. CÁC VẤN ĐỀ QUẢN LÝ TÀI NGUYÊN ẢO</vt:lpstr>
      <vt:lpstr>V. CÁC VẤN ĐỀ QUẢN LÝ TÀI NGUYÊN ẢO</vt:lpstr>
      <vt:lpstr>V. CÁC VẤN ĐỀ QUẢN LÝ TÀI NGUYÊN ẢO</vt:lpstr>
      <vt:lpstr>V. CÁC VẤN ĐỀ QUẢN LÝ TÀI NGUYÊN 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ẢO HÓA VÀ KHẢ NĂNG MỞ RỘNG DỮ LIỆU</dc:title>
  <dc:creator>huan luong</dc:creator>
  <cp:lastModifiedBy>Hoàng Đình Hạnh</cp:lastModifiedBy>
  <cp:revision>3</cp:revision>
  <dcterms:created xsi:type="dcterms:W3CDTF">2024-08-06T05:03:31Z</dcterms:created>
  <dcterms:modified xsi:type="dcterms:W3CDTF">2024-08-14T14:29:13Z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2024-08-06T00:00:00Z</vt:filetime>
  </property>
  <property fmtid="{D5CDD505-2E9C-101B-9397-08002B2CF9AE}" pid="5" name="Producer">
    <vt:lpwstr>3-Heights(TM) PDF Security Shell 4.8.25.2 (http://www.pdf-tools.com)</vt:lpwstr>
  </property>
</Properties>
</file>