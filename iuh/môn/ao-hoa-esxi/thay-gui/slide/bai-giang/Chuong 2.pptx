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05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FFD57-7E06-487E-A451-0A0CDF63B7BE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7FE7C-8823-489B-811C-E91FC7B23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0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31582-7349-4110-B313-05F69108DFD7}" type="datetime1">
              <a:rPr lang="en-US" smtClean="0"/>
              <a:t>07-08-2024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257CD-B418-47ED-A31F-F2866F4784EE}" type="datetime1">
              <a:rPr lang="en-US" smtClean="0"/>
              <a:t>07-08-2024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01797-B816-47AD-A4C9-02B589CE22D1}" type="datetime1">
              <a:rPr lang="en-US" smtClean="0"/>
              <a:t>07-08-2024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DF4E9-776B-4E53-A1DA-98A16CBF0D3B}" type="datetime1">
              <a:rPr lang="en-US" smtClean="0"/>
              <a:t>07-08-2024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FED23-B785-4EC0-B3BB-C91DA1B09E06}" type="datetime1">
              <a:rPr lang="en-US" smtClean="0"/>
              <a:t>07-08-2024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208" y="2517991"/>
            <a:ext cx="6307541" cy="41008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398" y="148539"/>
            <a:ext cx="11811203" cy="606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841" y="1086052"/>
            <a:ext cx="11325860" cy="4386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DD7A3-871B-46AC-B1ED-FA15A3E76A44}" type="datetime1">
              <a:rPr lang="en-US" smtClean="0"/>
              <a:t>07-08-2024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22172" y="2535173"/>
            <a:ext cx="1066990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r>
              <a:rPr sz="4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VÀ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KHẢ</a:t>
            </a:r>
            <a:r>
              <a:rPr sz="4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NĂNG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MỞ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RỘNG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>
                <a:solidFill>
                  <a:srgbClr val="CC3300"/>
                </a:solidFill>
                <a:latin typeface="Arial"/>
                <a:cs typeface="Arial"/>
              </a:rPr>
              <a:t>DỮ</a:t>
            </a:r>
            <a:r>
              <a:rPr sz="4000" b="1" spc="-75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0">
                <a:solidFill>
                  <a:srgbClr val="CC3300"/>
                </a:solidFill>
                <a:latin typeface="Arial"/>
                <a:cs typeface="Arial"/>
              </a:rPr>
              <a:t>LIỆU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767FF6-2117-9C97-EE63-A3D369CC02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95041" y="2229688"/>
            <a:ext cx="6202045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CC3300"/>
                </a:solidFill>
              </a:rPr>
              <a:t>CHƯƠNG</a:t>
            </a:r>
            <a:r>
              <a:rPr sz="4000" spc="-65" dirty="0">
                <a:solidFill>
                  <a:srgbClr val="CC3300"/>
                </a:solidFill>
              </a:rPr>
              <a:t> </a:t>
            </a:r>
            <a:r>
              <a:rPr sz="4000" spc="-50" dirty="0">
                <a:solidFill>
                  <a:srgbClr val="CC3300"/>
                </a:solidFill>
              </a:rPr>
              <a:t>2</a:t>
            </a:r>
            <a:endParaRPr sz="400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4000" dirty="0">
                <a:solidFill>
                  <a:srgbClr val="CC3300"/>
                </a:solidFill>
              </a:rPr>
              <a:t>ẢO</a:t>
            </a:r>
            <a:r>
              <a:rPr sz="4000" spc="-85" dirty="0">
                <a:solidFill>
                  <a:srgbClr val="CC3300"/>
                </a:solidFill>
              </a:rPr>
              <a:t> </a:t>
            </a:r>
            <a:r>
              <a:rPr sz="4000" dirty="0">
                <a:solidFill>
                  <a:srgbClr val="CC3300"/>
                </a:solidFill>
              </a:rPr>
              <a:t>HÓA</a:t>
            </a:r>
            <a:r>
              <a:rPr sz="4000" spc="-75" dirty="0">
                <a:solidFill>
                  <a:srgbClr val="CC3300"/>
                </a:solidFill>
              </a:rPr>
              <a:t> </a:t>
            </a:r>
            <a:r>
              <a:rPr sz="4000" dirty="0">
                <a:solidFill>
                  <a:srgbClr val="CC3300"/>
                </a:solidFill>
              </a:rPr>
              <a:t>HẠ</a:t>
            </a:r>
            <a:r>
              <a:rPr sz="4000" spc="-90" dirty="0">
                <a:solidFill>
                  <a:srgbClr val="CC3300"/>
                </a:solidFill>
              </a:rPr>
              <a:t> </a:t>
            </a:r>
            <a:r>
              <a:rPr sz="4000" dirty="0">
                <a:solidFill>
                  <a:srgbClr val="CC3300"/>
                </a:solidFill>
              </a:rPr>
              <a:t>TẦNG</a:t>
            </a:r>
            <a:r>
              <a:rPr sz="4000" spc="-80" dirty="0">
                <a:solidFill>
                  <a:srgbClr val="CC3300"/>
                </a:solidFill>
              </a:rPr>
              <a:t> </a:t>
            </a:r>
            <a:r>
              <a:rPr sz="4000" spc="-20" dirty="0">
                <a:solidFill>
                  <a:srgbClr val="CC3300"/>
                </a:solidFill>
              </a:rPr>
              <a:t>MẠNG</a:t>
            </a:r>
            <a:endParaRPr sz="40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6A4D86-C05D-B287-E3E4-E3508B77A7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1865">
              <a:lnSpc>
                <a:spcPct val="100000"/>
              </a:lnSpc>
              <a:spcBef>
                <a:spcPts val="100"/>
              </a:spcBef>
            </a:pPr>
            <a:r>
              <a:rPr dirty="0"/>
              <a:t>NỘI </a:t>
            </a:r>
            <a:r>
              <a:rPr spc="-20" dirty="0"/>
              <a:t>DUNG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4394200" cy="3227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305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niệm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Kỹ thuật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Lan</a:t>
            </a:r>
            <a:endParaRPr sz="3200">
              <a:latin typeface="Times New Roman"/>
              <a:cs typeface="Times New Roman"/>
            </a:endParaRPr>
          </a:p>
          <a:p>
            <a:pPr marL="12700" marR="5080" indent="570230">
              <a:lnSpc>
                <a:spcPts val="5040"/>
              </a:lnSpc>
              <a:spcBef>
                <a:spcPts val="370"/>
              </a:spcBef>
              <a:buAutoNum type="romanUcPeriod"/>
              <a:tabLst>
                <a:tab pos="58293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Kỹ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thuật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Router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IV.</a:t>
            </a:r>
            <a:r>
              <a:rPr sz="3200" spc="-4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583565" algn="l"/>
              </a:tabLst>
            </a:pP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V.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Thảo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luận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EDEE2-059C-4AFE-0BF9-A118B6689C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63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0" dirty="0"/>
              <a:t> </a:t>
            </a:r>
            <a:r>
              <a:rPr dirty="0"/>
              <a:t>MỘT SỐ KHÁI</a:t>
            </a:r>
            <a:r>
              <a:rPr spc="-15" dirty="0"/>
              <a:t> </a:t>
            </a:r>
            <a:r>
              <a:rPr spc="-20" dirty="0"/>
              <a:t>NIỆM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225" cy="472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(Network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Virtualization):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trừu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tượng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để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5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5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5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5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khỏi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5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5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cứng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 vật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 bên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dưới.</a:t>
            </a:r>
            <a:endParaRPr sz="32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Khái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niệm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tổng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trừu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tượng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thông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lớp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 khiển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mềm.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kiểm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soát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môi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mạng,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trị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viên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tài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mà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chạm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mạng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340AF-EEA2-0A37-E2CF-5ADAA0FFAF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63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0" dirty="0"/>
              <a:t> </a:t>
            </a:r>
            <a:r>
              <a:rPr dirty="0"/>
              <a:t>MỘT SỐ KHÁI</a:t>
            </a:r>
            <a:r>
              <a:rPr spc="-15" dirty="0"/>
              <a:t> </a:t>
            </a:r>
            <a:r>
              <a:rPr spc="-20" dirty="0"/>
              <a:t>NIỆM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520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mạng,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channel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gắn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hay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bị.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Thay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vì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phải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hypervisor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lại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chức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mềm.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cứng.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ra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lưới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hypervisor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giao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được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nhau.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 thể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kiểm tra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 năng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cấp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cao.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Chẳng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hạn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như: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cân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tải,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tường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lửa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vai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trò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như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tuyến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 chuyển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mạch.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A6343-5C6A-1529-562E-5579CD4C8B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0865">
              <a:lnSpc>
                <a:spcPct val="100000"/>
              </a:lnSpc>
              <a:spcBef>
                <a:spcPts val="100"/>
              </a:spcBef>
            </a:pPr>
            <a:r>
              <a:rPr dirty="0"/>
              <a:t>NGUYÊN</a:t>
            </a:r>
            <a:r>
              <a:rPr spc="-30" dirty="0"/>
              <a:t> </a:t>
            </a:r>
            <a:r>
              <a:rPr dirty="0"/>
              <a:t>LÝ</a:t>
            </a:r>
            <a:r>
              <a:rPr spc="-20" dirty="0"/>
              <a:t> </a:t>
            </a:r>
            <a:r>
              <a:rPr dirty="0"/>
              <a:t>HOẠT</a:t>
            </a:r>
            <a:r>
              <a:rPr spc="-15" dirty="0"/>
              <a:t> </a:t>
            </a:r>
            <a:r>
              <a:rPr spc="-20" dirty="0"/>
              <a:t>ĐỘNG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Nhân</a:t>
            </a:r>
            <a:r>
              <a:rPr spc="305" dirty="0"/>
              <a:t> </a:t>
            </a:r>
            <a:r>
              <a:rPr dirty="0"/>
              <a:t>tố</a:t>
            </a:r>
            <a:r>
              <a:rPr spc="295" dirty="0"/>
              <a:t> </a:t>
            </a:r>
            <a:r>
              <a:rPr dirty="0"/>
              <a:t>trung</a:t>
            </a:r>
            <a:r>
              <a:rPr spc="305" dirty="0"/>
              <a:t> </a:t>
            </a:r>
            <a:r>
              <a:rPr dirty="0"/>
              <a:t>tâm</a:t>
            </a:r>
            <a:r>
              <a:rPr spc="305" dirty="0"/>
              <a:t> </a:t>
            </a:r>
            <a:r>
              <a:rPr dirty="0"/>
              <a:t>của</a:t>
            </a:r>
            <a:r>
              <a:rPr spc="315" dirty="0"/>
              <a:t> </a:t>
            </a:r>
            <a:r>
              <a:rPr dirty="0"/>
              <a:t>ảo</a:t>
            </a:r>
            <a:r>
              <a:rPr spc="295" dirty="0"/>
              <a:t> </a:t>
            </a:r>
            <a:r>
              <a:rPr dirty="0"/>
              <a:t>hóa</a:t>
            </a:r>
            <a:r>
              <a:rPr spc="300" dirty="0"/>
              <a:t> </a:t>
            </a:r>
            <a:r>
              <a:rPr dirty="0"/>
              <a:t>mạng</a:t>
            </a:r>
            <a:r>
              <a:rPr spc="310" dirty="0"/>
              <a:t> </a:t>
            </a:r>
            <a:r>
              <a:rPr dirty="0"/>
              <a:t>là</a:t>
            </a:r>
            <a:r>
              <a:rPr spc="300" dirty="0"/>
              <a:t> </a:t>
            </a:r>
            <a:r>
              <a:rPr dirty="0"/>
              <a:t>nền</a:t>
            </a:r>
            <a:r>
              <a:rPr spc="310" dirty="0"/>
              <a:t> </a:t>
            </a:r>
            <a:r>
              <a:rPr dirty="0"/>
              <a:t>tảng</a:t>
            </a:r>
            <a:r>
              <a:rPr spc="305" dirty="0"/>
              <a:t> </a:t>
            </a:r>
            <a:r>
              <a:rPr dirty="0"/>
              <a:t>ảo</a:t>
            </a:r>
            <a:r>
              <a:rPr spc="315" dirty="0"/>
              <a:t> </a:t>
            </a:r>
            <a:r>
              <a:rPr dirty="0"/>
              <a:t>hóa</a:t>
            </a:r>
            <a:r>
              <a:rPr spc="310" dirty="0"/>
              <a:t> </a:t>
            </a:r>
            <a:r>
              <a:rPr dirty="0"/>
              <a:t>(hay</a:t>
            </a:r>
            <a:r>
              <a:rPr spc="310" dirty="0"/>
              <a:t> </a:t>
            </a:r>
            <a:r>
              <a:rPr spc="-25" dirty="0"/>
              <a:t>còn </a:t>
            </a:r>
            <a:r>
              <a:rPr dirty="0"/>
              <a:t>gọi</a:t>
            </a:r>
            <a:r>
              <a:rPr spc="-25" dirty="0"/>
              <a:t> </a:t>
            </a:r>
            <a:r>
              <a:rPr dirty="0"/>
              <a:t>Hypervisor,</a:t>
            </a:r>
            <a:r>
              <a:rPr spc="-25" dirty="0"/>
              <a:t> </a:t>
            </a:r>
            <a:r>
              <a:rPr dirty="0"/>
              <a:t>thuật</a:t>
            </a:r>
            <a:r>
              <a:rPr spc="-20" dirty="0"/>
              <a:t> </a:t>
            </a:r>
            <a:r>
              <a:rPr dirty="0"/>
              <a:t>ngữ</a:t>
            </a:r>
            <a:r>
              <a:rPr spc="-15" dirty="0"/>
              <a:t> </a:t>
            </a:r>
            <a:r>
              <a:rPr dirty="0"/>
              <a:t>tương</a:t>
            </a:r>
            <a:r>
              <a:rPr spc="-20" dirty="0"/>
              <a:t> </a:t>
            </a:r>
            <a:r>
              <a:rPr dirty="0"/>
              <a:t>tự</a:t>
            </a:r>
            <a:r>
              <a:rPr spc="10" dirty="0"/>
              <a:t> </a:t>
            </a:r>
            <a:r>
              <a:rPr dirty="0"/>
              <a:t>như</a:t>
            </a:r>
            <a:r>
              <a:rPr spc="-10" dirty="0"/>
              <a:t> </a:t>
            </a:r>
            <a:r>
              <a:rPr dirty="0"/>
              <a:t>trong</a:t>
            </a:r>
            <a:r>
              <a:rPr spc="-25" dirty="0"/>
              <a:t> </a:t>
            </a:r>
            <a:r>
              <a:rPr dirty="0"/>
              <a:t>ảo hóa</a:t>
            </a:r>
            <a:r>
              <a:rPr spc="-10" dirty="0"/>
              <a:t> </a:t>
            </a:r>
            <a:r>
              <a:rPr dirty="0"/>
              <a:t>máy</a:t>
            </a:r>
            <a:r>
              <a:rPr spc="-5" dirty="0"/>
              <a:t> </a:t>
            </a:r>
            <a:r>
              <a:rPr spc="-10" dirty="0"/>
              <a:t>chủ).</a:t>
            </a:r>
          </a:p>
          <a:p>
            <a:pPr marL="355600" marR="635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Hypervisor</a:t>
            </a:r>
            <a:r>
              <a:rPr spc="345" dirty="0"/>
              <a:t> </a:t>
            </a:r>
            <a:r>
              <a:rPr dirty="0"/>
              <a:t>cung</a:t>
            </a:r>
            <a:r>
              <a:rPr spc="340" dirty="0"/>
              <a:t> </a:t>
            </a:r>
            <a:r>
              <a:rPr dirty="0"/>
              <a:t>cấp</a:t>
            </a:r>
            <a:r>
              <a:rPr spc="345" dirty="0"/>
              <a:t> </a:t>
            </a:r>
            <a:r>
              <a:rPr dirty="0"/>
              <a:t>lớp</a:t>
            </a:r>
            <a:r>
              <a:rPr spc="345" dirty="0"/>
              <a:t> </a:t>
            </a:r>
            <a:r>
              <a:rPr dirty="0"/>
              <a:t>trừu</a:t>
            </a:r>
            <a:r>
              <a:rPr spc="350" dirty="0"/>
              <a:t> </a:t>
            </a:r>
            <a:r>
              <a:rPr dirty="0"/>
              <a:t>tượng</a:t>
            </a:r>
            <a:r>
              <a:rPr spc="345" dirty="0"/>
              <a:t> </a:t>
            </a:r>
            <a:r>
              <a:rPr dirty="0"/>
              <a:t>cần</a:t>
            </a:r>
            <a:r>
              <a:rPr spc="350" dirty="0"/>
              <a:t> </a:t>
            </a:r>
            <a:r>
              <a:rPr dirty="0"/>
              <a:t>thiết</a:t>
            </a:r>
            <a:r>
              <a:rPr spc="340" dirty="0"/>
              <a:t> </a:t>
            </a:r>
            <a:r>
              <a:rPr dirty="0"/>
              <a:t>cùng</a:t>
            </a:r>
            <a:r>
              <a:rPr spc="340" dirty="0"/>
              <a:t> </a:t>
            </a:r>
            <a:r>
              <a:rPr dirty="0"/>
              <a:t>với</a:t>
            </a:r>
            <a:r>
              <a:rPr spc="325" dirty="0"/>
              <a:t> </a:t>
            </a:r>
            <a:r>
              <a:rPr dirty="0"/>
              <a:t>khả</a:t>
            </a:r>
            <a:r>
              <a:rPr spc="335" dirty="0"/>
              <a:t> </a:t>
            </a:r>
            <a:r>
              <a:rPr spc="-20" dirty="0"/>
              <a:t>năng </a:t>
            </a:r>
            <a:r>
              <a:rPr dirty="0"/>
              <a:t>giám</a:t>
            </a:r>
            <a:r>
              <a:rPr spc="-25" dirty="0"/>
              <a:t> </a:t>
            </a:r>
            <a:r>
              <a:rPr dirty="0"/>
              <a:t>sát và</a:t>
            </a:r>
            <a:r>
              <a:rPr spc="-25" dirty="0"/>
              <a:t> </a:t>
            </a:r>
            <a:r>
              <a:rPr dirty="0"/>
              <a:t>quản</a:t>
            </a:r>
            <a:r>
              <a:rPr spc="-30" dirty="0"/>
              <a:t> </a:t>
            </a:r>
            <a:r>
              <a:rPr spc="-25" dirty="0"/>
              <a:t>lý.</a:t>
            </a: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Quản</a:t>
            </a:r>
            <a:r>
              <a:rPr spc="85" dirty="0"/>
              <a:t> </a:t>
            </a:r>
            <a:r>
              <a:rPr dirty="0"/>
              <a:t>trị</a:t>
            </a:r>
            <a:r>
              <a:rPr spc="70" dirty="0"/>
              <a:t> </a:t>
            </a:r>
            <a:r>
              <a:rPr dirty="0"/>
              <a:t>viên</a:t>
            </a:r>
            <a:r>
              <a:rPr spc="80" dirty="0"/>
              <a:t> </a:t>
            </a:r>
            <a:r>
              <a:rPr dirty="0"/>
              <a:t>có</a:t>
            </a:r>
            <a:r>
              <a:rPr spc="85" dirty="0"/>
              <a:t> </a:t>
            </a:r>
            <a:r>
              <a:rPr dirty="0"/>
              <a:t>thể</a:t>
            </a:r>
            <a:r>
              <a:rPr spc="95" dirty="0"/>
              <a:t> </a:t>
            </a:r>
            <a:r>
              <a:rPr dirty="0"/>
              <a:t>sử</a:t>
            </a:r>
            <a:r>
              <a:rPr spc="70" dirty="0"/>
              <a:t> </a:t>
            </a:r>
            <a:r>
              <a:rPr dirty="0"/>
              <a:t>dụng</a:t>
            </a:r>
            <a:r>
              <a:rPr spc="85" dirty="0"/>
              <a:t> </a:t>
            </a:r>
            <a:r>
              <a:rPr dirty="0"/>
              <a:t>các</a:t>
            </a:r>
            <a:r>
              <a:rPr spc="70" dirty="0"/>
              <a:t> </a:t>
            </a:r>
            <a:r>
              <a:rPr dirty="0"/>
              <a:t>khả</a:t>
            </a:r>
            <a:r>
              <a:rPr spc="75" dirty="0"/>
              <a:t> </a:t>
            </a:r>
            <a:r>
              <a:rPr dirty="0"/>
              <a:t>năng</a:t>
            </a:r>
            <a:r>
              <a:rPr spc="65" dirty="0"/>
              <a:t> </a:t>
            </a:r>
            <a:r>
              <a:rPr dirty="0"/>
              <a:t>này</a:t>
            </a:r>
            <a:r>
              <a:rPr spc="75" dirty="0"/>
              <a:t> </a:t>
            </a:r>
            <a:r>
              <a:rPr dirty="0"/>
              <a:t>để</a:t>
            </a:r>
            <a:r>
              <a:rPr spc="85" dirty="0"/>
              <a:t> </a:t>
            </a:r>
            <a:r>
              <a:rPr dirty="0"/>
              <a:t>tạo,</a:t>
            </a:r>
            <a:r>
              <a:rPr spc="75" dirty="0"/>
              <a:t> </a:t>
            </a:r>
            <a:r>
              <a:rPr dirty="0"/>
              <a:t>cung</a:t>
            </a:r>
            <a:r>
              <a:rPr spc="80" dirty="0"/>
              <a:t> </a:t>
            </a:r>
            <a:r>
              <a:rPr dirty="0"/>
              <a:t>cấp</a:t>
            </a:r>
            <a:r>
              <a:rPr spc="75" dirty="0"/>
              <a:t> </a:t>
            </a:r>
            <a:r>
              <a:rPr spc="-25" dirty="0"/>
              <a:t>và </a:t>
            </a:r>
            <a:r>
              <a:rPr dirty="0"/>
              <a:t>quản</a:t>
            </a:r>
            <a:r>
              <a:rPr spc="-30" dirty="0"/>
              <a:t> </a:t>
            </a:r>
            <a:r>
              <a:rPr dirty="0"/>
              <a:t>lý</a:t>
            </a:r>
            <a:r>
              <a:rPr spc="-5" dirty="0"/>
              <a:t> </a:t>
            </a:r>
            <a:r>
              <a:rPr dirty="0"/>
              <a:t>mạng</a:t>
            </a:r>
            <a:r>
              <a:rPr spc="-10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thông</a:t>
            </a:r>
            <a:r>
              <a:rPr spc="-35" dirty="0"/>
              <a:t> </a:t>
            </a:r>
            <a:r>
              <a:rPr dirty="0"/>
              <a:t>qua</a:t>
            </a:r>
            <a:r>
              <a:rPr spc="-5" dirty="0"/>
              <a:t> </a:t>
            </a:r>
            <a:r>
              <a:rPr dirty="0"/>
              <a:t>phần</a:t>
            </a:r>
            <a:r>
              <a:rPr spc="-25" dirty="0"/>
              <a:t> </a:t>
            </a:r>
            <a:r>
              <a:rPr spc="-20" dirty="0"/>
              <a:t>mềm.</a:t>
            </a:r>
          </a:p>
          <a:p>
            <a:pPr marL="355600" marR="635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  <a:tab pos="2441575" algn="l"/>
                <a:tab pos="3037840" algn="l"/>
                <a:tab pos="3964304" algn="l"/>
                <a:tab pos="5174615" algn="l"/>
                <a:tab pos="6017260" algn="l"/>
                <a:tab pos="7065009" algn="l"/>
                <a:tab pos="8020050" algn="l"/>
                <a:tab pos="8682990" algn="l"/>
                <a:tab pos="9843135" algn="l"/>
              </a:tabLst>
            </a:pPr>
            <a:r>
              <a:rPr spc="-10" dirty="0"/>
              <a:t>Hypervisor</a:t>
            </a:r>
            <a:r>
              <a:rPr dirty="0"/>
              <a:t>	</a:t>
            </a:r>
            <a:r>
              <a:rPr spc="-25" dirty="0"/>
              <a:t>sẽ</a:t>
            </a:r>
            <a:r>
              <a:rPr dirty="0"/>
              <a:t>	</a:t>
            </a:r>
            <a:r>
              <a:rPr spc="-20" dirty="0"/>
              <a:t>trừu</a:t>
            </a:r>
            <a:r>
              <a:rPr dirty="0"/>
              <a:t>	</a:t>
            </a:r>
            <a:r>
              <a:rPr spc="-10" dirty="0"/>
              <a:t>tượng</a:t>
            </a:r>
            <a:r>
              <a:rPr dirty="0"/>
              <a:t>	</a:t>
            </a:r>
            <a:r>
              <a:rPr spc="-25" dirty="0"/>
              <a:t>hóa</a:t>
            </a:r>
            <a:r>
              <a:rPr dirty="0"/>
              <a:t>	</a:t>
            </a:r>
            <a:r>
              <a:rPr spc="-20" dirty="0"/>
              <a:t>phần</a:t>
            </a:r>
            <a:r>
              <a:rPr dirty="0"/>
              <a:t>	</a:t>
            </a:r>
            <a:r>
              <a:rPr spc="-20" dirty="0"/>
              <a:t>dịch</a:t>
            </a:r>
            <a:r>
              <a:rPr dirty="0"/>
              <a:t>	</a:t>
            </a:r>
            <a:r>
              <a:rPr spc="-25" dirty="0"/>
              <a:t>vụ</a:t>
            </a:r>
            <a:r>
              <a:rPr dirty="0"/>
              <a:t>	</a:t>
            </a:r>
            <a:r>
              <a:rPr spc="-20" dirty="0"/>
              <a:t>mạng</a:t>
            </a:r>
            <a:r>
              <a:rPr dirty="0"/>
              <a:t>	</a:t>
            </a:r>
            <a:r>
              <a:rPr spc="-10" dirty="0"/>
              <a:t>(network </a:t>
            </a:r>
            <a:r>
              <a:rPr dirty="0"/>
              <a:t>services)</a:t>
            </a:r>
            <a:r>
              <a:rPr spc="-15" dirty="0"/>
              <a:t> </a:t>
            </a:r>
            <a:r>
              <a:rPr dirty="0"/>
              <a:t>với</a:t>
            </a:r>
            <a:r>
              <a:rPr spc="-30" dirty="0"/>
              <a:t> </a:t>
            </a:r>
            <a:r>
              <a:rPr dirty="0"/>
              <a:t>phần</a:t>
            </a:r>
            <a:r>
              <a:rPr spc="-25" dirty="0"/>
              <a:t> </a:t>
            </a:r>
            <a:r>
              <a:rPr dirty="0"/>
              <a:t>hạ</a:t>
            </a:r>
            <a:r>
              <a:rPr spc="-20" dirty="0"/>
              <a:t> </a:t>
            </a:r>
            <a:r>
              <a:rPr dirty="0"/>
              <a:t>tầng</a:t>
            </a:r>
            <a:r>
              <a:rPr spc="-15" dirty="0"/>
              <a:t> </a:t>
            </a:r>
            <a:r>
              <a:rPr dirty="0"/>
              <a:t>vật</a:t>
            </a:r>
            <a:r>
              <a:rPr spc="-20" dirty="0"/>
              <a:t> </a:t>
            </a:r>
            <a:r>
              <a:rPr dirty="0"/>
              <a:t>lý</a:t>
            </a:r>
            <a:r>
              <a:rPr spc="-10" dirty="0"/>
              <a:t> </a:t>
            </a:r>
            <a:r>
              <a:rPr dirty="0"/>
              <a:t>của</a:t>
            </a:r>
            <a:r>
              <a:rPr spc="-5" dirty="0"/>
              <a:t> </a:t>
            </a:r>
            <a:r>
              <a:rPr spc="-10" dirty="0"/>
              <a:t>mạng.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3B2F0-072A-B73D-AEE5-879F84C81A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0865">
              <a:lnSpc>
                <a:spcPct val="100000"/>
              </a:lnSpc>
              <a:spcBef>
                <a:spcPts val="100"/>
              </a:spcBef>
            </a:pPr>
            <a:r>
              <a:rPr dirty="0"/>
              <a:t>NGUYÊN</a:t>
            </a:r>
            <a:r>
              <a:rPr spc="-30" dirty="0"/>
              <a:t> </a:t>
            </a:r>
            <a:r>
              <a:rPr dirty="0"/>
              <a:t>LÝ</a:t>
            </a:r>
            <a:r>
              <a:rPr spc="-20" dirty="0"/>
              <a:t> </a:t>
            </a:r>
            <a:r>
              <a:rPr dirty="0"/>
              <a:t>HOẠT</a:t>
            </a:r>
            <a:r>
              <a:rPr spc="-15" dirty="0"/>
              <a:t> </a:t>
            </a:r>
            <a:r>
              <a:rPr spc="-20" dirty="0"/>
              <a:t>ĐỘNG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Lớp</a:t>
            </a:r>
            <a:r>
              <a:rPr spc="45" dirty="0"/>
              <a:t> </a:t>
            </a:r>
            <a:r>
              <a:rPr dirty="0"/>
              <a:t>ảo</a:t>
            </a:r>
            <a:r>
              <a:rPr spc="40" dirty="0"/>
              <a:t> </a:t>
            </a:r>
            <a:r>
              <a:rPr dirty="0"/>
              <a:t>hóa</a:t>
            </a:r>
            <a:r>
              <a:rPr spc="35" dirty="0"/>
              <a:t> </a:t>
            </a:r>
            <a:r>
              <a:rPr dirty="0"/>
              <a:t>mạng</a:t>
            </a:r>
            <a:r>
              <a:rPr spc="40" dirty="0"/>
              <a:t> </a:t>
            </a:r>
            <a:r>
              <a:rPr dirty="0"/>
              <a:t>nhận</a:t>
            </a:r>
            <a:r>
              <a:rPr spc="45" dirty="0"/>
              <a:t> </a:t>
            </a:r>
            <a:r>
              <a:rPr dirty="0"/>
              <a:t>diện</a:t>
            </a:r>
            <a:r>
              <a:rPr spc="45" dirty="0"/>
              <a:t> </a:t>
            </a:r>
            <a:r>
              <a:rPr dirty="0"/>
              <a:t>tất</a:t>
            </a:r>
            <a:r>
              <a:rPr spc="50" dirty="0"/>
              <a:t> </a:t>
            </a:r>
            <a:r>
              <a:rPr dirty="0"/>
              <a:t>cả</a:t>
            </a:r>
            <a:r>
              <a:rPr spc="50" dirty="0"/>
              <a:t> </a:t>
            </a:r>
            <a:r>
              <a:rPr dirty="0"/>
              <a:t>các</a:t>
            </a:r>
            <a:r>
              <a:rPr spc="50" dirty="0"/>
              <a:t> </a:t>
            </a:r>
            <a:r>
              <a:rPr dirty="0"/>
              <a:t>thành</a:t>
            </a:r>
            <a:r>
              <a:rPr spc="30" dirty="0"/>
              <a:t> </a:t>
            </a:r>
            <a:r>
              <a:rPr dirty="0"/>
              <a:t>phần</a:t>
            </a:r>
            <a:r>
              <a:rPr spc="40" dirty="0"/>
              <a:t> </a:t>
            </a:r>
            <a:r>
              <a:rPr dirty="0"/>
              <a:t>phần</a:t>
            </a:r>
            <a:r>
              <a:rPr spc="50" dirty="0"/>
              <a:t> </a:t>
            </a:r>
            <a:r>
              <a:rPr dirty="0"/>
              <a:t>cứng</a:t>
            </a:r>
            <a:r>
              <a:rPr spc="40" dirty="0"/>
              <a:t> </a:t>
            </a:r>
            <a:r>
              <a:rPr spc="-20" dirty="0"/>
              <a:t>mạng </a:t>
            </a:r>
            <a:r>
              <a:rPr dirty="0"/>
              <a:t>vật</a:t>
            </a:r>
            <a:r>
              <a:rPr spc="525" dirty="0"/>
              <a:t> </a:t>
            </a:r>
            <a:r>
              <a:rPr dirty="0"/>
              <a:t>lý</a:t>
            </a:r>
            <a:r>
              <a:rPr spc="525" dirty="0"/>
              <a:t> </a:t>
            </a:r>
            <a:r>
              <a:rPr dirty="0"/>
              <a:t>bên</a:t>
            </a:r>
            <a:r>
              <a:rPr spc="540" dirty="0"/>
              <a:t> </a:t>
            </a:r>
            <a:r>
              <a:rPr dirty="0"/>
              <a:t>dưới,</a:t>
            </a:r>
            <a:r>
              <a:rPr spc="515" dirty="0"/>
              <a:t> </a:t>
            </a:r>
            <a:r>
              <a:rPr dirty="0"/>
              <a:t>bao</a:t>
            </a:r>
            <a:r>
              <a:rPr spc="535" dirty="0"/>
              <a:t> </a:t>
            </a:r>
            <a:r>
              <a:rPr dirty="0"/>
              <a:t>gồm</a:t>
            </a:r>
            <a:r>
              <a:rPr spc="535" dirty="0"/>
              <a:t> </a:t>
            </a:r>
            <a:r>
              <a:rPr dirty="0"/>
              <a:t>switch,</a:t>
            </a:r>
            <a:r>
              <a:rPr spc="525" dirty="0"/>
              <a:t> </a:t>
            </a:r>
            <a:r>
              <a:rPr dirty="0"/>
              <a:t>router,</a:t>
            </a:r>
            <a:r>
              <a:rPr spc="530" dirty="0"/>
              <a:t> </a:t>
            </a:r>
            <a:r>
              <a:rPr dirty="0"/>
              <a:t>firewall,</a:t>
            </a:r>
            <a:r>
              <a:rPr spc="545" dirty="0"/>
              <a:t> </a:t>
            </a:r>
            <a:r>
              <a:rPr dirty="0"/>
              <a:t>load</a:t>
            </a:r>
            <a:r>
              <a:rPr spc="540" dirty="0"/>
              <a:t> </a:t>
            </a:r>
            <a:r>
              <a:rPr spc="-10" dirty="0"/>
              <a:t>balancer </a:t>
            </a:r>
            <a:r>
              <a:rPr dirty="0"/>
              <a:t>và</a:t>
            </a:r>
            <a:r>
              <a:rPr spc="-35" dirty="0"/>
              <a:t> </a:t>
            </a:r>
            <a:r>
              <a:rPr spc="-20" dirty="0"/>
              <a:t>VPN.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Sau</a:t>
            </a:r>
            <a:r>
              <a:rPr spc="50" dirty="0"/>
              <a:t> </a:t>
            </a:r>
            <a:r>
              <a:rPr dirty="0"/>
              <a:t>đó,</a:t>
            </a:r>
            <a:r>
              <a:rPr spc="45" dirty="0"/>
              <a:t> </a:t>
            </a:r>
            <a:r>
              <a:rPr dirty="0"/>
              <a:t>ảo</a:t>
            </a:r>
            <a:r>
              <a:rPr spc="50" dirty="0"/>
              <a:t> </a:t>
            </a:r>
            <a:r>
              <a:rPr dirty="0"/>
              <a:t>hóa</a:t>
            </a:r>
            <a:r>
              <a:rPr spc="45" dirty="0"/>
              <a:t> </a:t>
            </a:r>
            <a:r>
              <a:rPr dirty="0"/>
              <a:t>mạng</a:t>
            </a:r>
            <a:r>
              <a:rPr spc="60" dirty="0"/>
              <a:t> </a:t>
            </a:r>
            <a:r>
              <a:rPr dirty="0"/>
              <a:t>tạo</a:t>
            </a:r>
            <a:r>
              <a:rPr spc="40" dirty="0"/>
              <a:t> </a:t>
            </a:r>
            <a:r>
              <a:rPr dirty="0"/>
              <a:t>ra</a:t>
            </a:r>
            <a:r>
              <a:rPr spc="35" dirty="0"/>
              <a:t> </a:t>
            </a:r>
            <a:r>
              <a:rPr dirty="0"/>
              <a:t>các</a:t>
            </a:r>
            <a:r>
              <a:rPr spc="50" dirty="0"/>
              <a:t> </a:t>
            </a:r>
            <a:r>
              <a:rPr dirty="0"/>
              <a:t>“phiên</a:t>
            </a:r>
            <a:r>
              <a:rPr spc="50" dirty="0"/>
              <a:t> </a:t>
            </a:r>
            <a:r>
              <a:rPr dirty="0"/>
              <a:t>bản”</a:t>
            </a:r>
            <a:r>
              <a:rPr spc="50" dirty="0"/>
              <a:t> </a:t>
            </a:r>
            <a:r>
              <a:rPr dirty="0"/>
              <a:t>ảo/logic</a:t>
            </a:r>
            <a:r>
              <a:rPr spc="55" dirty="0"/>
              <a:t> </a:t>
            </a:r>
            <a:r>
              <a:rPr dirty="0"/>
              <a:t>của</a:t>
            </a:r>
            <a:r>
              <a:rPr spc="50" dirty="0"/>
              <a:t> </a:t>
            </a:r>
            <a:r>
              <a:rPr dirty="0"/>
              <a:t>các</a:t>
            </a:r>
            <a:r>
              <a:rPr spc="50" dirty="0"/>
              <a:t> </a:t>
            </a:r>
            <a:r>
              <a:rPr spc="-10" dirty="0"/>
              <a:t>thành </a:t>
            </a:r>
            <a:r>
              <a:rPr dirty="0"/>
              <a:t>phần</a:t>
            </a:r>
            <a:r>
              <a:rPr spc="110" dirty="0"/>
              <a:t> </a:t>
            </a:r>
            <a:r>
              <a:rPr dirty="0"/>
              <a:t>đó,</a:t>
            </a:r>
            <a:r>
              <a:rPr spc="120" dirty="0"/>
              <a:t> </a:t>
            </a:r>
            <a:r>
              <a:rPr dirty="0"/>
              <a:t>với</a:t>
            </a:r>
            <a:r>
              <a:rPr spc="114" dirty="0"/>
              <a:t> </a:t>
            </a:r>
            <a:r>
              <a:rPr dirty="0"/>
              <a:t>khả</a:t>
            </a:r>
            <a:r>
              <a:rPr spc="110" dirty="0"/>
              <a:t> </a:t>
            </a:r>
            <a:r>
              <a:rPr dirty="0"/>
              <a:t>năng</a:t>
            </a:r>
            <a:r>
              <a:rPr spc="125" dirty="0"/>
              <a:t> </a:t>
            </a:r>
            <a:r>
              <a:rPr dirty="0"/>
              <a:t>tổng</a:t>
            </a:r>
            <a:r>
              <a:rPr spc="110" dirty="0"/>
              <a:t> </a:t>
            </a:r>
            <a:r>
              <a:rPr dirty="0"/>
              <a:t>hợp,</a:t>
            </a:r>
            <a:r>
              <a:rPr spc="114" dirty="0"/>
              <a:t> </a:t>
            </a:r>
            <a:r>
              <a:rPr dirty="0"/>
              <a:t>cung</a:t>
            </a:r>
            <a:r>
              <a:rPr spc="114" dirty="0"/>
              <a:t> </a:t>
            </a:r>
            <a:r>
              <a:rPr dirty="0"/>
              <a:t>cấp</a:t>
            </a:r>
            <a:r>
              <a:rPr spc="125" dirty="0"/>
              <a:t> </a:t>
            </a:r>
            <a:r>
              <a:rPr dirty="0"/>
              <a:t>và</a:t>
            </a:r>
            <a:r>
              <a:rPr spc="105" dirty="0"/>
              <a:t> </a:t>
            </a:r>
            <a:r>
              <a:rPr dirty="0"/>
              <a:t>liên</a:t>
            </a:r>
            <a:r>
              <a:rPr spc="125" dirty="0"/>
              <a:t> </a:t>
            </a:r>
            <a:r>
              <a:rPr dirty="0"/>
              <a:t>kết</a:t>
            </a:r>
            <a:r>
              <a:rPr spc="114" dirty="0"/>
              <a:t> </a:t>
            </a:r>
            <a:r>
              <a:rPr dirty="0"/>
              <a:t>bất</a:t>
            </a:r>
            <a:r>
              <a:rPr spc="114" dirty="0"/>
              <a:t> </a:t>
            </a:r>
            <a:r>
              <a:rPr dirty="0"/>
              <a:t>kỳ</a:t>
            </a:r>
            <a:r>
              <a:rPr spc="125" dirty="0"/>
              <a:t> </a:t>
            </a:r>
            <a:r>
              <a:rPr spc="-10" dirty="0"/>
              <a:t>thành </a:t>
            </a:r>
            <a:r>
              <a:rPr dirty="0"/>
              <a:t>phần</a:t>
            </a:r>
            <a:r>
              <a:rPr spc="-40" dirty="0"/>
              <a:t> </a:t>
            </a:r>
            <a:r>
              <a:rPr dirty="0"/>
              <a:t>nào</a:t>
            </a:r>
            <a:r>
              <a:rPr spc="-5" dirty="0"/>
              <a:t> </a:t>
            </a:r>
            <a:r>
              <a:rPr dirty="0"/>
              <a:t>để</a:t>
            </a:r>
            <a:r>
              <a:rPr spc="-20" dirty="0"/>
              <a:t> </a:t>
            </a:r>
            <a:r>
              <a:rPr dirty="0"/>
              <a:t>tạo ra</a:t>
            </a:r>
            <a:r>
              <a:rPr spc="-5" dirty="0"/>
              <a:t> </a:t>
            </a:r>
            <a:r>
              <a:rPr dirty="0"/>
              <a:t>một</a:t>
            </a:r>
            <a:r>
              <a:rPr spc="-15" dirty="0"/>
              <a:t> </a:t>
            </a:r>
            <a:r>
              <a:rPr dirty="0"/>
              <a:t>mạng</a:t>
            </a:r>
            <a:r>
              <a:rPr spc="-5" dirty="0"/>
              <a:t> </a:t>
            </a:r>
            <a:r>
              <a:rPr spc="-10" dirty="0"/>
              <a:t>logic.</a:t>
            </a:r>
          </a:p>
          <a:p>
            <a:pPr marL="355600" marR="762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Phần</a:t>
            </a:r>
            <a:r>
              <a:rPr spc="235" dirty="0"/>
              <a:t> </a:t>
            </a:r>
            <a:r>
              <a:rPr dirty="0"/>
              <a:t>cứng</a:t>
            </a:r>
            <a:r>
              <a:rPr spc="225" dirty="0"/>
              <a:t> </a:t>
            </a:r>
            <a:r>
              <a:rPr dirty="0"/>
              <a:t>bên</a:t>
            </a:r>
            <a:r>
              <a:rPr spc="229" dirty="0"/>
              <a:t> </a:t>
            </a:r>
            <a:r>
              <a:rPr dirty="0"/>
              <a:t>dưới</a:t>
            </a:r>
            <a:r>
              <a:rPr spc="215" dirty="0"/>
              <a:t> </a:t>
            </a:r>
            <a:r>
              <a:rPr dirty="0"/>
              <a:t>vẫn</a:t>
            </a:r>
            <a:r>
              <a:rPr spc="235" dirty="0"/>
              <a:t> </a:t>
            </a:r>
            <a:r>
              <a:rPr dirty="0"/>
              <a:t>tiếp</a:t>
            </a:r>
            <a:r>
              <a:rPr spc="250" dirty="0"/>
              <a:t> </a:t>
            </a:r>
            <a:r>
              <a:rPr dirty="0"/>
              <a:t>tục</a:t>
            </a:r>
            <a:r>
              <a:rPr spc="235" dirty="0"/>
              <a:t> </a:t>
            </a:r>
            <a:r>
              <a:rPr dirty="0"/>
              <a:t>cung</a:t>
            </a:r>
            <a:r>
              <a:rPr spc="240" dirty="0"/>
              <a:t> </a:t>
            </a:r>
            <a:r>
              <a:rPr dirty="0"/>
              <a:t>cấp</a:t>
            </a:r>
            <a:r>
              <a:rPr spc="225" dirty="0"/>
              <a:t> </a:t>
            </a:r>
            <a:r>
              <a:rPr dirty="0"/>
              <a:t>nền</a:t>
            </a:r>
            <a:r>
              <a:rPr spc="245" dirty="0"/>
              <a:t> </a:t>
            </a:r>
            <a:r>
              <a:rPr dirty="0"/>
              <a:t>tảng</a:t>
            </a:r>
            <a:r>
              <a:rPr spc="235" dirty="0"/>
              <a:t> </a:t>
            </a:r>
            <a:r>
              <a:rPr dirty="0"/>
              <a:t>chuyển</a:t>
            </a:r>
            <a:r>
              <a:rPr spc="225" dirty="0"/>
              <a:t> </a:t>
            </a:r>
            <a:r>
              <a:rPr spc="-20" dirty="0"/>
              <a:t>mạch </a:t>
            </a:r>
            <a:r>
              <a:rPr dirty="0"/>
              <a:t>gói</a:t>
            </a:r>
            <a:r>
              <a:rPr spc="-25" dirty="0"/>
              <a:t> </a:t>
            </a:r>
            <a:r>
              <a:rPr dirty="0"/>
              <a:t>dựa trên</a:t>
            </a:r>
            <a:r>
              <a:rPr spc="-15" dirty="0"/>
              <a:t> </a:t>
            </a:r>
            <a:r>
              <a:rPr spc="-25" dirty="0"/>
              <a:t>IP.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05458-9CF7-7E9C-ED26-22B97B3016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0865">
              <a:lnSpc>
                <a:spcPct val="100000"/>
              </a:lnSpc>
              <a:spcBef>
                <a:spcPts val="100"/>
              </a:spcBef>
            </a:pPr>
            <a:r>
              <a:rPr dirty="0"/>
              <a:t>NGUYÊN</a:t>
            </a:r>
            <a:r>
              <a:rPr spc="-30" dirty="0"/>
              <a:t> </a:t>
            </a:r>
            <a:r>
              <a:rPr dirty="0"/>
              <a:t>LÝ</a:t>
            </a:r>
            <a:r>
              <a:rPr spc="-20" dirty="0"/>
              <a:t> </a:t>
            </a:r>
            <a:r>
              <a:rPr dirty="0"/>
              <a:t>HOẠT</a:t>
            </a:r>
            <a:r>
              <a:rPr spc="-15" dirty="0"/>
              <a:t> </a:t>
            </a:r>
            <a:r>
              <a:rPr spc="-20" dirty="0"/>
              <a:t>ĐỘNG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320" cy="277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Lớp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xử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tất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mật.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dễ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dàng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xử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(workload)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lẻ,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chẳng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container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chính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sách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ấn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xử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 linh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 thông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minh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cao.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4B317-7817-F877-2345-6B0731CCF4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0865">
              <a:lnSpc>
                <a:spcPct val="100000"/>
              </a:lnSpc>
              <a:spcBef>
                <a:spcPts val="100"/>
              </a:spcBef>
            </a:pPr>
            <a:r>
              <a:rPr dirty="0"/>
              <a:t>NGUYÊN</a:t>
            </a:r>
            <a:r>
              <a:rPr spc="-30" dirty="0"/>
              <a:t> </a:t>
            </a:r>
            <a:r>
              <a:rPr dirty="0"/>
              <a:t>LÝ</a:t>
            </a:r>
            <a:r>
              <a:rPr spc="-20" dirty="0"/>
              <a:t> </a:t>
            </a:r>
            <a:r>
              <a:rPr dirty="0"/>
              <a:t>HOẠT</a:t>
            </a:r>
            <a:r>
              <a:rPr spc="-15" dirty="0"/>
              <a:t> </a:t>
            </a:r>
            <a:r>
              <a:rPr spc="-20" dirty="0"/>
              <a:t>ĐỘNG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811" y="1100327"/>
            <a:ext cx="8631936" cy="550011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7DE53-2D46-4823-2369-2205B3CDF6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0865">
              <a:lnSpc>
                <a:spcPct val="100000"/>
              </a:lnSpc>
              <a:spcBef>
                <a:spcPts val="100"/>
              </a:spcBef>
            </a:pPr>
            <a:r>
              <a:rPr dirty="0"/>
              <a:t>NGUYÊN</a:t>
            </a:r>
            <a:r>
              <a:rPr spc="-30" dirty="0"/>
              <a:t> </a:t>
            </a:r>
            <a:r>
              <a:rPr dirty="0"/>
              <a:t>LÝ</a:t>
            </a:r>
            <a:r>
              <a:rPr spc="-20" dirty="0"/>
              <a:t> </a:t>
            </a:r>
            <a:r>
              <a:rPr dirty="0"/>
              <a:t>HOẠT</a:t>
            </a:r>
            <a:r>
              <a:rPr spc="-15" dirty="0"/>
              <a:t> </a:t>
            </a:r>
            <a:r>
              <a:rPr spc="-20" dirty="0"/>
              <a:t>ĐỘNG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080262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quát,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 thực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phần: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hypervisor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Controller</a:t>
            </a:r>
            <a:r>
              <a:rPr sz="3000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software;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Host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protocols,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Ví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dụ: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Extensible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LAN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(VXLAN);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switching,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routing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cụ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9CE12-513A-B7CC-79EA-CFB7181689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63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10" dirty="0"/>
              <a:t> </a:t>
            </a:r>
            <a:r>
              <a:rPr dirty="0"/>
              <a:t>MỘT SỐ KHÁI</a:t>
            </a:r>
            <a:r>
              <a:rPr spc="-15" dirty="0"/>
              <a:t> </a:t>
            </a:r>
            <a:r>
              <a:rPr spc="-20" dirty="0"/>
              <a:t>NIỆM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FE6A5-D703-07D3-D899-3DB72EA42E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TẦM</a:t>
            </a:r>
            <a:r>
              <a:rPr spc="-25" dirty="0"/>
              <a:t> </a:t>
            </a:r>
            <a:r>
              <a:rPr dirty="0"/>
              <a:t>QUAN</a:t>
            </a:r>
            <a:r>
              <a:rPr spc="-15" dirty="0"/>
              <a:t> </a:t>
            </a:r>
            <a:r>
              <a:rPr dirty="0"/>
              <a:t>TRỌNG</a:t>
            </a:r>
            <a:r>
              <a:rPr spc="-15" dirty="0"/>
              <a:t> </a:t>
            </a:r>
            <a:r>
              <a:rPr dirty="0"/>
              <a:t>CỦA</a:t>
            </a:r>
            <a:r>
              <a:rPr spc="-15" dirty="0"/>
              <a:t> </a:t>
            </a:r>
            <a:r>
              <a:rPr dirty="0"/>
              <a:t>NETWORK</a:t>
            </a:r>
            <a:r>
              <a:rPr spc="-10" dirty="0"/>
              <a:t> 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225" cy="4874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25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lực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chính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đằng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sau</a:t>
            </a:r>
            <a:r>
              <a:rPr sz="3200" spc="6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6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tầm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quan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trọng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thời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gian.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truyền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cài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đặt,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vào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cố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định.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cận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truyền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hiệu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quả,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linh hoạt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kiểm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soát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thiết.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mới,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khắc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phục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cố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tốn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thời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gian.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bổ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sung.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A42C0-A44B-DA6C-535D-1E1E784E84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TẦM</a:t>
            </a:r>
            <a:r>
              <a:rPr spc="-25" dirty="0"/>
              <a:t> </a:t>
            </a:r>
            <a:r>
              <a:rPr dirty="0"/>
              <a:t>QUAN</a:t>
            </a:r>
            <a:r>
              <a:rPr spc="-15" dirty="0"/>
              <a:t> </a:t>
            </a:r>
            <a:r>
              <a:rPr dirty="0"/>
              <a:t>TRỌNG</a:t>
            </a:r>
            <a:r>
              <a:rPr spc="-15" dirty="0"/>
              <a:t> </a:t>
            </a:r>
            <a:r>
              <a:rPr dirty="0"/>
              <a:t>CỦA</a:t>
            </a:r>
            <a:r>
              <a:rPr spc="-15" dirty="0"/>
              <a:t> </a:t>
            </a:r>
            <a:r>
              <a:rPr dirty="0"/>
              <a:t>NETWORK</a:t>
            </a:r>
            <a:r>
              <a:rPr spc="-10" dirty="0"/>
              <a:t> 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7130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trừu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tượng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qua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mềm.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kiểm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soát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diễn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lớp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khi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 ra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nhau.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mở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rộng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khái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niệm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ích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4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bộ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tâm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doanh</a:t>
            </a:r>
            <a:r>
              <a:rPr sz="3200" spc="4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nghiệp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phân tán.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320DC-A2E8-BDA6-717A-E58FDD3508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TẦM</a:t>
            </a:r>
            <a:r>
              <a:rPr spc="-25" dirty="0"/>
              <a:t> </a:t>
            </a:r>
            <a:r>
              <a:rPr dirty="0"/>
              <a:t>QUAN</a:t>
            </a:r>
            <a:r>
              <a:rPr spc="-15" dirty="0"/>
              <a:t> </a:t>
            </a:r>
            <a:r>
              <a:rPr dirty="0"/>
              <a:t>TRỌNG</a:t>
            </a:r>
            <a:r>
              <a:rPr spc="-15" dirty="0"/>
              <a:t> </a:t>
            </a:r>
            <a:r>
              <a:rPr dirty="0"/>
              <a:t>CỦA</a:t>
            </a:r>
            <a:r>
              <a:rPr spc="-15" dirty="0"/>
              <a:t> </a:t>
            </a:r>
            <a:r>
              <a:rPr dirty="0"/>
              <a:t>NETWORK</a:t>
            </a:r>
            <a:r>
              <a:rPr spc="-10" dirty="0"/>
              <a:t> VIRTUALIZATION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Ảo</a:t>
            </a:r>
            <a:r>
              <a:rPr spc="100" dirty="0"/>
              <a:t> </a:t>
            </a:r>
            <a:r>
              <a:rPr dirty="0"/>
              <a:t>hóa</a:t>
            </a:r>
            <a:r>
              <a:rPr spc="110" dirty="0"/>
              <a:t> </a:t>
            </a:r>
            <a:r>
              <a:rPr dirty="0"/>
              <a:t>mạng</a:t>
            </a:r>
            <a:r>
              <a:rPr spc="120" dirty="0"/>
              <a:t> </a:t>
            </a:r>
            <a:r>
              <a:rPr dirty="0"/>
              <a:t>làm</a:t>
            </a:r>
            <a:r>
              <a:rPr spc="114" dirty="0"/>
              <a:t> </a:t>
            </a:r>
            <a:r>
              <a:rPr dirty="0"/>
              <a:t>tăng</a:t>
            </a:r>
            <a:r>
              <a:rPr spc="125" dirty="0"/>
              <a:t> </a:t>
            </a:r>
            <a:r>
              <a:rPr dirty="0"/>
              <a:t>tính</a:t>
            </a:r>
            <a:r>
              <a:rPr spc="130" dirty="0"/>
              <a:t> </a:t>
            </a:r>
            <a:r>
              <a:rPr dirty="0"/>
              <a:t>linh</a:t>
            </a:r>
            <a:r>
              <a:rPr spc="114" dirty="0"/>
              <a:t> </a:t>
            </a:r>
            <a:r>
              <a:rPr dirty="0"/>
              <a:t>hoạt,</a:t>
            </a:r>
            <a:r>
              <a:rPr spc="105" dirty="0"/>
              <a:t> </a:t>
            </a:r>
            <a:r>
              <a:rPr dirty="0"/>
              <a:t>khả</a:t>
            </a:r>
            <a:r>
              <a:rPr spc="110" dirty="0"/>
              <a:t> </a:t>
            </a:r>
            <a:r>
              <a:rPr dirty="0"/>
              <a:t>năng</a:t>
            </a:r>
            <a:r>
              <a:rPr spc="110" dirty="0"/>
              <a:t> </a:t>
            </a:r>
            <a:r>
              <a:rPr dirty="0"/>
              <a:t>mở</a:t>
            </a:r>
            <a:r>
              <a:rPr spc="105" dirty="0"/>
              <a:t> </a:t>
            </a:r>
            <a:r>
              <a:rPr dirty="0"/>
              <a:t>rộng</a:t>
            </a:r>
            <a:r>
              <a:rPr spc="110" dirty="0"/>
              <a:t> </a:t>
            </a:r>
            <a:r>
              <a:rPr dirty="0"/>
              <a:t>hệ</a:t>
            </a:r>
            <a:r>
              <a:rPr spc="120" dirty="0"/>
              <a:t> </a:t>
            </a:r>
            <a:r>
              <a:rPr spc="-10" dirty="0"/>
              <a:t>thống, </a:t>
            </a:r>
            <a:r>
              <a:rPr dirty="0"/>
              <a:t>đồng</a:t>
            </a:r>
            <a:r>
              <a:rPr spc="-30" dirty="0"/>
              <a:t> </a:t>
            </a:r>
            <a:r>
              <a:rPr dirty="0"/>
              <a:t>thời</a:t>
            </a:r>
            <a:r>
              <a:rPr spc="-10" dirty="0"/>
              <a:t> </a:t>
            </a:r>
            <a:r>
              <a:rPr dirty="0"/>
              <a:t>tiết</a:t>
            </a:r>
            <a:r>
              <a:rPr spc="-10" dirty="0"/>
              <a:t> </a:t>
            </a:r>
            <a:r>
              <a:rPr dirty="0"/>
              <a:t>kiệm</a:t>
            </a:r>
            <a:r>
              <a:rPr spc="-10" dirty="0"/>
              <a:t> </a:t>
            </a:r>
            <a:r>
              <a:rPr dirty="0"/>
              <a:t>đáng</a:t>
            </a:r>
            <a:r>
              <a:rPr spc="-20" dirty="0"/>
              <a:t> </a:t>
            </a:r>
            <a:r>
              <a:rPr dirty="0"/>
              <a:t>kể</a:t>
            </a:r>
            <a:r>
              <a:rPr spc="-5" dirty="0"/>
              <a:t> </a:t>
            </a:r>
            <a:r>
              <a:rPr dirty="0"/>
              <a:t>chi</a:t>
            </a:r>
            <a:r>
              <a:rPr spc="-10" dirty="0"/>
              <a:t> </a:t>
            </a:r>
            <a:r>
              <a:rPr spc="-20" dirty="0"/>
              <a:t>phí.</a:t>
            </a: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Nhiều</a:t>
            </a:r>
            <a:r>
              <a:rPr spc="65" dirty="0"/>
              <a:t> </a:t>
            </a:r>
            <a:r>
              <a:rPr dirty="0"/>
              <a:t>tác</a:t>
            </a:r>
            <a:r>
              <a:rPr spc="65" dirty="0"/>
              <a:t> </a:t>
            </a:r>
            <a:r>
              <a:rPr dirty="0"/>
              <a:t>vụ</a:t>
            </a:r>
            <a:r>
              <a:rPr spc="7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65" dirty="0"/>
              <a:t> </a:t>
            </a:r>
            <a:r>
              <a:rPr dirty="0"/>
              <a:t>hệ</a:t>
            </a:r>
            <a:r>
              <a:rPr spc="70" dirty="0"/>
              <a:t> </a:t>
            </a:r>
            <a:r>
              <a:rPr dirty="0"/>
              <a:t>thống</a:t>
            </a:r>
            <a:r>
              <a:rPr spc="55" dirty="0"/>
              <a:t> </a:t>
            </a:r>
            <a:r>
              <a:rPr dirty="0"/>
              <a:t>được</a:t>
            </a:r>
            <a:r>
              <a:rPr spc="65" dirty="0"/>
              <a:t> </a:t>
            </a:r>
            <a:r>
              <a:rPr dirty="0"/>
              <a:t>tự</a:t>
            </a:r>
            <a:r>
              <a:rPr spc="75" dirty="0"/>
              <a:t> </a:t>
            </a:r>
            <a:r>
              <a:rPr dirty="0"/>
              <a:t>động</a:t>
            </a:r>
            <a:r>
              <a:rPr spc="50" dirty="0"/>
              <a:t> </a:t>
            </a:r>
            <a:r>
              <a:rPr dirty="0"/>
              <a:t>hóa</a:t>
            </a:r>
            <a:r>
              <a:rPr spc="70" dirty="0"/>
              <a:t> </a:t>
            </a:r>
            <a:r>
              <a:rPr dirty="0"/>
              <a:t>giúp</a:t>
            </a:r>
            <a:r>
              <a:rPr spc="70" dirty="0"/>
              <a:t> </a:t>
            </a:r>
            <a:r>
              <a:rPr dirty="0"/>
              <a:t>giảm</a:t>
            </a:r>
            <a:r>
              <a:rPr spc="70" dirty="0"/>
              <a:t> </a:t>
            </a:r>
            <a:r>
              <a:rPr dirty="0"/>
              <a:t>chi</a:t>
            </a:r>
            <a:r>
              <a:rPr spc="60" dirty="0"/>
              <a:t> </a:t>
            </a:r>
            <a:r>
              <a:rPr spc="-25" dirty="0"/>
              <a:t>phí </a:t>
            </a:r>
            <a:r>
              <a:rPr dirty="0"/>
              <a:t>vận</a:t>
            </a:r>
            <a:r>
              <a:rPr spc="-15" dirty="0"/>
              <a:t> </a:t>
            </a:r>
            <a:r>
              <a:rPr dirty="0"/>
              <a:t>hành</a:t>
            </a:r>
            <a:r>
              <a:rPr spc="-15" dirty="0"/>
              <a:t> </a:t>
            </a:r>
            <a:r>
              <a:rPr dirty="0"/>
              <a:t>và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10" dirty="0"/>
              <a:t>dưỡng.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số</a:t>
            </a:r>
            <a:r>
              <a:rPr spc="5" dirty="0"/>
              <a:t> </a:t>
            </a:r>
            <a:r>
              <a:rPr dirty="0"/>
              <a:t>lợi</a:t>
            </a:r>
            <a:r>
              <a:rPr spc="-20" dirty="0"/>
              <a:t> </a:t>
            </a:r>
            <a:r>
              <a:rPr dirty="0"/>
              <a:t>ích</a:t>
            </a:r>
            <a:r>
              <a:rPr spc="-1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25" dirty="0"/>
              <a:t> </a:t>
            </a:r>
            <a:r>
              <a:rPr dirty="0"/>
              <a:t>hệ</a:t>
            </a:r>
            <a:r>
              <a:rPr spc="-10" dirty="0"/>
              <a:t> </a:t>
            </a:r>
            <a:r>
              <a:rPr dirty="0"/>
              <a:t>thống</a:t>
            </a:r>
            <a:r>
              <a:rPr spc="-30" dirty="0"/>
              <a:t> </a:t>
            </a:r>
            <a:r>
              <a:rPr dirty="0"/>
              <a:t>mạng</a:t>
            </a:r>
            <a:r>
              <a:rPr spc="-35" dirty="0"/>
              <a:t> </a:t>
            </a:r>
            <a:r>
              <a:rPr dirty="0"/>
              <a:t>có</a:t>
            </a:r>
            <a:r>
              <a:rPr spc="-10" dirty="0"/>
              <a:t> </a:t>
            </a:r>
            <a:r>
              <a:rPr dirty="0"/>
              <a:t>thể</a:t>
            </a:r>
            <a:r>
              <a:rPr spc="-20" dirty="0"/>
              <a:t> </a:t>
            </a:r>
            <a:r>
              <a:rPr dirty="0"/>
              <a:t>bổ</a:t>
            </a:r>
            <a:r>
              <a:rPr spc="-15" dirty="0"/>
              <a:t> </a:t>
            </a:r>
            <a:r>
              <a:rPr dirty="0"/>
              <a:t>sung</a:t>
            </a:r>
            <a:r>
              <a:rPr spc="-15" dirty="0"/>
              <a:t> </a:t>
            </a:r>
            <a:r>
              <a:rPr dirty="0"/>
              <a:t>bao</a:t>
            </a:r>
            <a:r>
              <a:rPr spc="-20" dirty="0"/>
              <a:t> gồm: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ECA86-CDA9-47E9-007A-E86E5F50DF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TẦM</a:t>
            </a:r>
            <a:r>
              <a:rPr spc="-25" dirty="0"/>
              <a:t> </a:t>
            </a:r>
            <a:r>
              <a:rPr dirty="0"/>
              <a:t>QUAN</a:t>
            </a:r>
            <a:r>
              <a:rPr spc="-15" dirty="0"/>
              <a:t> </a:t>
            </a:r>
            <a:r>
              <a:rPr dirty="0"/>
              <a:t>TRỌNG</a:t>
            </a:r>
            <a:r>
              <a:rPr spc="-15" dirty="0"/>
              <a:t> </a:t>
            </a:r>
            <a:r>
              <a:rPr dirty="0"/>
              <a:t>CỦA</a:t>
            </a:r>
            <a:r>
              <a:rPr spc="-15" dirty="0"/>
              <a:t> </a:t>
            </a:r>
            <a:r>
              <a:rPr dirty="0"/>
              <a:t>NETWORK</a:t>
            </a:r>
            <a:r>
              <a:rPr spc="-10" dirty="0"/>
              <a:t> 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4041" y="933211"/>
            <a:ext cx="10502900" cy="490474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5"/>
              </a:spcBef>
              <a:buFont typeface="Wingdings"/>
              <a:buChar char=""/>
              <a:tabLst>
                <a:tab pos="2984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đầu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hiệu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quả.</a:t>
            </a:r>
            <a:endParaRPr sz="3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2984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Đơn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giản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tự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trung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tâm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liệu.</a:t>
            </a:r>
            <a:endParaRPr sz="300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linh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thống,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phép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chuyển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chủ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mà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gây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ảnh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hưởng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đến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đang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chạy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chủ.</a:t>
            </a:r>
            <a:endParaRPr sz="3000">
              <a:latin typeface="Times New Roman"/>
              <a:cs typeface="Times New Roman"/>
            </a:endParaRPr>
          </a:p>
          <a:p>
            <a:pPr marL="297815" marR="10160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thiểu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bỏ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thời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dừng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nhiệm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vụ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trì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thường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nâng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cứng,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cập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nhật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điều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hành,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mềm,…</a:t>
            </a:r>
            <a:endParaRPr sz="3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2984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hồi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sau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thảm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họa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nhanh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chóng.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D759C-DFC1-15F3-52BC-7E0321D7C2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0235">
              <a:lnSpc>
                <a:spcPct val="100000"/>
              </a:lnSpc>
              <a:spcBef>
                <a:spcPts val="100"/>
              </a:spcBef>
            </a:pPr>
            <a:r>
              <a:rPr dirty="0"/>
              <a:t>THÁCH</a:t>
            </a:r>
            <a:r>
              <a:rPr spc="-30" dirty="0"/>
              <a:t> </a:t>
            </a:r>
            <a:r>
              <a:rPr dirty="0"/>
              <a:t>THỨC</a:t>
            </a:r>
            <a:r>
              <a:rPr spc="-2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642" y="1086052"/>
            <a:ext cx="11546205" cy="3105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mọi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mạng,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khiến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bởi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nền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mạng.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coi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vụ,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vì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vậy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rất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dễ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bỏ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qua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tải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chúng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lấn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át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mà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chỗ.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56F21-B0BA-2EF2-76A8-48498CDF04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0235">
              <a:lnSpc>
                <a:spcPct val="100000"/>
              </a:lnSpc>
              <a:spcBef>
                <a:spcPts val="100"/>
              </a:spcBef>
            </a:pPr>
            <a:r>
              <a:rPr dirty="0"/>
              <a:t>THÁCH</a:t>
            </a:r>
            <a:r>
              <a:rPr spc="-30" dirty="0"/>
              <a:t> </a:t>
            </a:r>
            <a:r>
              <a:rPr dirty="0"/>
              <a:t>THỨC</a:t>
            </a:r>
            <a:r>
              <a:rPr spc="-2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spc="-10" dirty="0"/>
              <a:t>VIRTUALIZATION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Các</a:t>
            </a:r>
            <a:r>
              <a:rPr spc="540" dirty="0"/>
              <a:t> </a:t>
            </a:r>
            <a:r>
              <a:rPr dirty="0"/>
              <a:t>lỗi</a:t>
            </a:r>
            <a:r>
              <a:rPr spc="525" dirty="0"/>
              <a:t> </a:t>
            </a:r>
            <a:r>
              <a:rPr dirty="0"/>
              <a:t>vật</a:t>
            </a:r>
            <a:r>
              <a:rPr spc="530" dirty="0"/>
              <a:t> </a:t>
            </a:r>
            <a:r>
              <a:rPr dirty="0"/>
              <a:t>lý</a:t>
            </a:r>
            <a:r>
              <a:rPr spc="540" dirty="0"/>
              <a:t> </a:t>
            </a:r>
            <a:r>
              <a:rPr dirty="0"/>
              <a:t>có</a:t>
            </a:r>
            <a:r>
              <a:rPr spc="525" dirty="0"/>
              <a:t> </a:t>
            </a:r>
            <a:r>
              <a:rPr dirty="0"/>
              <a:t>thể</a:t>
            </a:r>
            <a:r>
              <a:rPr spc="540" dirty="0"/>
              <a:t> </a:t>
            </a:r>
            <a:r>
              <a:rPr dirty="0"/>
              <a:t>gây</a:t>
            </a:r>
            <a:r>
              <a:rPr spc="525" dirty="0"/>
              <a:t> </a:t>
            </a:r>
            <a:r>
              <a:rPr dirty="0"/>
              <a:t>ra</a:t>
            </a:r>
            <a:r>
              <a:rPr spc="540" dirty="0"/>
              <a:t> </a:t>
            </a:r>
            <a:r>
              <a:rPr dirty="0"/>
              <a:t>những</a:t>
            </a:r>
            <a:r>
              <a:rPr spc="530" dirty="0"/>
              <a:t> </a:t>
            </a:r>
            <a:r>
              <a:rPr dirty="0"/>
              <a:t>hậu</a:t>
            </a:r>
            <a:r>
              <a:rPr spc="530" dirty="0"/>
              <a:t> </a:t>
            </a:r>
            <a:r>
              <a:rPr dirty="0"/>
              <a:t>quả</a:t>
            </a:r>
            <a:r>
              <a:rPr spc="535" dirty="0"/>
              <a:t> </a:t>
            </a:r>
            <a:r>
              <a:rPr dirty="0"/>
              <a:t>khó</a:t>
            </a:r>
            <a:r>
              <a:rPr spc="540" dirty="0"/>
              <a:t> </a:t>
            </a:r>
            <a:r>
              <a:rPr dirty="0"/>
              <a:t>lường</a:t>
            </a:r>
            <a:r>
              <a:rPr spc="540" dirty="0"/>
              <a:t> </a:t>
            </a:r>
            <a:r>
              <a:rPr dirty="0"/>
              <a:t>cho</a:t>
            </a:r>
            <a:r>
              <a:rPr spc="525" dirty="0"/>
              <a:t> </a:t>
            </a:r>
            <a:r>
              <a:rPr spc="-25" dirty="0"/>
              <a:t>các </a:t>
            </a:r>
            <a:r>
              <a:rPr dirty="0"/>
              <a:t>mạng</a:t>
            </a:r>
            <a:r>
              <a:rPr spc="-35" dirty="0"/>
              <a:t> </a:t>
            </a:r>
            <a:r>
              <a:rPr dirty="0"/>
              <a:t>ảo</a:t>
            </a:r>
            <a:r>
              <a:rPr spc="-15" dirty="0"/>
              <a:t> </a:t>
            </a:r>
            <a:r>
              <a:rPr spc="-20" dirty="0"/>
              <a:t>hóa.</a:t>
            </a: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Cũng</a:t>
            </a:r>
            <a:r>
              <a:rPr spc="350" dirty="0"/>
              <a:t> </a:t>
            </a:r>
            <a:r>
              <a:rPr dirty="0"/>
              <a:t>như</a:t>
            </a:r>
            <a:r>
              <a:rPr spc="350" dirty="0"/>
              <a:t> </a:t>
            </a:r>
            <a:r>
              <a:rPr dirty="0"/>
              <a:t>với</a:t>
            </a:r>
            <a:r>
              <a:rPr spc="335" dirty="0"/>
              <a:t> </a:t>
            </a:r>
            <a:r>
              <a:rPr dirty="0"/>
              <a:t>máy</a:t>
            </a:r>
            <a:r>
              <a:rPr spc="355" dirty="0"/>
              <a:t> </a:t>
            </a:r>
            <a:r>
              <a:rPr dirty="0"/>
              <a:t>ảo,</a:t>
            </a:r>
            <a:r>
              <a:rPr spc="350" dirty="0"/>
              <a:t> </a:t>
            </a:r>
            <a:r>
              <a:rPr dirty="0"/>
              <a:t>sự</a:t>
            </a:r>
            <a:r>
              <a:rPr spc="355" dirty="0"/>
              <a:t> </a:t>
            </a:r>
            <a:r>
              <a:rPr dirty="0"/>
              <a:t>dễ</a:t>
            </a:r>
            <a:r>
              <a:rPr spc="355" dirty="0"/>
              <a:t> </a:t>
            </a:r>
            <a:r>
              <a:rPr dirty="0"/>
              <a:t>dàng</a:t>
            </a:r>
            <a:r>
              <a:rPr spc="335" dirty="0"/>
              <a:t> </a:t>
            </a:r>
            <a:r>
              <a:rPr dirty="0"/>
              <a:t>và</a:t>
            </a:r>
            <a:r>
              <a:rPr spc="360" dirty="0"/>
              <a:t> </a:t>
            </a:r>
            <a:r>
              <a:rPr dirty="0"/>
              <a:t>tốc</a:t>
            </a:r>
            <a:r>
              <a:rPr spc="345" dirty="0"/>
              <a:t> </a:t>
            </a:r>
            <a:r>
              <a:rPr dirty="0"/>
              <a:t>độ</a:t>
            </a:r>
            <a:r>
              <a:rPr spc="360" dirty="0"/>
              <a:t> </a:t>
            </a:r>
            <a:r>
              <a:rPr dirty="0"/>
              <a:t>mà</a:t>
            </a:r>
            <a:r>
              <a:rPr spc="345" dirty="0"/>
              <a:t> </a:t>
            </a:r>
            <a:r>
              <a:rPr dirty="0"/>
              <a:t>mạng</a:t>
            </a:r>
            <a:r>
              <a:rPr spc="360" dirty="0"/>
              <a:t> </a:t>
            </a:r>
            <a:r>
              <a:rPr dirty="0"/>
              <a:t>ảo</a:t>
            </a:r>
            <a:r>
              <a:rPr spc="360" dirty="0"/>
              <a:t> </a:t>
            </a:r>
            <a:r>
              <a:rPr dirty="0"/>
              <a:t>có</a:t>
            </a:r>
            <a:r>
              <a:rPr spc="355" dirty="0"/>
              <a:t> </a:t>
            </a:r>
            <a:r>
              <a:rPr spc="-25" dirty="0"/>
              <a:t>thể </a:t>
            </a:r>
            <a:r>
              <a:rPr dirty="0"/>
              <a:t>được</a:t>
            </a:r>
            <a:r>
              <a:rPr spc="235" dirty="0"/>
              <a:t> </a:t>
            </a:r>
            <a:r>
              <a:rPr dirty="0"/>
              <a:t>tạo</a:t>
            </a:r>
            <a:r>
              <a:rPr spc="225" dirty="0"/>
              <a:t> </a:t>
            </a:r>
            <a:r>
              <a:rPr dirty="0"/>
              <a:t>ra</a:t>
            </a:r>
            <a:r>
              <a:rPr spc="229" dirty="0"/>
              <a:t> </a:t>
            </a:r>
            <a:r>
              <a:rPr dirty="0"/>
              <a:t>đôi</a:t>
            </a:r>
            <a:r>
              <a:rPr spc="220" dirty="0"/>
              <a:t> </a:t>
            </a:r>
            <a:r>
              <a:rPr dirty="0"/>
              <a:t>khi</a:t>
            </a:r>
            <a:r>
              <a:rPr spc="235" dirty="0"/>
              <a:t> </a:t>
            </a:r>
            <a:r>
              <a:rPr dirty="0"/>
              <a:t>có</a:t>
            </a:r>
            <a:r>
              <a:rPr spc="250" dirty="0"/>
              <a:t> </a:t>
            </a:r>
            <a:r>
              <a:rPr dirty="0"/>
              <a:t>thể</a:t>
            </a:r>
            <a:r>
              <a:rPr spc="235" dirty="0"/>
              <a:t> </a:t>
            </a:r>
            <a:r>
              <a:rPr dirty="0"/>
              <a:t>dẫn</a:t>
            </a:r>
            <a:r>
              <a:rPr spc="229" dirty="0"/>
              <a:t> </a:t>
            </a:r>
            <a:r>
              <a:rPr dirty="0"/>
              <a:t>đến</a:t>
            </a:r>
            <a:r>
              <a:rPr spc="229" dirty="0"/>
              <a:t> </a:t>
            </a:r>
            <a:r>
              <a:rPr dirty="0"/>
              <a:t>sự</a:t>
            </a:r>
            <a:r>
              <a:rPr spc="240" dirty="0"/>
              <a:t> </a:t>
            </a:r>
            <a:r>
              <a:rPr dirty="0"/>
              <a:t>tràn</a:t>
            </a:r>
            <a:r>
              <a:rPr spc="235" dirty="0"/>
              <a:t> </a:t>
            </a:r>
            <a:r>
              <a:rPr dirty="0"/>
              <a:t>lan</a:t>
            </a:r>
            <a:r>
              <a:rPr spc="250" dirty="0"/>
              <a:t> </a:t>
            </a:r>
            <a:r>
              <a:rPr dirty="0"/>
              <a:t>của</a:t>
            </a:r>
            <a:r>
              <a:rPr spc="229" dirty="0"/>
              <a:t> </a:t>
            </a:r>
            <a:r>
              <a:rPr dirty="0"/>
              <a:t>các</a:t>
            </a:r>
            <a:r>
              <a:rPr spc="240" dirty="0"/>
              <a:t> </a:t>
            </a:r>
            <a:r>
              <a:rPr dirty="0"/>
              <a:t>tài</a:t>
            </a:r>
            <a:r>
              <a:rPr spc="229" dirty="0"/>
              <a:t> </a:t>
            </a:r>
            <a:r>
              <a:rPr spc="-10" dirty="0"/>
              <a:t>nguyên </a:t>
            </a:r>
            <a:r>
              <a:rPr dirty="0"/>
              <a:t>ảo</a:t>
            </a:r>
            <a:r>
              <a:rPr spc="-15" dirty="0"/>
              <a:t> </a:t>
            </a:r>
            <a:r>
              <a:rPr dirty="0"/>
              <a:t>được</a:t>
            </a:r>
            <a:r>
              <a:rPr spc="-15" dirty="0"/>
              <a:t> </a:t>
            </a:r>
            <a:r>
              <a:rPr dirty="0"/>
              <a:t>cung</a:t>
            </a:r>
            <a:r>
              <a:rPr spc="-35" dirty="0"/>
              <a:t> </a:t>
            </a:r>
            <a:r>
              <a:rPr dirty="0"/>
              <a:t>cấp</a:t>
            </a:r>
            <a:r>
              <a:rPr spc="-10" dirty="0"/>
              <a:t> </a:t>
            </a:r>
            <a:r>
              <a:rPr dirty="0"/>
              <a:t>mà</a:t>
            </a:r>
            <a:r>
              <a:rPr spc="-10" dirty="0"/>
              <a:t> </a:t>
            </a:r>
            <a:r>
              <a:rPr dirty="0"/>
              <a:t>không</a:t>
            </a:r>
            <a:r>
              <a:rPr spc="-45" dirty="0"/>
              <a:t> </a:t>
            </a:r>
            <a:r>
              <a:rPr dirty="0"/>
              <a:t>được</a:t>
            </a:r>
            <a:r>
              <a:rPr spc="-15" dirty="0"/>
              <a:t> </a:t>
            </a:r>
            <a:r>
              <a:rPr dirty="0"/>
              <a:t>sử </a:t>
            </a:r>
            <a:r>
              <a:rPr spc="-10" dirty="0"/>
              <a:t>dụng.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893F6-DE74-C320-1769-8BF338C394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9430">
              <a:lnSpc>
                <a:spcPct val="100000"/>
              </a:lnSpc>
              <a:spcBef>
                <a:spcPts val="100"/>
              </a:spcBef>
            </a:pPr>
            <a:r>
              <a:rPr dirty="0"/>
              <a:t>CÁC</a:t>
            </a:r>
            <a:r>
              <a:rPr spc="-20" dirty="0"/>
              <a:t> </a:t>
            </a:r>
            <a:r>
              <a:rPr dirty="0"/>
              <a:t>LOẠI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spc="-20" dirty="0"/>
              <a:t>MẠNG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3955" cy="32677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 loại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mạng: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internal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(bên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trong)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external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(bên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ngoài)</a:t>
            </a:r>
            <a:endParaRPr sz="32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External</a:t>
            </a:r>
            <a:r>
              <a:rPr sz="3000" spc="7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Virtualization:</a:t>
            </a:r>
            <a:r>
              <a:rPr sz="3000" spc="7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kết</a:t>
            </a:r>
            <a:r>
              <a:rPr sz="3000" spc="7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hợp</a:t>
            </a:r>
            <a:r>
              <a:rPr sz="3000" spc="7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switch,</a:t>
            </a:r>
            <a:r>
              <a:rPr sz="3000" spc="7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adapter,  các</a:t>
            </a:r>
            <a:r>
              <a:rPr sz="3000" spc="7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thành</a:t>
            </a:r>
            <a:r>
              <a:rPr sz="3000" spc="7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phần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bị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bên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ngoài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để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tạo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thành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đơn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vị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ảo.</a:t>
            </a:r>
            <a:endParaRPr sz="3000">
              <a:latin typeface="Times New Roman"/>
              <a:cs typeface="Times New Roman"/>
            </a:endParaRPr>
          </a:p>
          <a:p>
            <a:pPr marL="755015" marR="635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Internal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Virtualization:</a:t>
            </a:r>
            <a:r>
              <a:rPr sz="3000" spc="48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giúp</a:t>
            </a:r>
            <a:r>
              <a:rPr sz="3000" spc="5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kết</a:t>
            </a:r>
            <a:r>
              <a:rPr sz="3000" spc="48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nối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thành</a:t>
            </a:r>
            <a:r>
              <a:rPr sz="3000" spc="5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3000" spc="4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4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bên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trao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đổi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3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3000" spc="3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nhau</a:t>
            </a:r>
            <a:r>
              <a:rPr sz="3000" spc="3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mà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3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chuyển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qua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bên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ngoài.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7EEB1-CC4E-48E0-28CA-394D5A7C8B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9430">
              <a:lnSpc>
                <a:spcPct val="100000"/>
              </a:lnSpc>
              <a:spcBef>
                <a:spcPts val="100"/>
              </a:spcBef>
            </a:pPr>
            <a:r>
              <a:rPr dirty="0"/>
              <a:t>CÁC</a:t>
            </a:r>
            <a:r>
              <a:rPr spc="-20" dirty="0"/>
              <a:t> </a:t>
            </a:r>
            <a:r>
              <a:rPr dirty="0"/>
              <a:t>LOẠI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spc="-20" dirty="0"/>
              <a:t>MẠNG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144" y="1066800"/>
            <a:ext cx="8830056" cy="52760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D5ACE-25C8-0FD2-E1D1-3EC386A129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703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KỸ</a:t>
            </a:r>
            <a:r>
              <a:rPr spc="-5" dirty="0"/>
              <a:t> </a:t>
            </a:r>
            <a:r>
              <a:rPr dirty="0"/>
              <a:t>THUẬT</a:t>
            </a:r>
            <a:r>
              <a:rPr spc="-10" dirty="0"/>
              <a:t> </a:t>
            </a:r>
            <a:r>
              <a:rPr dirty="0"/>
              <a:t>VIRTUAL</a:t>
            </a:r>
            <a:r>
              <a:rPr spc="-5" dirty="0"/>
              <a:t> </a:t>
            </a:r>
            <a:r>
              <a:rPr spc="-25" dirty="0"/>
              <a:t>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7130" cy="197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viết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tắt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Local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Area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Network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-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nghĩa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mạng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LAN</a:t>
            </a:r>
            <a:r>
              <a:rPr sz="3200" spc="5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ảo,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tuỳ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chỉnh,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hoặc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LAN,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4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nối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cùng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cạnh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nhau.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7911" y="3276600"/>
            <a:ext cx="4762499" cy="3276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ADA9E-9404-030B-1B95-AC7F3F08B6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703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10" dirty="0"/>
              <a:t> </a:t>
            </a:r>
            <a:r>
              <a:rPr dirty="0"/>
              <a:t>KỸ</a:t>
            </a:r>
            <a:r>
              <a:rPr spc="-5" dirty="0"/>
              <a:t> </a:t>
            </a:r>
            <a:r>
              <a:rPr dirty="0"/>
              <a:t>THUẬT</a:t>
            </a:r>
            <a:r>
              <a:rPr spc="-10" dirty="0"/>
              <a:t> </a:t>
            </a:r>
            <a:r>
              <a:rPr dirty="0"/>
              <a:t>VIRTUAL</a:t>
            </a:r>
            <a:r>
              <a:rPr spc="-5" dirty="0"/>
              <a:t> </a:t>
            </a:r>
            <a:r>
              <a:rPr spc="-25" dirty="0"/>
              <a:t>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7130" cy="472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thường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vai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trò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miền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quảng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bá.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nhiên,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VLAN,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mạch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Switch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năng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tự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nên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miền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quảng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bá.</a:t>
            </a:r>
            <a:r>
              <a:rPr sz="3200" spc="5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Vậy</a:t>
            </a:r>
            <a:r>
              <a:rPr sz="3200" spc="5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nên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xét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mặt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kỹ</a:t>
            </a:r>
            <a:r>
              <a:rPr sz="3200" spc="5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thuật,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xem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miền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quảng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bá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bởi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Switch.</a:t>
            </a:r>
            <a:endParaRPr sz="3200">
              <a:latin typeface="Times New Roman"/>
              <a:cs typeface="Times New Roman"/>
            </a:endParaRPr>
          </a:p>
          <a:p>
            <a:pPr marL="355600" marR="1016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hiểu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kỹ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thuật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trị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viên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lập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LAN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đơn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cùng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thống.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thường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người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nhiều.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0BF10-886C-72B8-50B7-28C14FE86F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165">
              <a:lnSpc>
                <a:spcPct val="100000"/>
              </a:lnSpc>
              <a:spcBef>
                <a:spcPts val="100"/>
              </a:spcBef>
            </a:pPr>
            <a:r>
              <a:rPr dirty="0"/>
              <a:t>CÁC</a:t>
            </a:r>
            <a:r>
              <a:rPr spc="-15" dirty="0"/>
              <a:t> </a:t>
            </a:r>
            <a:r>
              <a:rPr dirty="0"/>
              <a:t>LOẠI</a:t>
            </a:r>
            <a:r>
              <a:rPr spc="-10" dirty="0"/>
              <a:t> </a:t>
            </a:r>
            <a:r>
              <a:rPr spc="-20" dirty="0"/>
              <a:t>VLAN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5225" cy="43351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3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phổ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biến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nhất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nay:</a:t>
            </a:r>
            <a:endParaRPr sz="3200">
              <a:latin typeface="Times New Roman"/>
              <a:cs typeface="Times New Roman"/>
            </a:endParaRPr>
          </a:p>
          <a:p>
            <a:pPr marL="755015" marR="762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Port</a:t>
            </a:r>
            <a:r>
              <a:rPr sz="3000" spc="5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3000" spc="5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based</a:t>
            </a:r>
            <a:r>
              <a:rPr sz="3000" spc="5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VLAN</a:t>
            </a:r>
            <a:r>
              <a:rPr sz="3000" spc="5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5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biết</a:t>
            </a:r>
            <a:r>
              <a:rPr sz="3000" spc="5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đến</a:t>
            </a:r>
            <a:r>
              <a:rPr sz="3000" spc="5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5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VLAN</a:t>
            </a:r>
            <a:r>
              <a:rPr sz="3000" spc="5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5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5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cổng</a:t>
            </a:r>
            <a:r>
              <a:rPr sz="3000" spc="5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hoặc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VLAN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diện.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MAC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address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based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VLAN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(VLAN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địa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MAC):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đề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cập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đến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gắn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VLAN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theo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địa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MAC.</a:t>
            </a:r>
            <a:endParaRPr sz="3000">
              <a:latin typeface="Times New Roman"/>
              <a:cs typeface="Times New Roman"/>
            </a:endParaRPr>
          </a:p>
          <a:p>
            <a:pPr marL="755015" marR="635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Protocol</a:t>
            </a:r>
            <a:r>
              <a:rPr sz="3000" spc="6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sz="3000" spc="6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based</a:t>
            </a:r>
            <a:r>
              <a:rPr sz="3000" spc="6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VLAN:</a:t>
            </a:r>
            <a:r>
              <a:rPr sz="3000" spc="6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cách</a:t>
            </a:r>
            <a:r>
              <a:rPr sz="3000" spc="6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cấu</a:t>
            </a:r>
            <a:r>
              <a:rPr sz="3000" spc="6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hình</a:t>
            </a:r>
            <a:r>
              <a:rPr sz="3000" spc="6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6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tương</a:t>
            </a:r>
            <a:r>
              <a:rPr sz="3000" spc="6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tự</a:t>
            </a:r>
            <a:r>
              <a:rPr sz="3000" spc="6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6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MAC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address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based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VLAN,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nhưng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dùng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duy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nhất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địa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IP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hoặc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địa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logic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thay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thế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địa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MAC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B50BC-FFB0-9725-B9D7-4B9BF2457C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935">
              <a:lnSpc>
                <a:spcPct val="100000"/>
              </a:lnSpc>
              <a:spcBef>
                <a:spcPts val="100"/>
              </a:spcBef>
            </a:pPr>
            <a:r>
              <a:rPr dirty="0"/>
              <a:t>ƯU</a:t>
            </a:r>
            <a:r>
              <a:rPr spc="-5" dirty="0"/>
              <a:t> </a:t>
            </a:r>
            <a:r>
              <a:rPr dirty="0"/>
              <a:t>ĐIỂM</a:t>
            </a:r>
            <a:r>
              <a:rPr spc="-20" dirty="0"/>
              <a:t> </a:t>
            </a:r>
            <a:r>
              <a:rPr dirty="0"/>
              <a:t>CỦA</a:t>
            </a:r>
            <a:r>
              <a:rPr spc="-5" dirty="0"/>
              <a:t> </a:t>
            </a:r>
            <a:r>
              <a:rPr spc="-20" dirty="0"/>
              <a:t>VLAN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10908665" cy="484378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quyết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điển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quan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broadcast.</a:t>
            </a:r>
            <a:endParaRPr sz="3200">
              <a:latin typeface="Times New Roman"/>
              <a:cs typeface="Times New Roman"/>
            </a:endParaRPr>
          </a:p>
          <a:p>
            <a:pPr marL="355600" marR="42354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logic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bị,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chức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năng.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logic,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 thể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động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mình.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Đem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lại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suất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cao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trễ (latency)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thấp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hơn.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bỏ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ranh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Tăng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cường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mạng.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106B2-B0F8-B534-9F36-DEDA5450EB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4520">
              <a:lnSpc>
                <a:spcPct val="100000"/>
              </a:lnSpc>
              <a:spcBef>
                <a:spcPts val="100"/>
              </a:spcBef>
            </a:pPr>
            <a:r>
              <a:rPr dirty="0"/>
              <a:t>NHƯỢC</a:t>
            </a:r>
            <a:r>
              <a:rPr spc="-5" dirty="0"/>
              <a:t> </a:t>
            </a:r>
            <a:r>
              <a:rPr dirty="0"/>
              <a:t>ĐIỂM CỦA </a:t>
            </a:r>
            <a:r>
              <a:rPr spc="-20" dirty="0"/>
              <a:t>VLAN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10946130" cy="46907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Packet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rò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rỉ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giữa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mối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đe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dọa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 thống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đơn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lẻ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tán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virus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bộ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endParaRPr sz="3200">
              <a:latin typeface="Times New Roman"/>
              <a:cs typeface="Times New Roman"/>
            </a:endParaRPr>
          </a:p>
          <a:p>
            <a:pPr marL="355600" marR="371475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bổ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sung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 kiểm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soát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workload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những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lớn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gặp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endParaRPr sz="3200">
              <a:latin typeface="Times New Roman"/>
              <a:cs typeface="Times New Roman"/>
            </a:endParaRPr>
          </a:p>
          <a:p>
            <a:pPr marL="355600" marR="28956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những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C9A46-A7AF-58A4-57B9-1B0820ACD9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9365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5" dirty="0"/>
              <a:t> </a:t>
            </a:r>
            <a:r>
              <a:rPr dirty="0"/>
              <a:t>KỸ</a:t>
            </a:r>
            <a:r>
              <a:rPr spc="-5" dirty="0"/>
              <a:t> </a:t>
            </a:r>
            <a:r>
              <a:rPr dirty="0"/>
              <a:t>THUẬT</a:t>
            </a:r>
            <a:r>
              <a:rPr spc="-5" dirty="0"/>
              <a:t> </a:t>
            </a:r>
            <a:r>
              <a:rPr spc="-20" dirty="0"/>
              <a:t>VLAN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235D9-C605-EFDD-EC42-C8D2B6172B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265">
              <a:lnSpc>
                <a:spcPct val="100000"/>
              </a:lnSpc>
              <a:spcBef>
                <a:spcPts val="100"/>
              </a:spcBef>
            </a:pPr>
            <a:r>
              <a:rPr dirty="0"/>
              <a:t>SO SÁNH</a:t>
            </a:r>
            <a:r>
              <a:rPr spc="-10" dirty="0"/>
              <a:t> </a:t>
            </a:r>
            <a:r>
              <a:rPr dirty="0"/>
              <a:t>LAN VÀ</a:t>
            </a:r>
            <a:r>
              <a:rPr spc="5" dirty="0"/>
              <a:t> </a:t>
            </a:r>
            <a:r>
              <a:rPr spc="-20" dirty="0"/>
              <a:t>VLAN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983" y="1066800"/>
            <a:ext cx="10466832" cy="518464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A889-CC8F-E999-A6D8-75FB781E81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06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KỸ</a:t>
            </a:r>
            <a:r>
              <a:rPr spc="-5" dirty="0"/>
              <a:t> </a:t>
            </a:r>
            <a:r>
              <a:rPr dirty="0"/>
              <a:t>THUẬT</a:t>
            </a:r>
            <a:r>
              <a:rPr spc="-1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spc="-10" dirty="0"/>
              <a:t>ROUTER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225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6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6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6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6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6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6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thuật</a:t>
            </a:r>
            <a:r>
              <a:rPr sz="3200" spc="6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</a:t>
            </a:r>
            <a:r>
              <a:rPr sz="3200" spc="6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định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tuyến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server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tuyến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khác.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thường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áp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Cloud.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tuyến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bị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VPC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giao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nhau.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Đồng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thời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subnet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bên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giao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tiếp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internet.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(VPN).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AA433-FBC4-FACB-F4D2-0477CCAC72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633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35" dirty="0"/>
              <a:t> </a:t>
            </a:r>
            <a:r>
              <a:rPr dirty="0"/>
              <a:t>Router</a:t>
            </a:r>
            <a:r>
              <a:rPr spc="-20" dirty="0"/>
              <a:t> </a:t>
            </a:r>
            <a:r>
              <a:rPr dirty="0"/>
              <a:t>Redundancy</a:t>
            </a:r>
            <a:r>
              <a:rPr spc="-35" dirty="0"/>
              <a:t> </a:t>
            </a:r>
            <a:r>
              <a:rPr dirty="0"/>
              <a:t>Protocol</a:t>
            </a:r>
            <a:r>
              <a:rPr spc="-15" dirty="0"/>
              <a:t> </a:t>
            </a:r>
            <a:r>
              <a:rPr spc="-10" dirty="0"/>
              <a:t>(VRRP)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6495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Redundancy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Protocol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(VRRP)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giao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thức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được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</a:t>
            </a:r>
            <a:r>
              <a:rPr sz="3200" spc="4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RFC3768,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4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chung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địa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chỉ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IP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gateway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router.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này,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VRRP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để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lựa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chọn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gateway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mặc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định.</a:t>
            </a:r>
            <a:endParaRPr sz="32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packet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di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gateway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mặc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này.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Router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gateway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mặc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cố,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giao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thức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VRRP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lựa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chọn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router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gateway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thay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thế.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4F6E7-366A-A067-8CF0-AB0751CC01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065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KỸ</a:t>
            </a:r>
            <a:r>
              <a:rPr spc="-5" dirty="0"/>
              <a:t> </a:t>
            </a:r>
            <a:r>
              <a:rPr dirty="0"/>
              <a:t>THUẬT</a:t>
            </a:r>
            <a:r>
              <a:rPr spc="-15" dirty="0"/>
              <a:t> </a:t>
            </a:r>
            <a:r>
              <a:rPr dirty="0"/>
              <a:t>ẢO</a:t>
            </a:r>
            <a:r>
              <a:rPr spc="-5" dirty="0"/>
              <a:t> </a:t>
            </a:r>
            <a:r>
              <a:rPr dirty="0"/>
              <a:t>HÓA</a:t>
            </a:r>
            <a:r>
              <a:rPr spc="-5" dirty="0"/>
              <a:t> </a:t>
            </a:r>
            <a:r>
              <a:rPr spc="-10" dirty="0"/>
              <a:t>ROUTER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427" y="1371600"/>
            <a:ext cx="6867144" cy="50383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DB6E08-34D0-C2A9-88F0-49504E8C93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spc="-25" dirty="0"/>
              <a:t>VPN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hay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giữa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thiết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Internet.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truyền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ẩn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danh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 mạng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cộng.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ẩn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địa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chỉ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IP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mã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hóa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chỉ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quyền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nhận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mới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đọc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được.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7BB2E-2356-B71B-1EBD-30A0FA3616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spc="-25" dirty="0"/>
              <a:t>VPN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6879" y="1133855"/>
            <a:ext cx="8778240" cy="5486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DFA00-8ACA-96F2-A037-7243D202CA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spc="-25" dirty="0"/>
              <a:t>VPN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132185" cy="2830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VPN: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đảm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truyền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an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internet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3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chính: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Quyền</a:t>
            </a:r>
            <a:r>
              <a:rPr sz="3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riêng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tư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ẩn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danh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AD389-15B3-8B22-DFE3-5BBF1019CF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spc="-25" dirty="0"/>
              <a:t>VPN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11323955" cy="54527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 nguyên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tắc:</a:t>
            </a:r>
            <a:endParaRPr sz="3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thức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đường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hầm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(tunnel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protocol):</a:t>
            </a:r>
            <a:endParaRPr sz="32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về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cơ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bản</a:t>
            </a:r>
            <a:r>
              <a:rPr sz="3000" spc="2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tạo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ra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đường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hầm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r>
              <a:rPr sz="3000" spc="2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giữa</a:t>
            </a:r>
            <a:r>
              <a:rPr sz="3000" spc="2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máy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cục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khác.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cập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mạng,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chủ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trở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thành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nguồn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chung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tất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cục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bộ.</a:t>
            </a:r>
            <a:endParaRPr sz="30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Mã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endParaRPr sz="32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Giao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thức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IPSec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nhiễu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cục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trước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gửi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chúng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qua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đường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hầm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liệu.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như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lọc,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khiến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trở</a:t>
            </a:r>
            <a:r>
              <a:rPr sz="3000" spc="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nên</a:t>
            </a:r>
            <a:r>
              <a:rPr sz="3000" spc="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đọc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ở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đầu</a:t>
            </a:r>
            <a:r>
              <a:rPr sz="3000" spc="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và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mã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ở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đầu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bên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kia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C4BEF-41DC-DBAF-FE8B-ADD9B83784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15" dirty="0"/>
              <a:t> </a:t>
            </a:r>
            <a:r>
              <a:rPr spc="-25" dirty="0"/>
              <a:t>VPN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8634730" cy="25057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thường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3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sau: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Site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site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Client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hay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Open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SSL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5D0E6-A2F2-3E7E-BFF6-BE92B16994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84503"/>
              <a:ext cx="12187428" cy="5644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863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10" dirty="0"/>
              <a:t> </a:t>
            </a:r>
            <a:r>
              <a:rPr dirty="0"/>
              <a:t>THẢO</a:t>
            </a:r>
            <a:r>
              <a:rPr spc="-15" dirty="0"/>
              <a:t> </a:t>
            </a:r>
            <a:r>
              <a:rPr spc="-20" dirty="0"/>
              <a:t>LUẬN</a:t>
            </a: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60448" y="1066800"/>
            <a:ext cx="8375904" cy="54864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4FA8BAB-69B4-AE04-F0CA-7E641A6E3B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2223</Words>
  <Application>Microsoft Office PowerPoint</Application>
  <PresentationFormat>Widescreen</PresentationFormat>
  <Paragraphs>160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Times New Roman</vt:lpstr>
      <vt:lpstr>Wingdings</vt:lpstr>
      <vt:lpstr>Office Theme</vt:lpstr>
      <vt:lpstr>PowerPoint Presentation</vt:lpstr>
      <vt:lpstr>CHƯƠNG 2 ẢO HÓA HẠ TẦNG MẠNG</vt:lpstr>
      <vt:lpstr>NỘI DUNG</vt:lpstr>
      <vt:lpstr>I. MỘT SỐ KHÁI NIỆM</vt:lpstr>
      <vt:lpstr>I. MỘT SỐ KHÁI NIỆM</vt:lpstr>
      <vt:lpstr>NGUYÊN LÝ HOẠT ĐỘNG</vt:lpstr>
      <vt:lpstr>NGUYÊN LÝ HOẠT ĐỘNG</vt:lpstr>
      <vt:lpstr>NGUYÊN LÝ HOẠT ĐỘNG</vt:lpstr>
      <vt:lpstr>NGUYÊN LÝ HOẠT ĐỘNG</vt:lpstr>
      <vt:lpstr>NGUYÊN LÝ HOẠT ĐỘNG</vt:lpstr>
      <vt:lpstr>I. MỘT SỐ KHÁI NIỆM</vt:lpstr>
      <vt:lpstr>TẦM QUAN TRỌNG CỦA NETWORK VIRTUALIZATION</vt:lpstr>
      <vt:lpstr>TẦM QUAN TRỌNG CỦA NETWORK VIRTUALIZATION</vt:lpstr>
      <vt:lpstr>TẦM QUAN TRỌNG CỦA NETWORK VIRTUALIZATION</vt:lpstr>
      <vt:lpstr>TẦM QUAN TRỌNG CỦA NETWORK VIRTUALIZATION</vt:lpstr>
      <vt:lpstr>THÁCH THỨC CỦA NETWORK VIRTUALIZATION</vt:lpstr>
      <vt:lpstr>THÁCH THỨC CỦA NETWORK VIRTUALIZATION</vt:lpstr>
      <vt:lpstr>CÁC LOẠI ẢO HÓA MẠNG</vt:lpstr>
      <vt:lpstr>CÁC LOẠI ẢO HÓA MẠNG</vt:lpstr>
      <vt:lpstr>II. KỸ THUẬT VIRTUAL LAN</vt:lpstr>
      <vt:lpstr>II. KỸ THUẬT VIRTUAL LAN</vt:lpstr>
      <vt:lpstr>CÁC LOẠI VLAN</vt:lpstr>
      <vt:lpstr>ƯU ĐIỂM CỦA VLAN</vt:lpstr>
      <vt:lpstr>NHƯỢC ĐIỂM CỦA VLAN</vt:lpstr>
      <vt:lpstr>II. KỸ THUẬT VLAN</vt:lpstr>
      <vt:lpstr>SO SÁNH LAN VÀ VLAN</vt:lpstr>
      <vt:lpstr>III. KỸ THUẬT ẢO HÓA ROUTER</vt:lpstr>
      <vt:lpstr>Virtual Router Redundancy Protocol (VRRP)</vt:lpstr>
      <vt:lpstr>III. KỸ THUẬT ẢO HÓA ROUTER</vt:lpstr>
      <vt:lpstr>IV. VPN</vt:lpstr>
      <vt:lpstr>IV. VPN</vt:lpstr>
      <vt:lpstr>IV. VPN</vt:lpstr>
      <vt:lpstr>IV. VPN</vt:lpstr>
      <vt:lpstr>IV. VPN</vt:lpstr>
      <vt:lpstr>V. THẢO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ẢO HÓA VÀ KHẢ NĂNG MỞ RỘNG DỮ LIỆU</dc:title>
  <dc:creator>huan luong</dc:creator>
  <cp:lastModifiedBy>Hoàng Đình Hạnh</cp:lastModifiedBy>
  <cp:revision>3</cp:revision>
  <dcterms:created xsi:type="dcterms:W3CDTF">2024-08-06T05:01:02Z</dcterms:created>
  <dcterms:modified xsi:type="dcterms:W3CDTF">2024-08-07T08:18:30Z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2024-08-06T00:00:00Z</vt:filetime>
  </property>
  <property fmtid="{D5CDD505-2E9C-101B-9397-08002B2CF9AE}" pid="5" name="Producer">
    <vt:lpwstr>3-Heights(TM) PDF Security Shell 4.8.25.2 (http://www.pdf-tools.com)</vt:lpwstr>
  </property>
</Properties>
</file>