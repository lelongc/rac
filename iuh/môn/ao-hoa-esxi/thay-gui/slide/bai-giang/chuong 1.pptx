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1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B7AF6-BAE7-4D4F-8B5B-04E04AAD8246}" type="datetimeFigureOut">
              <a:rPr lang="en-US" smtClean="0"/>
              <a:t>26-12-2024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C34BA-6993-4C8B-BD6C-A1FA10786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3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37EE7-CECF-401F-A0B5-75DCB6B881E7}" type="datetime1">
              <a:rPr lang="en-US" smtClean="0"/>
              <a:t>26-12-2024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C9284-E9D4-46CC-9F84-C9D50521B091}" type="datetime1">
              <a:rPr lang="en-US" smtClean="0"/>
              <a:t>26-12-2024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6466B-51C3-4287-99BF-7D3A09EA2E50}" type="datetime1">
              <a:rPr lang="en-US" smtClean="0"/>
              <a:t>26-12-2024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51039-BC7A-44B5-BE84-7C7864CADE2E}" type="datetime1">
              <a:rPr lang="en-US" smtClean="0"/>
              <a:t>26-12-2024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4395B-ECBF-4BAF-B3D1-E1EFFC0E8F6B}" type="datetime1">
              <a:rPr lang="en-US" smtClean="0"/>
              <a:t>26-12-2024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208" y="2517991"/>
            <a:ext cx="6307541" cy="410086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6133" y="148539"/>
            <a:ext cx="11679732" cy="606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841" y="1086052"/>
            <a:ext cx="11325860" cy="4721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0F8C1-B40C-4F3A-B5DE-F4EE8B02593E}" type="datetime1">
              <a:rPr lang="en-US" smtClean="0"/>
              <a:t>26-12-2024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jp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jp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g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jp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jp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886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60577" y="2535173"/>
            <a:ext cx="10676255" cy="142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HÓA</a:t>
            </a:r>
            <a:r>
              <a:rPr sz="4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VÀ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KHẢ</a:t>
            </a:r>
            <a:r>
              <a:rPr sz="4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NĂNG</a:t>
            </a:r>
            <a:r>
              <a:rPr sz="4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MỞ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RỘNG</a:t>
            </a:r>
            <a:r>
              <a:rPr sz="4000" b="1" spc="-5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DỮ</a:t>
            </a:r>
            <a:r>
              <a:rPr sz="4000" b="1" spc="-7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20" dirty="0">
                <a:solidFill>
                  <a:srgbClr val="CC3300"/>
                </a:solidFill>
                <a:latin typeface="Arial"/>
                <a:cs typeface="Arial"/>
              </a:rPr>
              <a:t>LIỆU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4000">
              <a:latin typeface="Arial"/>
              <a:cs typeface="Arial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B0DACE6-2C29-5108-84EC-0AED4283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E0F4B-E5E6-FEDF-D069-ABE6807D6D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580513" y="2229688"/>
            <a:ext cx="7028815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2965" marR="5080" indent="-8509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CHƯƠNG</a:t>
            </a:r>
            <a:r>
              <a:rPr sz="4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1:</a:t>
            </a:r>
            <a:r>
              <a:rPr sz="4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TỔNG</a:t>
            </a:r>
            <a:r>
              <a:rPr sz="4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QUAN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35" dirty="0">
                <a:solidFill>
                  <a:srgbClr val="CC3300"/>
                </a:solidFill>
                <a:latin typeface="Arial"/>
                <a:cs typeface="Arial"/>
              </a:rPr>
              <a:t>VỀ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CÔNG</a:t>
            </a:r>
            <a:r>
              <a:rPr sz="4000" b="1" spc="-9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NGHỆ</a:t>
            </a:r>
            <a:r>
              <a:rPr sz="4000" b="1" spc="-10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10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25" dirty="0">
                <a:solidFill>
                  <a:srgbClr val="CC3300"/>
                </a:solidFill>
                <a:latin typeface="Arial"/>
                <a:cs typeface="Arial"/>
              </a:rPr>
              <a:t>HÓA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A8FA534-F9E1-CEE4-50BA-EFD99BE4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47694-DE75-E4DA-4B70-7B36A8EF12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64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NỘI </a:t>
            </a:r>
            <a:r>
              <a:rPr sz="3600" spc="-20" dirty="0"/>
              <a:t>DUNG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9283065" cy="19469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305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niệm.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lĩnh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vực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  <a:p>
            <a:pPr marL="582930" indent="-570230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293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doanh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nghiệp.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C6814-122F-7664-837F-7AB8A430B6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05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I.</a:t>
            </a:r>
            <a:r>
              <a:rPr sz="3600" spc="-10" dirty="0"/>
              <a:t> </a:t>
            </a:r>
            <a:r>
              <a:rPr sz="3600" dirty="0"/>
              <a:t>MỘT SỐ KHÁI</a:t>
            </a:r>
            <a:r>
              <a:rPr sz="3600" spc="-15" dirty="0"/>
              <a:t> </a:t>
            </a:r>
            <a:r>
              <a:rPr sz="3600" spc="-20" dirty="0"/>
              <a:t>NIỆM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5530850" cy="32277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305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gì?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Lịch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trọng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Ưu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nhược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điểm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 hoạt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động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0013-FA85-58CB-7C35-EF409B31A3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95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LÀ </a:t>
            </a:r>
            <a:r>
              <a:rPr sz="3600" spc="-25" dirty="0"/>
              <a:t>GÌ?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225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trung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giữa hệ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nó.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 hóa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mềm, nó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thay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đổi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nhanh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chóng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toàn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cảnh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lĩnh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vực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tin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(CNTT)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toán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người.</a:t>
            </a:r>
            <a:endParaRPr sz="32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hẹp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gian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lĩnh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vực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CNTT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nhỏ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lại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mặt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 cũng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 luận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2404B-CDC4-F04D-DDC3-EDFE335AF0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95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LÀ </a:t>
            </a:r>
            <a:r>
              <a:rPr sz="3600" spc="-25" dirty="0"/>
              <a:t>GÌ?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6495" cy="5361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chúng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ta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server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server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server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dùng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chung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server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nhau.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phỏng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tạo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tiễn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CNTT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vận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điều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hành,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máy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nhất.</a:t>
            </a:r>
            <a:endParaRPr sz="3200">
              <a:latin typeface="Times New Roman"/>
              <a:cs typeface="Times New Roman"/>
            </a:endParaRPr>
          </a:p>
          <a:p>
            <a:pPr marL="355600" marR="952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ích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bao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gồm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hiệu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cao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hơn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kinh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tế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mô.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4C8E6-DC93-2AF0-083A-F4BE12E1BF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2098" y="2518880"/>
              <a:ext cx="6306185" cy="4099560"/>
            </a:xfrm>
            <a:custGeom>
              <a:avLst/>
              <a:gdLst/>
              <a:ahLst/>
              <a:cxnLst/>
              <a:rect l="l" t="t" r="r" b="b"/>
              <a:pathLst>
                <a:path w="6306185" h="4099559">
                  <a:moveTo>
                    <a:pt x="457631" y="2867443"/>
                  </a:moveTo>
                  <a:lnTo>
                    <a:pt x="457631" y="2857410"/>
                  </a:lnTo>
                  <a:lnTo>
                    <a:pt x="444169" y="2857410"/>
                  </a:lnTo>
                  <a:lnTo>
                    <a:pt x="444169" y="2847250"/>
                  </a:lnTo>
                  <a:lnTo>
                    <a:pt x="444169" y="2837217"/>
                  </a:lnTo>
                  <a:lnTo>
                    <a:pt x="430720" y="2827057"/>
                  </a:lnTo>
                  <a:lnTo>
                    <a:pt x="390126" y="2789038"/>
                  </a:lnTo>
                  <a:lnTo>
                    <a:pt x="348273" y="2765223"/>
                  </a:lnTo>
                  <a:lnTo>
                    <a:pt x="303899" y="2754673"/>
                  </a:lnTo>
                  <a:lnTo>
                    <a:pt x="255739" y="2756445"/>
                  </a:lnTo>
                  <a:lnTo>
                    <a:pt x="207368" y="2767460"/>
                  </a:lnTo>
                  <a:lnTo>
                    <a:pt x="161518" y="2784178"/>
                  </a:lnTo>
                  <a:lnTo>
                    <a:pt x="115669" y="2804683"/>
                  </a:lnTo>
                  <a:lnTo>
                    <a:pt x="67298" y="2827057"/>
                  </a:lnTo>
                  <a:lnTo>
                    <a:pt x="49212" y="2834657"/>
                  </a:lnTo>
                  <a:lnTo>
                    <a:pt x="33649" y="2842233"/>
                  </a:lnTo>
                  <a:lnTo>
                    <a:pt x="18086" y="2849809"/>
                  </a:lnTo>
                  <a:lnTo>
                    <a:pt x="0" y="2857410"/>
                  </a:lnTo>
                  <a:lnTo>
                    <a:pt x="0" y="4099089"/>
                  </a:lnTo>
                  <a:lnTo>
                    <a:pt x="269201" y="4099089"/>
                  </a:lnTo>
                  <a:lnTo>
                    <a:pt x="279080" y="4050193"/>
                  </a:lnTo>
                  <a:lnTo>
                    <a:pt x="287701" y="3995617"/>
                  </a:lnTo>
                  <a:lnTo>
                    <a:pt x="293799" y="3937252"/>
                  </a:lnTo>
                  <a:lnTo>
                    <a:pt x="296113" y="3876991"/>
                  </a:lnTo>
                  <a:lnTo>
                    <a:pt x="296050" y="3818106"/>
                  </a:lnTo>
                  <a:lnTo>
                    <a:pt x="295614" y="3762586"/>
                  </a:lnTo>
                  <a:lnTo>
                    <a:pt x="294430" y="3710429"/>
                  </a:lnTo>
                  <a:lnTo>
                    <a:pt x="292124" y="3661637"/>
                  </a:lnTo>
                  <a:lnTo>
                    <a:pt x="288322" y="3616209"/>
                  </a:lnTo>
                  <a:lnTo>
                    <a:pt x="282651" y="3574147"/>
                  </a:lnTo>
                  <a:lnTo>
                    <a:pt x="297081" y="3580284"/>
                  </a:lnTo>
                  <a:lnTo>
                    <a:pt x="323785" y="3599019"/>
                  </a:lnTo>
                  <a:lnTo>
                    <a:pt x="362119" y="3630838"/>
                  </a:lnTo>
                  <a:lnTo>
                    <a:pt x="411437" y="3676225"/>
                  </a:lnTo>
                  <a:lnTo>
                    <a:pt x="471093" y="3735665"/>
                  </a:lnTo>
                  <a:lnTo>
                    <a:pt x="505134" y="3763190"/>
                  </a:lnTo>
                  <a:lnTo>
                    <a:pt x="541175" y="3790670"/>
                  </a:lnTo>
                  <a:lnTo>
                    <a:pt x="579219" y="3818058"/>
                  </a:lnTo>
                  <a:lnTo>
                    <a:pt x="619264" y="3845310"/>
                  </a:lnTo>
                  <a:lnTo>
                    <a:pt x="661312" y="3872379"/>
                  </a:lnTo>
                  <a:lnTo>
                    <a:pt x="705362" y="3899222"/>
                  </a:lnTo>
                  <a:lnTo>
                    <a:pt x="751414" y="3925791"/>
                  </a:lnTo>
                  <a:lnTo>
                    <a:pt x="799468" y="3952041"/>
                  </a:lnTo>
                  <a:lnTo>
                    <a:pt x="849526" y="3977927"/>
                  </a:lnTo>
                  <a:lnTo>
                    <a:pt x="901586" y="4003404"/>
                  </a:lnTo>
                  <a:lnTo>
                    <a:pt x="955649" y="4028426"/>
                  </a:lnTo>
                  <a:lnTo>
                    <a:pt x="945763" y="4049400"/>
                  </a:lnTo>
                  <a:lnTo>
                    <a:pt x="937139" y="4067539"/>
                  </a:lnTo>
                  <a:lnTo>
                    <a:pt x="931039" y="4083786"/>
                  </a:lnTo>
                  <a:lnTo>
                    <a:pt x="928725" y="4099089"/>
                  </a:lnTo>
                  <a:lnTo>
                    <a:pt x="1009484" y="4099089"/>
                  </a:lnTo>
                  <a:lnTo>
                    <a:pt x="1011588" y="4091358"/>
                  </a:lnTo>
                  <a:lnTo>
                    <a:pt x="1016215" y="4082682"/>
                  </a:lnTo>
                  <a:lnTo>
                    <a:pt x="1020843" y="4072112"/>
                  </a:lnTo>
                  <a:lnTo>
                    <a:pt x="1022946" y="4058703"/>
                  </a:lnTo>
                  <a:lnTo>
                    <a:pt x="1051130" y="4072112"/>
                  </a:lnTo>
                  <a:lnTo>
                    <a:pt x="1076788" y="4082682"/>
                  </a:lnTo>
                  <a:lnTo>
                    <a:pt x="1102446" y="4091358"/>
                  </a:lnTo>
                  <a:lnTo>
                    <a:pt x="1130630" y="4099089"/>
                  </a:lnTo>
                  <a:lnTo>
                    <a:pt x="1305560" y="4099089"/>
                  </a:lnTo>
                  <a:lnTo>
                    <a:pt x="1250559" y="4080835"/>
                  </a:lnTo>
                  <a:lnTo>
                    <a:pt x="1198134" y="4062099"/>
                  </a:lnTo>
                  <a:lnTo>
                    <a:pt x="1147640" y="4042395"/>
                  </a:lnTo>
                  <a:lnTo>
                    <a:pt x="1098433" y="4021236"/>
                  </a:lnTo>
                  <a:lnTo>
                    <a:pt x="1049870" y="3998136"/>
                  </a:lnTo>
                  <a:lnTo>
                    <a:pt x="1074528" y="3949359"/>
                  </a:lnTo>
                  <a:lnTo>
                    <a:pt x="1098240" y="3901290"/>
                  </a:lnTo>
                  <a:lnTo>
                    <a:pt x="1121320" y="3853693"/>
                  </a:lnTo>
                  <a:lnTo>
                    <a:pt x="1144085" y="3806333"/>
                  </a:lnTo>
                  <a:lnTo>
                    <a:pt x="1166850" y="3758972"/>
                  </a:lnTo>
                  <a:lnTo>
                    <a:pt x="1189931" y="3711374"/>
                  </a:lnTo>
                  <a:lnTo>
                    <a:pt x="1213642" y="3663302"/>
                  </a:lnTo>
                  <a:lnTo>
                    <a:pt x="1238300" y="3614520"/>
                  </a:lnTo>
                  <a:lnTo>
                    <a:pt x="1264103" y="3568661"/>
                  </a:lnTo>
                  <a:lnTo>
                    <a:pt x="1290857" y="3522091"/>
                  </a:lnTo>
                  <a:lnTo>
                    <a:pt x="1318245" y="3475047"/>
                  </a:lnTo>
                  <a:lnTo>
                    <a:pt x="1345952" y="3427765"/>
                  </a:lnTo>
                  <a:lnTo>
                    <a:pt x="1373661" y="3380483"/>
                  </a:lnTo>
                  <a:lnTo>
                    <a:pt x="1401056" y="3333437"/>
                  </a:lnTo>
                  <a:lnTo>
                    <a:pt x="1427822" y="3286864"/>
                  </a:lnTo>
                  <a:lnTo>
                    <a:pt x="1453642" y="3241000"/>
                  </a:lnTo>
                  <a:lnTo>
                    <a:pt x="1494238" y="3257723"/>
                  </a:lnTo>
                  <a:lnTo>
                    <a:pt x="1536096" y="3276338"/>
                  </a:lnTo>
                  <a:lnTo>
                    <a:pt x="1580479" y="3294954"/>
                  </a:lnTo>
                  <a:lnTo>
                    <a:pt x="1628647" y="3311676"/>
                  </a:lnTo>
                  <a:lnTo>
                    <a:pt x="1669033" y="3332808"/>
                  </a:lnTo>
                  <a:lnTo>
                    <a:pt x="1709420" y="3352051"/>
                  </a:lnTo>
                  <a:lnTo>
                    <a:pt x="1749806" y="3371296"/>
                  </a:lnTo>
                  <a:lnTo>
                    <a:pt x="1790191" y="3392435"/>
                  </a:lnTo>
                  <a:lnTo>
                    <a:pt x="1767474" y="3422875"/>
                  </a:lnTo>
                  <a:lnTo>
                    <a:pt x="1739709" y="3454264"/>
                  </a:lnTo>
                  <a:lnTo>
                    <a:pt x="1706895" y="3487545"/>
                  </a:lnTo>
                  <a:lnTo>
                    <a:pt x="1669033" y="3523664"/>
                  </a:lnTo>
                  <a:lnTo>
                    <a:pt x="1630751" y="3554110"/>
                  </a:lnTo>
                  <a:lnTo>
                    <a:pt x="1594993" y="3585499"/>
                  </a:lnTo>
                  <a:lnTo>
                    <a:pt x="1559234" y="3618782"/>
                  </a:lnTo>
                  <a:lnTo>
                    <a:pt x="1520952" y="3654906"/>
                  </a:lnTo>
                  <a:lnTo>
                    <a:pt x="1493817" y="3696862"/>
                  </a:lnTo>
                  <a:lnTo>
                    <a:pt x="1475517" y="3733141"/>
                  </a:lnTo>
                  <a:lnTo>
                    <a:pt x="1469838" y="3765634"/>
                  </a:lnTo>
                  <a:lnTo>
                    <a:pt x="1480566" y="3796232"/>
                  </a:lnTo>
                  <a:lnTo>
                    <a:pt x="1490452" y="3828255"/>
                  </a:lnTo>
                  <a:lnTo>
                    <a:pt x="1499076" y="3863115"/>
                  </a:lnTo>
                  <a:lnTo>
                    <a:pt x="1505176" y="3899868"/>
                  </a:lnTo>
                  <a:lnTo>
                    <a:pt x="1507490" y="3937570"/>
                  </a:lnTo>
                  <a:lnTo>
                    <a:pt x="1669033" y="4099089"/>
                  </a:lnTo>
                  <a:lnTo>
                    <a:pt x="2772664" y="4099089"/>
                  </a:lnTo>
                  <a:lnTo>
                    <a:pt x="2822527" y="4082207"/>
                  </a:lnTo>
                  <a:lnTo>
                    <a:pt x="2874329" y="4068234"/>
                  </a:lnTo>
                  <a:lnTo>
                    <a:pt x="2926776" y="4057653"/>
                  </a:lnTo>
                  <a:lnTo>
                    <a:pt x="2978578" y="4050948"/>
                  </a:lnTo>
                  <a:lnTo>
                    <a:pt x="3028441" y="4048606"/>
                  </a:lnTo>
                  <a:lnTo>
                    <a:pt x="3074597" y="4050491"/>
                  </a:lnTo>
                  <a:lnTo>
                    <a:pt x="3120752" y="4047608"/>
                  </a:lnTo>
                  <a:lnTo>
                    <a:pt x="3166908" y="4040134"/>
                  </a:lnTo>
                  <a:lnTo>
                    <a:pt x="3213063" y="4028244"/>
                  </a:lnTo>
                  <a:lnTo>
                    <a:pt x="3259219" y="4012116"/>
                  </a:lnTo>
                  <a:lnTo>
                    <a:pt x="3305374" y="3991925"/>
                  </a:lnTo>
                  <a:lnTo>
                    <a:pt x="3351529" y="3967847"/>
                  </a:lnTo>
                  <a:lnTo>
                    <a:pt x="3387288" y="3951132"/>
                  </a:lnTo>
                  <a:lnTo>
                    <a:pt x="3438612" y="3913906"/>
                  </a:lnTo>
                  <a:lnTo>
                    <a:pt x="3479419" y="3874474"/>
                  </a:lnTo>
                  <a:lnTo>
                    <a:pt x="3519805" y="3829045"/>
                  </a:lnTo>
                  <a:lnTo>
                    <a:pt x="3539998" y="3806328"/>
                  </a:lnTo>
                  <a:lnTo>
                    <a:pt x="3533204" y="3856056"/>
                  </a:lnTo>
                  <a:lnTo>
                    <a:pt x="3526037" y="3904663"/>
                  </a:lnTo>
                  <a:lnTo>
                    <a:pt x="3518122" y="3952708"/>
                  </a:lnTo>
                  <a:lnTo>
                    <a:pt x="3509085" y="4000754"/>
                  </a:lnTo>
                  <a:lnTo>
                    <a:pt x="3498552" y="4049360"/>
                  </a:lnTo>
                  <a:lnTo>
                    <a:pt x="3486150" y="4099089"/>
                  </a:lnTo>
                  <a:lnTo>
                    <a:pt x="3566794" y="4099089"/>
                  </a:lnTo>
                  <a:lnTo>
                    <a:pt x="3578294" y="4051526"/>
                  </a:lnTo>
                  <a:lnTo>
                    <a:pt x="3589558" y="4004140"/>
                  </a:lnTo>
                  <a:lnTo>
                    <a:pt x="3600351" y="3957107"/>
                  </a:lnTo>
                  <a:lnTo>
                    <a:pt x="3610438" y="3910605"/>
                  </a:lnTo>
                  <a:lnTo>
                    <a:pt x="3619583" y="3864811"/>
                  </a:lnTo>
                  <a:lnTo>
                    <a:pt x="3627550" y="3819901"/>
                  </a:lnTo>
                  <a:lnTo>
                    <a:pt x="3634104" y="3776051"/>
                  </a:lnTo>
                  <a:lnTo>
                    <a:pt x="3650259" y="3775001"/>
                  </a:lnTo>
                  <a:lnTo>
                    <a:pt x="3682568" y="3772497"/>
                  </a:lnTo>
                  <a:lnTo>
                    <a:pt x="3731031" y="3769509"/>
                  </a:lnTo>
                  <a:lnTo>
                    <a:pt x="3795649" y="3767005"/>
                  </a:lnTo>
                  <a:lnTo>
                    <a:pt x="3876421" y="3765955"/>
                  </a:lnTo>
                  <a:lnTo>
                    <a:pt x="3917494" y="3762708"/>
                  </a:lnTo>
                  <a:lnTo>
                    <a:pt x="3960024" y="3758506"/>
                  </a:lnTo>
                  <a:lnTo>
                    <a:pt x="4004130" y="3753393"/>
                  </a:lnTo>
                  <a:lnTo>
                    <a:pt x="4049934" y="3747416"/>
                  </a:lnTo>
                  <a:lnTo>
                    <a:pt x="4097556" y="3740619"/>
                  </a:lnTo>
                  <a:lnTo>
                    <a:pt x="4147117" y="3733048"/>
                  </a:lnTo>
                  <a:lnTo>
                    <a:pt x="4198737" y="3724750"/>
                  </a:lnTo>
                  <a:lnTo>
                    <a:pt x="4252539" y="3715768"/>
                  </a:lnTo>
                  <a:lnTo>
                    <a:pt x="4308642" y="3706150"/>
                  </a:lnTo>
                  <a:lnTo>
                    <a:pt x="4367167" y="3695939"/>
                  </a:lnTo>
                  <a:lnTo>
                    <a:pt x="4428236" y="3685183"/>
                  </a:lnTo>
                  <a:lnTo>
                    <a:pt x="4432705" y="3731066"/>
                  </a:lnTo>
                  <a:lnTo>
                    <a:pt x="4436229" y="3777777"/>
                  </a:lnTo>
                  <a:lnTo>
                    <a:pt x="4439121" y="3825198"/>
                  </a:lnTo>
                  <a:lnTo>
                    <a:pt x="4441698" y="3873210"/>
                  </a:lnTo>
                  <a:lnTo>
                    <a:pt x="4444274" y="3921694"/>
                  </a:lnTo>
                  <a:lnTo>
                    <a:pt x="4447166" y="3970533"/>
                  </a:lnTo>
                  <a:lnTo>
                    <a:pt x="4450690" y="4019607"/>
                  </a:lnTo>
                  <a:lnTo>
                    <a:pt x="4455160" y="4068799"/>
                  </a:lnTo>
                  <a:lnTo>
                    <a:pt x="4455160" y="4076371"/>
                  </a:lnTo>
                  <a:lnTo>
                    <a:pt x="4455160" y="4083944"/>
                  </a:lnTo>
                  <a:lnTo>
                    <a:pt x="4455160" y="4091516"/>
                  </a:lnTo>
                  <a:lnTo>
                    <a:pt x="4455160" y="4099089"/>
                  </a:lnTo>
                  <a:lnTo>
                    <a:pt x="4535932" y="4099089"/>
                  </a:lnTo>
                  <a:lnTo>
                    <a:pt x="4535932" y="4089781"/>
                  </a:lnTo>
                  <a:lnTo>
                    <a:pt x="4535932" y="4077634"/>
                  </a:lnTo>
                  <a:lnTo>
                    <a:pt x="4535932" y="4063593"/>
                  </a:lnTo>
                  <a:lnTo>
                    <a:pt x="4535932" y="4048606"/>
                  </a:lnTo>
                  <a:lnTo>
                    <a:pt x="4531462" y="3999414"/>
                  </a:lnTo>
                  <a:lnTo>
                    <a:pt x="4527938" y="3950340"/>
                  </a:lnTo>
                  <a:lnTo>
                    <a:pt x="4525046" y="3901502"/>
                  </a:lnTo>
                  <a:lnTo>
                    <a:pt x="4522469" y="3853018"/>
                  </a:lnTo>
                  <a:lnTo>
                    <a:pt x="4519893" y="3805008"/>
                  </a:lnTo>
                  <a:lnTo>
                    <a:pt x="4517001" y="3757589"/>
                  </a:lnTo>
                  <a:lnTo>
                    <a:pt x="4513477" y="3710881"/>
                  </a:lnTo>
                  <a:lnTo>
                    <a:pt x="4509008" y="3665003"/>
                  </a:lnTo>
                  <a:lnTo>
                    <a:pt x="4554841" y="3651513"/>
                  </a:lnTo>
                  <a:lnTo>
                    <a:pt x="4602447" y="3637859"/>
                  </a:lnTo>
                  <a:lnTo>
                    <a:pt x="4651605" y="3623872"/>
                  </a:lnTo>
                  <a:lnTo>
                    <a:pt x="4702092" y="3609387"/>
                  </a:lnTo>
                  <a:lnTo>
                    <a:pt x="4753687" y="3594238"/>
                  </a:lnTo>
                  <a:lnTo>
                    <a:pt x="4806169" y="3578257"/>
                  </a:lnTo>
                  <a:lnTo>
                    <a:pt x="4859315" y="3561279"/>
                  </a:lnTo>
                  <a:lnTo>
                    <a:pt x="4912904" y="3543137"/>
                  </a:lnTo>
                  <a:lnTo>
                    <a:pt x="4966716" y="3523664"/>
                  </a:lnTo>
                  <a:lnTo>
                    <a:pt x="5011397" y="3509399"/>
                  </a:lnTo>
                  <a:lnTo>
                    <a:pt x="5057166" y="3494133"/>
                  </a:lnTo>
                  <a:lnTo>
                    <a:pt x="5103780" y="3477865"/>
                  </a:lnTo>
                  <a:lnTo>
                    <a:pt x="5150999" y="3460596"/>
                  </a:lnTo>
                  <a:lnTo>
                    <a:pt x="5198579" y="3442326"/>
                  </a:lnTo>
                  <a:lnTo>
                    <a:pt x="5246281" y="3423054"/>
                  </a:lnTo>
                  <a:lnTo>
                    <a:pt x="5293861" y="3402781"/>
                  </a:lnTo>
                  <a:lnTo>
                    <a:pt x="5341080" y="3381507"/>
                  </a:lnTo>
                  <a:lnTo>
                    <a:pt x="5387694" y="3359231"/>
                  </a:lnTo>
                  <a:lnTo>
                    <a:pt x="5433463" y="3335954"/>
                  </a:lnTo>
                  <a:lnTo>
                    <a:pt x="5478145" y="3311676"/>
                  </a:lnTo>
                  <a:lnTo>
                    <a:pt x="5497733" y="3353788"/>
                  </a:lnTo>
                  <a:lnTo>
                    <a:pt x="5516217" y="3396848"/>
                  </a:lnTo>
                  <a:lnTo>
                    <a:pt x="5533754" y="3440856"/>
                  </a:lnTo>
                  <a:lnTo>
                    <a:pt x="5550503" y="3485810"/>
                  </a:lnTo>
                  <a:lnTo>
                    <a:pt x="5566620" y="3531712"/>
                  </a:lnTo>
                  <a:lnTo>
                    <a:pt x="5582265" y="3578561"/>
                  </a:lnTo>
                  <a:lnTo>
                    <a:pt x="5597593" y="3626357"/>
                  </a:lnTo>
                  <a:lnTo>
                    <a:pt x="5612765" y="3675099"/>
                  </a:lnTo>
                  <a:lnTo>
                    <a:pt x="5623413" y="3724330"/>
                  </a:lnTo>
                  <a:lnTo>
                    <a:pt x="5634851" y="3773681"/>
                  </a:lnTo>
                  <a:lnTo>
                    <a:pt x="5646604" y="3823268"/>
                  </a:lnTo>
                  <a:lnTo>
                    <a:pt x="5658199" y="3873211"/>
                  </a:lnTo>
                  <a:lnTo>
                    <a:pt x="5669163" y="3923627"/>
                  </a:lnTo>
                  <a:lnTo>
                    <a:pt x="5679023" y="3974635"/>
                  </a:lnTo>
                  <a:lnTo>
                    <a:pt x="5687305" y="4026351"/>
                  </a:lnTo>
                  <a:lnTo>
                    <a:pt x="5693537" y="4078896"/>
                  </a:lnTo>
                  <a:lnTo>
                    <a:pt x="5683440" y="4086310"/>
                  </a:lnTo>
                  <a:lnTo>
                    <a:pt x="5673344" y="4092778"/>
                  </a:lnTo>
                  <a:lnTo>
                    <a:pt x="5663247" y="4097353"/>
                  </a:lnTo>
                  <a:lnTo>
                    <a:pt x="5653151" y="4099089"/>
                  </a:lnTo>
                  <a:lnTo>
                    <a:pt x="5801233" y="4099089"/>
                  </a:lnTo>
                  <a:lnTo>
                    <a:pt x="5834937" y="4056538"/>
                  </a:lnTo>
                  <a:lnTo>
                    <a:pt x="5867431" y="4013684"/>
                  </a:lnTo>
                  <a:lnTo>
                    <a:pt x="5898716" y="3970527"/>
                  </a:lnTo>
                  <a:lnTo>
                    <a:pt x="5928790" y="3927067"/>
                  </a:lnTo>
                  <a:lnTo>
                    <a:pt x="5957655" y="3883305"/>
                  </a:lnTo>
                  <a:lnTo>
                    <a:pt x="5985309" y="3839239"/>
                  </a:lnTo>
                  <a:lnTo>
                    <a:pt x="6011753" y="3794871"/>
                  </a:lnTo>
                  <a:lnTo>
                    <a:pt x="6036987" y="3750200"/>
                  </a:lnTo>
                  <a:lnTo>
                    <a:pt x="6061011" y="3705226"/>
                  </a:lnTo>
                  <a:lnTo>
                    <a:pt x="6083823" y="3659950"/>
                  </a:lnTo>
                  <a:lnTo>
                    <a:pt x="6105426" y="3614370"/>
                  </a:lnTo>
                  <a:lnTo>
                    <a:pt x="6125817" y="3568488"/>
                  </a:lnTo>
                  <a:lnTo>
                    <a:pt x="6144998" y="3522303"/>
                  </a:lnTo>
                  <a:lnTo>
                    <a:pt x="6162967" y="3475815"/>
                  </a:lnTo>
                  <a:lnTo>
                    <a:pt x="6179726" y="3429024"/>
                  </a:lnTo>
                  <a:lnTo>
                    <a:pt x="6195274" y="3381931"/>
                  </a:lnTo>
                  <a:lnTo>
                    <a:pt x="6209610" y="3334535"/>
                  </a:lnTo>
                  <a:lnTo>
                    <a:pt x="6222735" y="3286836"/>
                  </a:lnTo>
                  <a:lnTo>
                    <a:pt x="6234649" y="3238835"/>
                  </a:lnTo>
                  <a:lnTo>
                    <a:pt x="6245352" y="3190531"/>
                  </a:lnTo>
                  <a:lnTo>
                    <a:pt x="6257434" y="3139597"/>
                  </a:lnTo>
                  <a:lnTo>
                    <a:pt x="6268174" y="3088805"/>
                  </a:lnTo>
                  <a:lnTo>
                    <a:pt x="6277571" y="3038129"/>
                  </a:lnTo>
                  <a:lnTo>
                    <a:pt x="6285626" y="2987543"/>
                  </a:lnTo>
                  <a:lnTo>
                    <a:pt x="6292338" y="2937019"/>
                  </a:lnTo>
                  <a:lnTo>
                    <a:pt x="6297708" y="2886531"/>
                  </a:lnTo>
                  <a:lnTo>
                    <a:pt x="6301735" y="2836053"/>
                  </a:lnTo>
                  <a:lnTo>
                    <a:pt x="6304420" y="2785557"/>
                  </a:lnTo>
                  <a:lnTo>
                    <a:pt x="6305763" y="2735018"/>
                  </a:lnTo>
                  <a:lnTo>
                    <a:pt x="6305763" y="2684410"/>
                  </a:lnTo>
                  <a:lnTo>
                    <a:pt x="6304420" y="2633704"/>
                  </a:lnTo>
                  <a:lnTo>
                    <a:pt x="6301735" y="2582875"/>
                  </a:lnTo>
                  <a:lnTo>
                    <a:pt x="6297708" y="2531897"/>
                  </a:lnTo>
                  <a:lnTo>
                    <a:pt x="6292338" y="2480742"/>
                  </a:lnTo>
                  <a:lnTo>
                    <a:pt x="6285626" y="2429384"/>
                  </a:lnTo>
                  <a:lnTo>
                    <a:pt x="6277571" y="2377797"/>
                  </a:lnTo>
                  <a:lnTo>
                    <a:pt x="6268174" y="2325954"/>
                  </a:lnTo>
                  <a:lnTo>
                    <a:pt x="6257434" y="2273828"/>
                  </a:lnTo>
                  <a:lnTo>
                    <a:pt x="6245352" y="2221394"/>
                  </a:lnTo>
                  <a:lnTo>
                    <a:pt x="6232731" y="2174605"/>
                  </a:lnTo>
                  <a:lnTo>
                    <a:pt x="6219101" y="2128111"/>
                  </a:lnTo>
                  <a:lnTo>
                    <a:pt x="6204461" y="2081905"/>
                  </a:lnTo>
                  <a:lnTo>
                    <a:pt x="6188812" y="2035979"/>
                  </a:lnTo>
                  <a:lnTo>
                    <a:pt x="6172154" y="1990325"/>
                  </a:lnTo>
                  <a:lnTo>
                    <a:pt x="6154486" y="1944936"/>
                  </a:lnTo>
                  <a:lnTo>
                    <a:pt x="6135810" y="1899804"/>
                  </a:lnTo>
                  <a:lnTo>
                    <a:pt x="6116124" y="1854922"/>
                  </a:lnTo>
                  <a:lnTo>
                    <a:pt x="6095430" y="1810282"/>
                  </a:lnTo>
                  <a:lnTo>
                    <a:pt x="6073727" y="1765876"/>
                  </a:lnTo>
                  <a:lnTo>
                    <a:pt x="6051015" y="1721697"/>
                  </a:lnTo>
                  <a:lnTo>
                    <a:pt x="6027295" y="1677737"/>
                  </a:lnTo>
                  <a:lnTo>
                    <a:pt x="6002566" y="1633988"/>
                  </a:lnTo>
                  <a:lnTo>
                    <a:pt x="5976828" y="1590444"/>
                  </a:lnTo>
                  <a:lnTo>
                    <a:pt x="5950082" y="1547095"/>
                  </a:lnTo>
                  <a:lnTo>
                    <a:pt x="5922329" y="1503935"/>
                  </a:lnTo>
                  <a:lnTo>
                    <a:pt x="5893566" y="1460956"/>
                  </a:lnTo>
                  <a:lnTo>
                    <a:pt x="5863796" y="1418150"/>
                  </a:lnTo>
                  <a:lnTo>
                    <a:pt x="5833018" y="1375510"/>
                  </a:lnTo>
                  <a:lnTo>
                    <a:pt x="5801233" y="1333029"/>
                  </a:lnTo>
                  <a:lnTo>
                    <a:pt x="5788822" y="1310339"/>
                  </a:lnTo>
                  <a:lnTo>
                    <a:pt x="5753905" y="1264913"/>
                  </a:lnTo>
                  <a:lnTo>
                    <a:pt x="5713730" y="1219479"/>
                  </a:lnTo>
                  <a:lnTo>
                    <a:pt x="5693536" y="1196758"/>
                  </a:lnTo>
                  <a:lnTo>
                    <a:pt x="5673343" y="1174036"/>
                  </a:lnTo>
                  <a:lnTo>
                    <a:pt x="5616413" y="1114964"/>
                  </a:lnTo>
                  <a:lnTo>
                    <a:pt x="5578948" y="1078759"/>
                  </a:lnTo>
                  <a:lnTo>
                    <a:pt x="5540837" y="1042798"/>
                  </a:lnTo>
                  <a:lnTo>
                    <a:pt x="5502161" y="1007202"/>
                  </a:lnTo>
                  <a:lnTo>
                    <a:pt x="5463000" y="972095"/>
                  </a:lnTo>
                  <a:lnTo>
                    <a:pt x="5423435" y="937596"/>
                  </a:lnTo>
                  <a:lnTo>
                    <a:pt x="5383547" y="903830"/>
                  </a:lnTo>
                  <a:lnTo>
                    <a:pt x="5343417" y="870916"/>
                  </a:lnTo>
                  <a:lnTo>
                    <a:pt x="5303125" y="838978"/>
                  </a:lnTo>
                  <a:lnTo>
                    <a:pt x="5262753" y="808138"/>
                  </a:lnTo>
                  <a:lnTo>
                    <a:pt x="5219040" y="778090"/>
                  </a:lnTo>
                  <a:lnTo>
                    <a:pt x="5175868" y="748592"/>
                  </a:lnTo>
                  <a:lnTo>
                    <a:pt x="5133116" y="719688"/>
                  </a:lnTo>
                  <a:lnTo>
                    <a:pt x="5090663" y="691423"/>
                  </a:lnTo>
                  <a:lnTo>
                    <a:pt x="5048387" y="663843"/>
                  </a:lnTo>
                  <a:lnTo>
                    <a:pt x="5006169" y="636993"/>
                  </a:lnTo>
                  <a:lnTo>
                    <a:pt x="4963888" y="610919"/>
                  </a:lnTo>
                  <a:lnTo>
                    <a:pt x="4921422" y="585664"/>
                  </a:lnTo>
                  <a:lnTo>
                    <a:pt x="4878650" y="561275"/>
                  </a:lnTo>
                  <a:lnTo>
                    <a:pt x="4835453" y="537797"/>
                  </a:lnTo>
                  <a:lnTo>
                    <a:pt x="4791710" y="515276"/>
                  </a:lnTo>
                  <a:lnTo>
                    <a:pt x="4791710" y="505243"/>
                  </a:lnTo>
                  <a:lnTo>
                    <a:pt x="4778248" y="505243"/>
                  </a:lnTo>
                  <a:lnTo>
                    <a:pt x="4735861" y="482963"/>
                  </a:lnTo>
                  <a:lnTo>
                    <a:pt x="4693212" y="461207"/>
                  </a:lnTo>
                  <a:lnTo>
                    <a:pt x="4650301" y="439972"/>
                  </a:lnTo>
                  <a:lnTo>
                    <a:pt x="4607128" y="419256"/>
                  </a:lnTo>
                  <a:lnTo>
                    <a:pt x="4563693" y="399058"/>
                  </a:lnTo>
                  <a:lnTo>
                    <a:pt x="4519996" y="379377"/>
                  </a:lnTo>
                  <a:lnTo>
                    <a:pt x="4476037" y="360211"/>
                  </a:lnTo>
                  <a:lnTo>
                    <a:pt x="4431816" y="341559"/>
                  </a:lnTo>
                  <a:lnTo>
                    <a:pt x="4387332" y="323419"/>
                  </a:lnTo>
                  <a:lnTo>
                    <a:pt x="4342587" y="305789"/>
                  </a:lnTo>
                  <a:lnTo>
                    <a:pt x="4297579" y="288668"/>
                  </a:lnTo>
                  <a:lnTo>
                    <a:pt x="4252309" y="272055"/>
                  </a:lnTo>
                  <a:lnTo>
                    <a:pt x="4206777" y="255947"/>
                  </a:lnTo>
                  <a:lnTo>
                    <a:pt x="4160983" y="240344"/>
                  </a:lnTo>
                  <a:lnTo>
                    <a:pt x="4114927" y="225244"/>
                  </a:lnTo>
                  <a:lnTo>
                    <a:pt x="4068609" y="210645"/>
                  </a:lnTo>
                  <a:lnTo>
                    <a:pt x="4022029" y="196546"/>
                  </a:lnTo>
                  <a:lnTo>
                    <a:pt x="3975186" y="182945"/>
                  </a:lnTo>
                  <a:lnTo>
                    <a:pt x="3928082" y="169841"/>
                  </a:lnTo>
                  <a:lnTo>
                    <a:pt x="3880715" y="157232"/>
                  </a:lnTo>
                  <a:lnTo>
                    <a:pt x="3833087" y="145117"/>
                  </a:lnTo>
                  <a:lnTo>
                    <a:pt x="3785196" y="133494"/>
                  </a:lnTo>
                  <a:lnTo>
                    <a:pt x="3737043" y="122362"/>
                  </a:lnTo>
                  <a:lnTo>
                    <a:pt x="3688628" y="111719"/>
                  </a:lnTo>
                  <a:lnTo>
                    <a:pt x="3639951" y="101564"/>
                  </a:lnTo>
                  <a:lnTo>
                    <a:pt x="3591012" y="91895"/>
                  </a:lnTo>
                  <a:lnTo>
                    <a:pt x="3541810" y="82710"/>
                  </a:lnTo>
                  <a:lnTo>
                    <a:pt x="3492347" y="74009"/>
                  </a:lnTo>
                  <a:lnTo>
                    <a:pt x="3442621" y="65789"/>
                  </a:lnTo>
                  <a:lnTo>
                    <a:pt x="3392634" y="58049"/>
                  </a:lnTo>
                  <a:lnTo>
                    <a:pt x="3342384" y="50787"/>
                  </a:lnTo>
                  <a:lnTo>
                    <a:pt x="3291872" y="44003"/>
                  </a:lnTo>
                  <a:lnTo>
                    <a:pt x="3241098" y="37694"/>
                  </a:lnTo>
                  <a:lnTo>
                    <a:pt x="3190062" y="31859"/>
                  </a:lnTo>
                  <a:lnTo>
                    <a:pt x="3138764" y="26496"/>
                  </a:lnTo>
                  <a:lnTo>
                    <a:pt x="3087203" y="21604"/>
                  </a:lnTo>
                  <a:lnTo>
                    <a:pt x="3035381" y="17182"/>
                  </a:lnTo>
                  <a:lnTo>
                    <a:pt x="2983297" y="13227"/>
                  </a:lnTo>
                  <a:lnTo>
                    <a:pt x="2930950" y="9739"/>
                  </a:lnTo>
                  <a:lnTo>
                    <a:pt x="2878341" y="6715"/>
                  </a:lnTo>
                  <a:lnTo>
                    <a:pt x="2825470" y="4155"/>
                  </a:lnTo>
                  <a:lnTo>
                    <a:pt x="2772338" y="2056"/>
                  </a:lnTo>
                  <a:lnTo>
                    <a:pt x="2718943" y="418"/>
                  </a:lnTo>
                  <a:lnTo>
                    <a:pt x="2666737" y="0"/>
                  </a:lnTo>
                  <a:lnTo>
                    <a:pt x="2614739" y="114"/>
                  </a:lnTo>
                  <a:lnTo>
                    <a:pt x="2562947" y="761"/>
                  </a:lnTo>
                  <a:lnTo>
                    <a:pt x="2511360" y="1943"/>
                  </a:lnTo>
                  <a:lnTo>
                    <a:pt x="2459978" y="3659"/>
                  </a:lnTo>
                  <a:lnTo>
                    <a:pt x="2408799" y="5910"/>
                  </a:lnTo>
                  <a:lnTo>
                    <a:pt x="2357824" y="8697"/>
                  </a:lnTo>
                  <a:lnTo>
                    <a:pt x="2307049" y="12021"/>
                  </a:lnTo>
                  <a:lnTo>
                    <a:pt x="2256476" y="15883"/>
                  </a:lnTo>
                  <a:lnTo>
                    <a:pt x="2206103" y="20282"/>
                  </a:lnTo>
                  <a:lnTo>
                    <a:pt x="2155928" y="25220"/>
                  </a:lnTo>
                  <a:lnTo>
                    <a:pt x="2105952" y="30698"/>
                  </a:lnTo>
                  <a:lnTo>
                    <a:pt x="2056172" y="36716"/>
                  </a:lnTo>
                  <a:lnTo>
                    <a:pt x="2006589" y="43275"/>
                  </a:lnTo>
                  <a:lnTo>
                    <a:pt x="1957201" y="50376"/>
                  </a:lnTo>
                  <a:lnTo>
                    <a:pt x="1908007" y="58019"/>
                  </a:lnTo>
                  <a:lnTo>
                    <a:pt x="1859006" y="66204"/>
                  </a:lnTo>
                  <a:lnTo>
                    <a:pt x="1810198" y="74934"/>
                  </a:lnTo>
                  <a:lnTo>
                    <a:pt x="1761581" y="84208"/>
                  </a:lnTo>
                  <a:lnTo>
                    <a:pt x="1713155" y="94028"/>
                  </a:lnTo>
                  <a:lnTo>
                    <a:pt x="1664919" y="104393"/>
                  </a:lnTo>
                  <a:lnTo>
                    <a:pt x="1616871" y="115305"/>
                  </a:lnTo>
                  <a:lnTo>
                    <a:pt x="1569012" y="126764"/>
                  </a:lnTo>
                  <a:lnTo>
                    <a:pt x="1521339" y="138771"/>
                  </a:lnTo>
                  <a:lnTo>
                    <a:pt x="1473851" y="151327"/>
                  </a:lnTo>
                  <a:lnTo>
                    <a:pt x="1426549" y="164432"/>
                  </a:lnTo>
                  <a:lnTo>
                    <a:pt x="1379431" y="178088"/>
                  </a:lnTo>
                  <a:lnTo>
                    <a:pt x="1332496" y="192294"/>
                  </a:lnTo>
                  <a:lnTo>
                    <a:pt x="1285744" y="207052"/>
                  </a:lnTo>
                  <a:lnTo>
                    <a:pt x="1239172" y="222362"/>
                  </a:lnTo>
                  <a:lnTo>
                    <a:pt x="1192781" y="238225"/>
                  </a:lnTo>
                  <a:lnTo>
                    <a:pt x="1146570" y="254641"/>
                  </a:lnTo>
                  <a:lnTo>
                    <a:pt x="1100537" y="271612"/>
                  </a:lnTo>
                  <a:lnTo>
                    <a:pt x="1054681" y="289138"/>
                  </a:lnTo>
                  <a:lnTo>
                    <a:pt x="1009002" y="307220"/>
                  </a:lnTo>
                  <a:lnTo>
                    <a:pt x="963499" y="325858"/>
                  </a:lnTo>
                  <a:lnTo>
                    <a:pt x="918171" y="345054"/>
                  </a:lnTo>
                  <a:lnTo>
                    <a:pt x="873016" y="364807"/>
                  </a:lnTo>
                  <a:lnTo>
                    <a:pt x="828035" y="385119"/>
                  </a:lnTo>
                  <a:lnTo>
                    <a:pt x="783225" y="405990"/>
                  </a:lnTo>
                  <a:lnTo>
                    <a:pt x="738586" y="427422"/>
                  </a:lnTo>
                  <a:lnTo>
                    <a:pt x="694118" y="449414"/>
                  </a:lnTo>
                  <a:lnTo>
                    <a:pt x="649819" y="471967"/>
                  </a:lnTo>
                  <a:lnTo>
                    <a:pt x="605688" y="495083"/>
                  </a:lnTo>
                  <a:lnTo>
                    <a:pt x="557068" y="519347"/>
                  </a:lnTo>
                  <a:lnTo>
                    <a:pt x="509272" y="544470"/>
                  </a:lnTo>
                  <a:lnTo>
                    <a:pt x="462301" y="570386"/>
                  </a:lnTo>
                  <a:lnTo>
                    <a:pt x="416153" y="597030"/>
                  </a:lnTo>
                  <a:lnTo>
                    <a:pt x="370830" y="624334"/>
                  </a:lnTo>
                  <a:lnTo>
                    <a:pt x="326331" y="652233"/>
                  </a:lnTo>
                  <a:lnTo>
                    <a:pt x="282655" y="680661"/>
                  </a:lnTo>
                  <a:lnTo>
                    <a:pt x="239804" y="709552"/>
                  </a:lnTo>
                  <a:lnTo>
                    <a:pt x="197777" y="738839"/>
                  </a:lnTo>
                  <a:lnTo>
                    <a:pt x="156574" y="768457"/>
                  </a:lnTo>
                  <a:lnTo>
                    <a:pt x="116194" y="798338"/>
                  </a:lnTo>
                  <a:lnTo>
                    <a:pt x="76639" y="828419"/>
                  </a:lnTo>
                  <a:lnTo>
                    <a:pt x="37907" y="858631"/>
                  </a:lnTo>
                  <a:lnTo>
                    <a:pt x="0" y="888910"/>
                  </a:lnTo>
                  <a:lnTo>
                    <a:pt x="0" y="1888273"/>
                  </a:lnTo>
                  <a:lnTo>
                    <a:pt x="18086" y="1874695"/>
                  </a:lnTo>
                  <a:lnTo>
                    <a:pt x="33649" y="1863000"/>
                  </a:lnTo>
                  <a:lnTo>
                    <a:pt x="49212" y="1851304"/>
                  </a:lnTo>
                  <a:lnTo>
                    <a:pt x="67298" y="1837727"/>
                  </a:lnTo>
                  <a:lnTo>
                    <a:pt x="102417" y="1799595"/>
                  </a:lnTo>
                  <a:lnTo>
                    <a:pt x="126182" y="1759558"/>
                  </a:lnTo>
                  <a:lnTo>
                    <a:pt x="137329" y="1715711"/>
                  </a:lnTo>
                  <a:lnTo>
                    <a:pt x="134594" y="1666150"/>
                  </a:lnTo>
                  <a:lnTo>
                    <a:pt x="139440" y="1626031"/>
                  </a:lnTo>
                  <a:lnTo>
                    <a:pt x="153979" y="1589771"/>
                  </a:lnTo>
                  <a:lnTo>
                    <a:pt x="178208" y="1556412"/>
                  </a:lnTo>
                  <a:lnTo>
                    <a:pt x="212129" y="1524999"/>
                  </a:lnTo>
                  <a:lnTo>
                    <a:pt x="255739" y="1494573"/>
                  </a:lnTo>
                  <a:lnTo>
                    <a:pt x="308454" y="1471132"/>
                  </a:lnTo>
                  <a:lnTo>
                    <a:pt x="358926" y="1451915"/>
                  </a:lnTo>
                  <a:lnTo>
                    <a:pt x="407157" y="1437756"/>
                  </a:lnTo>
                  <a:lnTo>
                    <a:pt x="453144" y="1429492"/>
                  </a:lnTo>
                  <a:lnTo>
                    <a:pt x="496889" y="1427959"/>
                  </a:lnTo>
                  <a:lnTo>
                    <a:pt x="538391" y="1433994"/>
                  </a:lnTo>
                  <a:lnTo>
                    <a:pt x="590967" y="1439322"/>
                  </a:lnTo>
                  <a:lnTo>
                    <a:pt x="646068" y="1438994"/>
                  </a:lnTo>
                  <a:lnTo>
                    <a:pt x="701168" y="1431118"/>
                  </a:lnTo>
                  <a:lnTo>
                    <a:pt x="753745" y="1413801"/>
                  </a:lnTo>
                  <a:lnTo>
                    <a:pt x="771834" y="1430672"/>
                  </a:lnTo>
                  <a:lnTo>
                    <a:pt x="787400" y="1450377"/>
                  </a:lnTo>
                  <a:lnTo>
                    <a:pt x="802965" y="1471986"/>
                  </a:lnTo>
                  <a:lnTo>
                    <a:pt x="821055" y="1494573"/>
                  </a:lnTo>
                  <a:lnTo>
                    <a:pt x="843554" y="1524862"/>
                  </a:lnTo>
                  <a:lnTo>
                    <a:pt x="869842" y="1555152"/>
                  </a:lnTo>
                  <a:lnTo>
                    <a:pt x="898653" y="1585441"/>
                  </a:lnTo>
                  <a:lnTo>
                    <a:pt x="928725" y="1615731"/>
                  </a:lnTo>
                  <a:lnTo>
                    <a:pt x="884308" y="1637503"/>
                  </a:lnTo>
                  <a:lnTo>
                    <a:pt x="839891" y="1660373"/>
                  </a:lnTo>
                  <a:lnTo>
                    <a:pt x="795474" y="1684216"/>
                  </a:lnTo>
                  <a:lnTo>
                    <a:pt x="751057" y="1708910"/>
                  </a:lnTo>
                  <a:lnTo>
                    <a:pt x="706640" y="1734333"/>
                  </a:lnTo>
                  <a:lnTo>
                    <a:pt x="662223" y="1760361"/>
                  </a:lnTo>
                  <a:lnTo>
                    <a:pt x="617806" y="1786873"/>
                  </a:lnTo>
                  <a:lnTo>
                    <a:pt x="573389" y="1813745"/>
                  </a:lnTo>
                  <a:lnTo>
                    <a:pt x="528972" y="1840855"/>
                  </a:lnTo>
                  <a:lnTo>
                    <a:pt x="484555" y="1868080"/>
                  </a:lnTo>
                  <a:lnTo>
                    <a:pt x="440528" y="1895626"/>
                  </a:lnTo>
                  <a:lnTo>
                    <a:pt x="397228" y="1923782"/>
                  </a:lnTo>
                  <a:lnTo>
                    <a:pt x="354573" y="1952547"/>
                  </a:lnTo>
                  <a:lnTo>
                    <a:pt x="312483" y="1981922"/>
                  </a:lnTo>
                  <a:lnTo>
                    <a:pt x="270878" y="2011907"/>
                  </a:lnTo>
                  <a:lnTo>
                    <a:pt x="229677" y="2042501"/>
                  </a:lnTo>
                  <a:lnTo>
                    <a:pt x="188799" y="2073705"/>
                  </a:lnTo>
                  <a:lnTo>
                    <a:pt x="148163" y="2105519"/>
                  </a:lnTo>
                  <a:lnTo>
                    <a:pt x="107690" y="2137942"/>
                  </a:lnTo>
                  <a:lnTo>
                    <a:pt x="67298" y="2170975"/>
                  </a:lnTo>
                  <a:lnTo>
                    <a:pt x="47319" y="2149799"/>
                  </a:lnTo>
                  <a:lnTo>
                    <a:pt x="28601" y="2130541"/>
                  </a:lnTo>
                  <a:lnTo>
                    <a:pt x="12408" y="2111306"/>
                  </a:lnTo>
                  <a:lnTo>
                    <a:pt x="0" y="2090203"/>
                  </a:lnTo>
                  <a:lnTo>
                    <a:pt x="0" y="2322359"/>
                  </a:lnTo>
                  <a:lnTo>
                    <a:pt x="12197" y="2313173"/>
                  </a:lnTo>
                  <a:lnTo>
                    <a:pt x="26919" y="2302118"/>
                  </a:lnTo>
                  <a:lnTo>
                    <a:pt x="41641" y="2291087"/>
                  </a:lnTo>
                  <a:lnTo>
                    <a:pt x="53839" y="2281973"/>
                  </a:lnTo>
                  <a:lnTo>
                    <a:pt x="81944" y="2313099"/>
                  </a:lnTo>
                  <a:lnTo>
                    <a:pt x="112666" y="2345901"/>
                  </a:lnTo>
                  <a:lnTo>
                    <a:pt x="146379" y="2380382"/>
                  </a:lnTo>
                  <a:lnTo>
                    <a:pt x="183456" y="2416546"/>
                  </a:lnTo>
                  <a:lnTo>
                    <a:pt x="224272" y="2454396"/>
                  </a:lnTo>
                  <a:lnTo>
                    <a:pt x="269201" y="2493936"/>
                  </a:lnTo>
                  <a:lnTo>
                    <a:pt x="300721" y="2521345"/>
                  </a:lnTo>
                  <a:lnTo>
                    <a:pt x="334607" y="2550282"/>
                  </a:lnTo>
                  <a:lnTo>
                    <a:pt x="370700" y="2580395"/>
                  </a:lnTo>
                  <a:lnTo>
                    <a:pt x="408844" y="2611331"/>
                  </a:lnTo>
                  <a:lnTo>
                    <a:pt x="448881" y="2642738"/>
                  </a:lnTo>
                  <a:lnTo>
                    <a:pt x="490654" y="2674262"/>
                  </a:lnTo>
                  <a:lnTo>
                    <a:pt x="534005" y="2705551"/>
                  </a:lnTo>
                  <a:lnTo>
                    <a:pt x="578777" y="2736252"/>
                  </a:lnTo>
                  <a:lnTo>
                    <a:pt x="566577" y="2751553"/>
                  </a:lnTo>
                  <a:lnTo>
                    <a:pt x="551853" y="2767795"/>
                  </a:lnTo>
                  <a:lnTo>
                    <a:pt x="537129" y="2785918"/>
                  </a:lnTo>
                  <a:lnTo>
                    <a:pt x="524929" y="2806864"/>
                  </a:lnTo>
                  <a:lnTo>
                    <a:pt x="506846" y="2822008"/>
                  </a:lnTo>
                  <a:lnTo>
                    <a:pt x="491285" y="2837153"/>
                  </a:lnTo>
                  <a:lnTo>
                    <a:pt x="475721" y="2852298"/>
                  </a:lnTo>
                  <a:lnTo>
                    <a:pt x="457631" y="2867443"/>
                  </a:lnTo>
                  <a:close/>
                </a:path>
              </a:pathLst>
            </a:custGeom>
            <a:ln w="3175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5508" y="2963545"/>
              <a:ext cx="1022985" cy="273050"/>
            </a:xfrm>
            <a:custGeom>
              <a:avLst/>
              <a:gdLst/>
              <a:ahLst/>
              <a:cxnLst/>
              <a:rect l="l" t="t" r="r" b="b"/>
              <a:pathLst>
                <a:path w="1022985" h="273050">
                  <a:moveTo>
                    <a:pt x="242277" y="141350"/>
                  </a:moveTo>
                  <a:lnTo>
                    <a:pt x="0" y="272541"/>
                  </a:lnTo>
                  <a:lnTo>
                    <a:pt x="32390" y="249852"/>
                  </a:lnTo>
                  <a:lnTo>
                    <a:pt x="67303" y="227139"/>
                  </a:lnTo>
                  <a:lnTo>
                    <a:pt x="102216" y="204426"/>
                  </a:lnTo>
                  <a:lnTo>
                    <a:pt x="134607" y="181737"/>
                  </a:lnTo>
                  <a:lnTo>
                    <a:pt x="174773" y="159150"/>
                  </a:lnTo>
                  <a:lnTo>
                    <a:pt x="213679" y="137540"/>
                  </a:lnTo>
                  <a:lnTo>
                    <a:pt x="250062" y="117836"/>
                  </a:lnTo>
                  <a:lnTo>
                    <a:pt x="282663" y="100964"/>
                  </a:lnTo>
                  <a:lnTo>
                    <a:pt x="310842" y="85977"/>
                  </a:lnTo>
                  <a:lnTo>
                    <a:pt x="336499" y="71929"/>
                  </a:lnTo>
                  <a:lnTo>
                    <a:pt x="362155" y="59763"/>
                  </a:lnTo>
                  <a:lnTo>
                    <a:pt x="390334" y="50418"/>
                  </a:lnTo>
                  <a:lnTo>
                    <a:pt x="412630" y="41147"/>
                  </a:lnTo>
                  <a:lnTo>
                    <a:pt x="437449" y="29019"/>
                  </a:lnTo>
                  <a:lnTo>
                    <a:pt x="462266" y="14986"/>
                  </a:lnTo>
                  <a:lnTo>
                    <a:pt x="484555" y="0"/>
                  </a:lnTo>
                  <a:lnTo>
                    <a:pt x="539688" y="0"/>
                  </a:lnTo>
                  <a:lnTo>
                    <a:pt x="592882" y="0"/>
                  </a:lnTo>
                  <a:lnTo>
                    <a:pt x="645430" y="0"/>
                  </a:lnTo>
                  <a:lnTo>
                    <a:pt x="698624" y="0"/>
                  </a:lnTo>
                  <a:lnTo>
                    <a:pt x="753757" y="0"/>
                  </a:lnTo>
                  <a:lnTo>
                    <a:pt x="808885" y="4977"/>
                  </a:lnTo>
                  <a:lnTo>
                    <a:pt x="862067" y="8516"/>
                  </a:lnTo>
                  <a:lnTo>
                    <a:pt x="914602" y="11585"/>
                  </a:lnTo>
                  <a:lnTo>
                    <a:pt x="967787" y="15154"/>
                  </a:lnTo>
                  <a:lnTo>
                    <a:pt x="1022921" y="20192"/>
                  </a:lnTo>
                  <a:lnTo>
                    <a:pt x="995997" y="20192"/>
                  </a:lnTo>
                  <a:lnTo>
                    <a:pt x="949022" y="28225"/>
                  </a:lnTo>
                  <a:lnTo>
                    <a:pt x="900405" y="35016"/>
                  </a:lnTo>
                  <a:lnTo>
                    <a:pt x="850144" y="40567"/>
                  </a:lnTo>
                  <a:lnTo>
                    <a:pt x="798237" y="44880"/>
                  </a:lnTo>
                  <a:lnTo>
                    <a:pt x="744680" y="47958"/>
                  </a:lnTo>
                  <a:lnTo>
                    <a:pt x="689473" y="49804"/>
                  </a:lnTo>
                  <a:lnTo>
                    <a:pt x="632612" y="50418"/>
                  </a:lnTo>
                  <a:lnTo>
                    <a:pt x="586582" y="48544"/>
                  </a:lnTo>
                  <a:lnTo>
                    <a:pt x="539448" y="50446"/>
                  </a:lnTo>
                  <a:lnTo>
                    <a:pt x="491368" y="56129"/>
                  </a:lnTo>
                  <a:lnTo>
                    <a:pt x="442498" y="65595"/>
                  </a:lnTo>
                  <a:lnTo>
                    <a:pt x="392996" y="78847"/>
                  </a:lnTo>
                  <a:lnTo>
                    <a:pt x="343020" y="95888"/>
                  </a:lnTo>
                  <a:lnTo>
                    <a:pt x="292728" y="116722"/>
                  </a:lnTo>
                  <a:lnTo>
                    <a:pt x="242277" y="141350"/>
                  </a:lnTo>
                  <a:close/>
                </a:path>
              </a:pathLst>
            </a:custGeom>
            <a:ln w="3175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29781" y="4195190"/>
            <a:ext cx="1211580" cy="1009650"/>
          </a:xfrm>
          <a:custGeom>
            <a:avLst/>
            <a:gdLst/>
            <a:ahLst/>
            <a:cxnLst/>
            <a:rect l="l" t="t" r="r" b="b"/>
            <a:pathLst>
              <a:path w="1211580" h="1009650">
                <a:moveTo>
                  <a:pt x="215353" y="757046"/>
                </a:moveTo>
                <a:lnTo>
                  <a:pt x="170424" y="717507"/>
                </a:lnTo>
                <a:lnTo>
                  <a:pt x="129608" y="679656"/>
                </a:lnTo>
                <a:lnTo>
                  <a:pt x="92532" y="643493"/>
                </a:lnTo>
                <a:lnTo>
                  <a:pt x="58821" y="609012"/>
                </a:lnTo>
                <a:lnTo>
                  <a:pt x="28101" y="576210"/>
                </a:lnTo>
                <a:lnTo>
                  <a:pt x="0" y="545083"/>
                </a:lnTo>
                <a:lnTo>
                  <a:pt x="40755" y="512085"/>
                </a:lnTo>
                <a:lnTo>
                  <a:pt x="82156" y="479689"/>
                </a:lnTo>
                <a:lnTo>
                  <a:pt x="124042" y="447894"/>
                </a:lnTo>
                <a:lnTo>
                  <a:pt x="166252" y="416702"/>
                </a:lnTo>
                <a:lnTo>
                  <a:pt x="208622" y="386111"/>
                </a:lnTo>
                <a:lnTo>
                  <a:pt x="250993" y="356123"/>
                </a:lnTo>
                <a:lnTo>
                  <a:pt x="293202" y="326736"/>
                </a:lnTo>
                <a:lnTo>
                  <a:pt x="335088" y="297952"/>
                </a:lnTo>
                <a:lnTo>
                  <a:pt x="376490" y="269769"/>
                </a:lnTo>
                <a:lnTo>
                  <a:pt x="417245" y="242188"/>
                </a:lnTo>
                <a:lnTo>
                  <a:pt x="461663" y="215248"/>
                </a:lnTo>
                <a:lnTo>
                  <a:pt x="506081" y="188910"/>
                </a:lnTo>
                <a:lnTo>
                  <a:pt x="550499" y="163176"/>
                </a:lnTo>
                <a:lnTo>
                  <a:pt x="594918" y="138046"/>
                </a:lnTo>
                <a:lnTo>
                  <a:pt x="639337" y="113522"/>
                </a:lnTo>
                <a:lnTo>
                  <a:pt x="683755" y="89603"/>
                </a:lnTo>
                <a:lnTo>
                  <a:pt x="728174" y="66290"/>
                </a:lnTo>
                <a:lnTo>
                  <a:pt x="772593" y="43585"/>
                </a:lnTo>
                <a:lnTo>
                  <a:pt x="817010" y="21488"/>
                </a:lnTo>
                <a:lnTo>
                  <a:pt x="861428" y="0"/>
                </a:lnTo>
                <a:lnTo>
                  <a:pt x="901804" y="37990"/>
                </a:lnTo>
                <a:lnTo>
                  <a:pt x="942182" y="76946"/>
                </a:lnTo>
                <a:lnTo>
                  <a:pt x="982563" y="117782"/>
                </a:lnTo>
                <a:lnTo>
                  <a:pt x="1022946" y="161416"/>
                </a:lnTo>
                <a:lnTo>
                  <a:pt x="1056750" y="193911"/>
                </a:lnTo>
                <a:lnTo>
                  <a:pt x="1093132" y="229777"/>
                </a:lnTo>
                <a:lnTo>
                  <a:pt x="1131451" y="267569"/>
                </a:lnTo>
                <a:lnTo>
                  <a:pt x="1171067" y="305843"/>
                </a:lnTo>
                <a:lnTo>
                  <a:pt x="1211338" y="343153"/>
                </a:lnTo>
                <a:lnTo>
                  <a:pt x="1191146" y="359886"/>
                </a:lnTo>
                <a:lnTo>
                  <a:pt x="1170959" y="378523"/>
                </a:lnTo>
                <a:lnTo>
                  <a:pt x="1150781" y="397160"/>
                </a:lnTo>
                <a:lnTo>
                  <a:pt x="1130617" y="413892"/>
                </a:lnTo>
                <a:lnTo>
                  <a:pt x="1118424" y="436582"/>
                </a:lnTo>
                <a:lnTo>
                  <a:pt x="1103704" y="459295"/>
                </a:lnTo>
                <a:lnTo>
                  <a:pt x="1088981" y="482008"/>
                </a:lnTo>
                <a:lnTo>
                  <a:pt x="1076782" y="504697"/>
                </a:lnTo>
                <a:lnTo>
                  <a:pt x="1036401" y="535622"/>
                </a:lnTo>
                <a:lnTo>
                  <a:pt x="996021" y="567766"/>
                </a:lnTo>
                <a:lnTo>
                  <a:pt x="955641" y="601136"/>
                </a:lnTo>
                <a:lnTo>
                  <a:pt x="915262" y="635739"/>
                </a:lnTo>
                <a:lnTo>
                  <a:pt x="874884" y="671582"/>
                </a:lnTo>
                <a:lnTo>
                  <a:pt x="834506" y="708671"/>
                </a:lnTo>
                <a:lnTo>
                  <a:pt x="794130" y="747013"/>
                </a:lnTo>
                <a:lnTo>
                  <a:pt x="753789" y="785375"/>
                </a:lnTo>
                <a:lnTo>
                  <a:pt x="713683" y="822860"/>
                </a:lnTo>
                <a:lnTo>
                  <a:pt x="674049" y="859824"/>
                </a:lnTo>
                <a:lnTo>
                  <a:pt x="635120" y="896619"/>
                </a:lnTo>
                <a:lnTo>
                  <a:pt x="597134" y="933598"/>
                </a:lnTo>
                <a:lnTo>
                  <a:pt x="560325" y="971115"/>
                </a:lnTo>
                <a:lnTo>
                  <a:pt x="524929" y="1009522"/>
                </a:lnTo>
                <a:lnTo>
                  <a:pt x="480161" y="975879"/>
                </a:lnTo>
                <a:lnTo>
                  <a:pt x="436811" y="943070"/>
                </a:lnTo>
                <a:lnTo>
                  <a:pt x="395039" y="910974"/>
                </a:lnTo>
                <a:lnTo>
                  <a:pt x="355001" y="879474"/>
                </a:lnTo>
                <a:lnTo>
                  <a:pt x="316856" y="848451"/>
                </a:lnTo>
                <a:lnTo>
                  <a:pt x="280761" y="817784"/>
                </a:lnTo>
                <a:lnTo>
                  <a:pt x="246874" y="787356"/>
                </a:lnTo>
                <a:lnTo>
                  <a:pt x="215353" y="757046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749" y="5295519"/>
            <a:ext cx="1104265" cy="1191260"/>
          </a:xfrm>
          <a:custGeom>
            <a:avLst/>
            <a:gdLst/>
            <a:ahLst/>
            <a:cxnLst/>
            <a:rect l="l" t="t" r="r" b="b"/>
            <a:pathLst>
              <a:path w="1104265" h="1191260">
                <a:moveTo>
                  <a:pt x="363423" y="0"/>
                </a:moveTo>
                <a:lnTo>
                  <a:pt x="399412" y="26484"/>
                </a:lnTo>
                <a:lnTo>
                  <a:pt x="436821" y="52978"/>
                </a:lnTo>
                <a:lnTo>
                  <a:pt x="475807" y="79478"/>
                </a:lnTo>
                <a:lnTo>
                  <a:pt x="516528" y="105981"/>
                </a:lnTo>
                <a:lnTo>
                  <a:pt x="559141" y="132484"/>
                </a:lnTo>
                <a:lnTo>
                  <a:pt x="603806" y="158984"/>
                </a:lnTo>
                <a:lnTo>
                  <a:pt x="650680" y="185478"/>
                </a:lnTo>
                <a:lnTo>
                  <a:pt x="699922" y="211962"/>
                </a:lnTo>
                <a:lnTo>
                  <a:pt x="740798" y="235552"/>
                </a:lnTo>
                <a:lnTo>
                  <a:pt x="782671" y="259217"/>
                </a:lnTo>
                <a:lnTo>
                  <a:pt x="825541" y="283043"/>
                </a:lnTo>
                <a:lnTo>
                  <a:pt x="869407" y="307113"/>
                </a:lnTo>
                <a:lnTo>
                  <a:pt x="914270" y="331512"/>
                </a:lnTo>
                <a:lnTo>
                  <a:pt x="960129" y="356325"/>
                </a:lnTo>
                <a:lnTo>
                  <a:pt x="1006984" y="381635"/>
                </a:lnTo>
                <a:lnTo>
                  <a:pt x="1054834" y="407527"/>
                </a:lnTo>
                <a:lnTo>
                  <a:pt x="1103680" y="434085"/>
                </a:lnTo>
                <a:lnTo>
                  <a:pt x="1073998" y="479945"/>
                </a:lnTo>
                <a:lnTo>
                  <a:pt x="1045423" y="526515"/>
                </a:lnTo>
                <a:lnTo>
                  <a:pt x="1017798" y="573559"/>
                </a:lnTo>
                <a:lnTo>
                  <a:pt x="990963" y="620841"/>
                </a:lnTo>
                <a:lnTo>
                  <a:pt x="964760" y="668123"/>
                </a:lnTo>
                <a:lnTo>
                  <a:pt x="939029" y="715169"/>
                </a:lnTo>
                <a:lnTo>
                  <a:pt x="913613" y="761742"/>
                </a:lnTo>
                <a:lnTo>
                  <a:pt x="888352" y="807605"/>
                </a:lnTo>
                <a:lnTo>
                  <a:pt x="863142" y="853484"/>
                </a:lnTo>
                <a:lnTo>
                  <a:pt x="838089" y="900192"/>
                </a:lnTo>
                <a:lnTo>
                  <a:pt x="813352" y="947610"/>
                </a:lnTo>
                <a:lnTo>
                  <a:pt x="789089" y="995621"/>
                </a:lnTo>
                <a:lnTo>
                  <a:pt x="765456" y="1044104"/>
                </a:lnTo>
                <a:lnTo>
                  <a:pt x="742612" y="1092943"/>
                </a:lnTo>
                <a:lnTo>
                  <a:pt x="720715" y="1142017"/>
                </a:lnTo>
                <a:lnTo>
                  <a:pt x="699922" y="1191209"/>
                </a:lnTo>
                <a:lnTo>
                  <a:pt x="640754" y="1161141"/>
                </a:lnTo>
                <a:lnTo>
                  <a:pt x="584391" y="1131530"/>
                </a:lnTo>
                <a:lnTo>
                  <a:pt x="530832" y="1102408"/>
                </a:lnTo>
                <a:lnTo>
                  <a:pt x="480076" y="1073812"/>
                </a:lnTo>
                <a:lnTo>
                  <a:pt x="432125" y="1045776"/>
                </a:lnTo>
                <a:lnTo>
                  <a:pt x="386978" y="1018336"/>
                </a:lnTo>
                <a:lnTo>
                  <a:pt x="344635" y="991527"/>
                </a:lnTo>
                <a:lnTo>
                  <a:pt x="305096" y="965384"/>
                </a:lnTo>
                <a:lnTo>
                  <a:pt x="268361" y="939942"/>
                </a:lnTo>
                <a:lnTo>
                  <a:pt x="234430" y="915235"/>
                </a:lnTo>
                <a:lnTo>
                  <a:pt x="203303" y="891300"/>
                </a:lnTo>
                <a:lnTo>
                  <a:pt x="112097" y="801923"/>
                </a:lnTo>
                <a:lnTo>
                  <a:pt x="65619" y="754603"/>
                </a:lnTo>
                <a:lnTo>
                  <a:pt x="36807" y="726213"/>
                </a:lnTo>
                <a:lnTo>
                  <a:pt x="26924" y="716749"/>
                </a:lnTo>
                <a:lnTo>
                  <a:pt x="0" y="726833"/>
                </a:lnTo>
                <a:lnTo>
                  <a:pt x="9971" y="680658"/>
                </a:lnTo>
                <a:lnTo>
                  <a:pt x="25926" y="633363"/>
                </a:lnTo>
                <a:lnTo>
                  <a:pt x="47115" y="585508"/>
                </a:lnTo>
                <a:lnTo>
                  <a:pt x="72790" y="537652"/>
                </a:lnTo>
                <a:lnTo>
                  <a:pt x="102204" y="490357"/>
                </a:lnTo>
                <a:lnTo>
                  <a:pt x="134607" y="444182"/>
                </a:lnTo>
                <a:lnTo>
                  <a:pt x="170499" y="398710"/>
                </a:lnTo>
                <a:lnTo>
                  <a:pt x="197418" y="352962"/>
                </a:lnTo>
                <a:lnTo>
                  <a:pt x="215363" y="306654"/>
                </a:lnTo>
                <a:lnTo>
                  <a:pt x="224336" y="259503"/>
                </a:lnTo>
                <a:lnTo>
                  <a:pt x="224336" y="211228"/>
                </a:lnTo>
                <a:lnTo>
                  <a:pt x="215366" y="161543"/>
                </a:lnTo>
                <a:lnTo>
                  <a:pt x="233448" y="140368"/>
                </a:lnTo>
                <a:lnTo>
                  <a:pt x="249010" y="121110"/>
                </a:lnTo>
                <a:lnTo>
                  <a:pt x="264574" y="101875"/>
                </a:lnTo>
                <a:lnTo>
                  <a:pt x="282663" y="80771"/>
                </a:lnTo>
                <a:lnTo>
                  <a:pt x="302854" y="63882"/>
                </a:lnTo>
                <a:lnTo>
                  <a:pt x="323043" y="44148"/>
                </a:lnTo>
                <a:lnTo>
                  <a:pt x="343232" y="22532"/>
                </a:lnTo>
                <a:lnTo>
                  <a:pt x="363423" y="0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95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LÀ </a:t>
            </a:r>
            <a:r>
              <a:rPr sz="3600" spc="-25" dirty="0"/>
              <a:t>GÌ?</a:t>
            </a:r>
            <a:endParaRPr sz="360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236" y="951804"/>
            <a:ext cx="11481816" cy="556259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854DD17-FFC0-2633-7A64-E4BA25319F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95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LÀ </a:t>
            </a:r>
            <a:r>
              <a:rPr sz="3600" spc="-25" dirty="0"/>
              <a:t>GÌ?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20311" y="1066800"/>
            <a:ext cx="4456176" cy="5486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9EE41C-92D6-18F3-01A1-EBC9A35B6D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90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2.</a:t>
            </a:r>
            <a:r>
              <a:rPr sz="3600" spc="-10" dirty="0"/>
              <a:t> </a:t>
            </a:r>
            <a:r>
              <a:rPr sz="3600" dirty="0"/>
              <a:t>LỊCH</a:t>
            </a:r>
            <a:r>
              <a:rPr sz="3600" spc="-5" dirty="0"/>
              <a:t> </a:t>
            </a:r>
            <a:r>
              <a:rPr sz="3600" dirty="0"/>
              <a:t>SỬ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472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hoá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đầu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tiên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1960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máy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mainframe</a:t>
            </a:r>
            <a:r>
              <a:rPr sz="3200" spc="4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4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4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4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5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tốt</a:t>
            </a:r>
            <a:r>
              <a:rPr sz="3200" spc="4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hơn.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4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vậy</a:t>
            </a:r>
            <a:r>
              <a:rPr sz="3200" spc="4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hoá</a:t>
            </a:r>
            <a:r>
              <a:rPr sz="3200" spc="4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vốn</a:t>
            </a:r>
            <a:r>
              <a:rPr sz="3200" spc="4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nguồn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gốc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mainframe.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1964,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IBM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đã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giới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thiệu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mainframe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tên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CP-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40.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Đây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dòng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mainframe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mục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đích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là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phải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hoàn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toàn.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1972,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IBM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tung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memory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dòng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sản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phẩm</a:t>
            </a:r>
            <a:r>
              <a:rPr sz="3200" spc="7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S/370.  Sau  đó</a:t>
            </a:r>
            <a:r>
              <a:rPr sz="3200" spc="7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  bố  một</a:t>
            </a:r>
            <a:r>
              <a:rPr sz="3200" spc="7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7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7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  virtual 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storage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operating</a:t>
            </a:r>
            <a:r>
              <a:rPr sz="320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systems.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F192F-4009-4C9D-7E04-2E2A891315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90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2.</a:t>
            </a:r>
            <a:r>
              <a:rPr sz="3600" spc="-10" dirty="0"/>
              <a:t> </a:t>
            </a:r>
            <a:r>
              <a:rPr sz="3600" dirty="0"/>
              <a:t>LỊCH</a:t>
            </a:r>
            <a:r>
              <a:rPr sz="3600" spc="-5" dirty="0"/>
              <a:t> </a:t>
            </a:r>
            <a:r>
              <a:rPr sz="3600" dirty="0"/>
              <a:t>SỬ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277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1999,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VMWARE tung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sản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phẩm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đầu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tiên hoạt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động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nền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x86,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VMWARE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PLATFORM.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2005,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phiên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bản Desktop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virtualization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miễn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phí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đời.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  <a:tab pos="4046854" algn="l"/>
                <a:tab pos="5045075" algn="l"/>
                <a:tab pos="6443980" algn="l"/>
                <a:tab pos="851535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2006,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đánh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dấu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sự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đời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Application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Virtualization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Application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Streaming.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Đây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bước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hóa.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841" y="3982973"/>
            <a:ext cx="113258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1524635" algn="l"/>
                <a:tab pos="2816860" algn="l"/>
                <a:tab pos="5046980" algn="l"/>
                <a:tab pos="6068060" algn="l"/>
                <a:tab pos="7258050" algn="l"/>
                <a:tab pos="8177530" algn="l"/>
                <a:tab pos="9458960" algn="l"/>
              </a:tabLst>
            </a:pP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2008,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VMWARE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giới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thiệu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sản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phẩm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VMWARE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841" y="4319281"/>
            <a:ext cx="11323955" cy="1793239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295"/>
              </a:spcBef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WORKSTATION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6.5.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năm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2008,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Microsoft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giới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thiệu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Hyper-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V,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ra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nền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tảng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Windows.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BDC0-B413-910A-09C2-2A79B822B1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90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2.</a:t>
            </a:r>
            <a:r>
              <a:rPr sz="3600" spc="-10" dirty="0"/>
              <a:t> </a:t>
            </a:r>
            <a:r>
              <a:rPr sz="3600" dirty="0"/>
              <a:t>LỊCH</a:t>
            </a:r>
            <a:r>
              <a:rPr sz="3600" spc="-5" dirty="0"/>
              <a:t> </a:t>
            </a:r>
            <a:r>
              <a:rPr sz="3600" dirty="0"/>
              <a:t>SỬ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7164" y="993647"/>
            <a:ext cx="6143244" cy="555955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1D9BF6-CABC-609D-B750-41F6043252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90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2.</a:t>
            </a:r>
            <a:r>
              <a:rPr sz="3600" spc="-10" dirty="0"/>
              <a:t> </a:t>
            </a:r>
            <a:r>
              <a:rPr sz="3600" dirty="0"/>
              <a:t>LỊCH</a:t>
            </a:r>
            <a:r>
              <a:rPr sz="3600" spc="-5" dirty="0"/>
              <a:t> </a:t>
            </a:r>
            <a:r>
              <a:rPr sz="3600" dirty="0"/>
              <a:t>SỬ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7395" y="993647"/>
            <a:ext cx="7014972" cy="555955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90B09B-8BCC-FDB5-7270-61FCD91437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08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3.</a:t>
            </a:r>
            <a:r>
              <a:rPr sz="3600" spc="-20" dirty="0"/>
              <a:t> </a:t>
            </a:r>
            <a:r>
              <a:rPr sz="3600" dirty="0"/>
              <a:t>SỰ</a:t>
            </a:r>
            <a:r>
              <a:rPr sz="3600" spc="-10" dirty="0"/>
              <a:t> </a:t>
            </a:r>
            <a:r>
              <a:rPr sz="3600" dirty="0"/>
              <a:t>QUAN</a:t>
            </a:r>
            <a:r>
              <a:rPr sz="3600" spc="-10" dirty="0"/>
              <a:t> </a:t>
            </a:r>
            <a:r>
              <a:rPr sz="3600" dirty="0"/>
              <a:t>TRỌNG</a:t>
            </a:r>
            <a:r>
              <a:rPr sz="3600" spc="-10" dirty="0"/>
              <a:t> </a:t>
            </a:r>
            <a:r>
              <a:rPr sz="3600" dirty="0"/>
              <a:t>CỦA</a:t>
            </a:r>
            <a:r>
              <a:rPr sz="3600" spc="-10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7130" cy="5361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2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6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6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6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6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6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hóa,</a:t>
            </a:r>
            <a:r>
              <a:rPr sz="3200" spc="6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ta</a:t>
            </a:r>
            <a:r>
              <a:rPr sz="3200" spc="6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6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6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6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tác</a:t>
            </a:r>
            <a:r>
              <a:rPr sz="3200" spc="6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6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bất</a:t>
            </a:r>
            <a:r>
              <a:rPr sz="3200" spc="6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kỳ</a:t>
            </a:r>
            <a:r>
              <a:rPr sz="3200" spc="6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tài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linh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cao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hơn.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tiêu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thụ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điện,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chiếm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gian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cần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trì.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trị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viên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thường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giới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hạn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khoảng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cận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tế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nếu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muốn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cận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loại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bỏ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tất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cả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giới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hạn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trừu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tượng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năng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mềm.</a:t>
            </a:r>
            <a:endParaRPr sz="3200">
              <a:latin typeface="Times New Roman"/>
              <a:cs typeface="Times New Roman"/>
            </a:endParaRPr>
          </a:p>
          <a:p>
            <a:pPr marL="355600" marR="889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được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 dụng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web.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9D254-BFD3-B668-FA8D-117B58193F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08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3.</a:t>
            </a:r>
            <a:r>
              <a:rPr sz="3600" spc="-20" dirty="0"/>
              <a:t> </a:t>
            </a:r>
            <a:r>
              <a:rPr sz="3600" dirty="0"/>
              <a:t>SỰ</a:t>
            </a:r>
            <a:r>
              <a:rPr sz="3600" spc="-10" dirty="0"/>
              <a:t> </a:t>
            </a:r>
            <a:r>
              <a:rPr sz="3600" dirty="0"/>
              <a:t>QUAN</a:t>
            </a:r>
            <a:r>
              <a:rPr sz="3600" spc="-10" dirty="0"/>
              <a:t> </a:t>
            </a:r>
            <a:r>
              <a:rPr sz="3600" dirty="0"/>
              <a:t>TRỌNG</a:t>
            </a:r>
            <a:r>
              <a:rPr sz="3600" spc="-10" dirty="0"/>
              <a:t> </a:t>
            </a:r>
            <a:r>
              <a:rPr sz="3600" dirty="0"/>
              <a:t>CỦA</a:t>
            </a:r>
            <a:r>
              <a:rPr sz="3600" spc="-10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006455" cy="4507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11454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quát,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trọng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tế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ngày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nay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vì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sau: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Tối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ưu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hay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hiệu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suất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thống.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đầu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tư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hành.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Đảm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liên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tục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thống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dụng.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liệu.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phục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hồi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nhanh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chóng.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6AF55-7B52-32FB-4F7C-539013844F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08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3.</a:t>
            </a:r>
            <a:r>
              <a:rPr sz="3600" spc="-20" dirty="0"/>
              <a:t> </a:t>
            </a:r>
            <a:r>
              <a:rPr sz="3600" dirty="0"/>
              <a:t>SỰ</a:t>
            </a:r>
            <a:r>
              <a:rPr sz="3600" spc="-10" dirty="0"/>
              <a:t> </a:t>
            </a:r>
            <a:r>
              <a:rPr sz="3600" dirty="0"/>
              <a:t>QUAN</a:t>
            </a:r>
            <a:r>
              <a:rPr sz="3600" spc="-10" dirty="0"/>
              <a:t> </a:t>
            </a:r>
            <a:r>
              <a:rPr sz="3600" dirty="0"/>
              <a:t>TRỌNG</a:t>
            </a:r>
            <a:r>
              <a:rPr sz="3600" spc="-10" dirty="0"/>
              <a:t> </a:t>
            </a:r>
            <a:r>
              <a:rPr sz="3600" dirty="0"/>
              <a:t>CỦA</a:t>
            </a:r>
            <a:r>
              <a:rPr sz="3600" spc="-10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7491" y="1857755"/>
            <a:ext cx="11481816" cy="390448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492D6A-01D9-377E-439A-A7D4B87525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4.</a:t>
            </a:r>
            <a:r>
              <a:rPr sz="3600" spc="-20" dirty="0"/>
              <a:t> </a:t>
            </a:r>
            <a:r>
              <a:rPr sz="3600" dirty="0"/>
              <a:t>ƯU</a:t>
            </a:r>
            <a:r>
              <a:rPr sz="3600" spc="-10" dirty="0"/>
              <a:t> </a:t>
            </a:r>
            <a:r>
              <a:rPr sz="3600" dirty="0"/>
              <a:t>VÀ</a:t>
            </a:r>
            <a:r>
              <a:rPr sz="3600" spc="-10" dirty="0"/>
              <a:t> </a:t>
            </a:r>
            <a:r>
              <a:rPr sz="3600" dirty="0"/>
              <a:t>NHƯỢC</a:t>
            </a:r>
            <a:r>
              <a:rPr sz="3600" spc="-5" dirty="0"/>
              <a:t> </a:t>
            </a:r>
            <a:r>
              <a:rPr sz="3600" dirty="0"/>
              <a:t>ĐIỂM</a:t>
            </a:r>
            <a:r>
              <a:rPr sz="3600" spc="-10" dirty="0"/>
              <a:t> </a:t>
            </a:r>
            <a:r>
              <a:rPr sz="3600" dirty="0"/>
              <a:t>CỦA</a:t>
            </a:r>
            <a:r>
              <a:rPr sz="3600" spc="-10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5938520" cy="37255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Ưu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điểm: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Giá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thành.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Khôi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phục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thảm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họa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dễ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dàng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hơn.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dễ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dàng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hơn.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Sao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nhanh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hơn.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Cải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thiện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suất.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4B9C3-49AC-76C3-E5E3-C49926663D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4.</a:t>
            </a:r>
            <a:r>
              <a:rPr sz="3600" spc="-20" dirty="0"/>
              <a:t> </a:t>
            </a:r>
            <a:r>
              <a:rPr sz="3600" dirty="0"/>
              <a:t>ƯU</a:t>
            </a:r>
            <a:r>
              <a:rPr sz="3600" spc="-10" dirty="0"/>
              <a:t> </a:t>
            </a:r>
            <a:r>
              <a:rPr sz="3600" dirty="0"/>
              <a:t>VÀ</a:t>
            </a:r>
            <a:r>
              <a:rPr sz="3600" spc="-10" dirty="0"/>
              <a:t> </a:t>
            </a:r>
            <a:r>
              <a:rPr sz="3600" dirty="0"/>
              <a:t>NHƯỢC</a:t>
            </a:r>
            <a:r>
              <a:rPr sz="3600" spc="-5" dirty="0"/>
              <a:t> </a:t>
            </a:r>
            <a:r>
              <a:rPr sz="3600" dirty="0"/>
              <a:t>ĐIỂM</a:t>
            </a:r>
            <a:r>
              <a:rPr sz="3600" spc="-10" dirty="0"/>
              <a:t> </a:t>
            </a:r>
            <a:r>
              <a:rPr sz="3600" dirty="0"/>
              <a:t>CỦA</a:t>
            </a:r>
            <a:r>
              <a:rPr sz="3600" spc="-10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5860" cy="55543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điểm:</a:t>
            </a:r>
            <a:endParaRPr sz="3200">
              <a:latin typeface="Times New Roman"/>
              <a:cs typeface="Times New Roman"/>
            </a:endParaRPr>
          </a:p>
          <a:p>
            <a:pPr marL="755015" marR="6985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phức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tạp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thêm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môi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trường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tính.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Hypervisor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đại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diện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lớp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phải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cài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đặt,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phép,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nâng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cấp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bởi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ty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cài</a:t>
            </a:r>
            <a:r>
              <a:rPr sz="30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đặt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trung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tâm</a:t>
            </a:r>
            <a:r>
              <a:rPr sz="3000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của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riêng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họ.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Điều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yêu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tùy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chỉnh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đào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tạo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bổ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sung.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Bởi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vì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 hóa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dựa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vào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 tài nguyên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đủ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mạnh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để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nhiều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ảo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cùng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lúc,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nên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yêu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đầu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tư</a:t>
            </a:r>
            <a:r>
              <a:rPr sz="30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ban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đầu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cao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hơn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vào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phần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cứng.</a:t>
            </a:r>
            <a:r>
              <a:rPr sz="3000" spc="5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3000" spc="5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rất</a:t>
            </a:r>
            <a:r>
              <a:rPr sz="3000" spc="5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nhiều</a:t>
            </a:r>
            <a:r>
              <a:rPr sz="3000" spc="5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5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5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quan</a:t>
            </a:r>
            <a:r>
              <a:rPr sz="3000" spc="5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trọng</a:t>
            </a:r>
            <a:r>
              <a:rPr sz="3000" spc="5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tiềm</a:t>
            </a:r>
            <a:r>
              <a:rPr sz="3000" spc="5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5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5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5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một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cứng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4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duy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nhất,</a:t>
            </a:r>
            <a:r>
              <a:rPr sz="3000" spc="4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khắc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phục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thảm</a:t>
            </a:r>
            <a:r>
              <a:rPr sz="3000" spc="4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họa</a:t>
            </a:r>
            <a:r>
              <a:rPr sz="3000" spc="40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khả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chịu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lỗi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càng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trở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nên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quan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trọng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hơn,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chi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phức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tạp.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2B64A-AF82-AEB3-60B9-65B908A20C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08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0" dirty="0"/>
              <a:t> </a:t>
            </a:r>
            <a:r>
              <a:rPr sz="3600" dirty="0"/>
              <a:t>NGUYÊN</a:t>
            </a:r>
            <a:r>
              <a:rPr sz="3600" spc="-10" dirty="0"/>
              <a:t> </a:t>
            </a:r>
            <a:r>
              <a:rPr sz="3600" dirty="0"/>
              <a:t>LÝ</a:t>
            </a:r>
            <a:r>
              <a:rPr sz="3600" spc="-20" dirty="0"/>
              <a:t> </a:t>
            </a:r>
            <a:r>
              <a:rPr sz="3600" dirty="0"/>
              <a:t>HOẠT</a:t>
            </a:r>
            <a:r>
              <a:rPr sz="3600" spc="-5" dirty="0"/>
              <a:t> </a:t>
            </a:r>
            <a:r>
              <a:rPr sz="3600" spc="-20" dirty="0"/>
              <a:t>ĐỘNG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225" cy="472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chuyên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gọi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sát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phiên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bản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đám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mây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hoặc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một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Sau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cài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đặt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tính,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ta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ra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hoặc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Ta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giống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cách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mình.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lúc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gọi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gọi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máy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khách.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Mỗi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khách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riêng,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giống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hoặc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chủ.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95173-B9D5-CC9B-38DC-74A6BAEA02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08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0" dirty="0"/>
              <a:t> </a:t>
            </a:r>
            <a:r>
              <a:rPr sz="3600" dirty="0"/>
              <a:t>NGUYÊN</a:t>
            </a:r>
            <a:r>
              <a:rPr sz="3600" spc="-10" dirty="0"/>
              <a:t> </a:t>
            </a:r>
            <a:r>
              <a:rPr sz="3600" dirty="0"/>
              <a:t>LÝ</a:t>
            </a:r>
            <a:r>
              <a:rPr sz="3600" spc="-20" dirty="0"/>
              <a:t> </a:t>
            </a:r>
            <a:r>
              <a:rPr sz="3600" dirty="0"/>
              <a:t>HOẠT</a:t>
            </a:r>
            <a:r>
              <a:rPr sz="3600" spc="-5" dirty="0"/>
              <a:t> </a:t>
            </a:r>
            <a:r>
              <a:rPr sz="3600" spc="-20" dirty="0"/>
              <a:t>ĐỘNG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Phần</a:t>
            </a:r>
            <a:r>
              <a:rPr spc="85" dirty="0"/>
              <a:t> </a:t>
            </a:r>
            <a:r>
              <a:rPr dirty="0"/>
              <a:t>mềm</a:t>
            </a:r>
            <a:r>
              <a:rPr spc="95" dirty="0"/>
              <a:t> </a:t>
            </a:r>
            <a:r>
              <a:rPr dirty="0"/>
              <a:t>giám</a:t>
            </a:r>
            <a:r>
              <a:rPr spc="95" dirty="0"/>
              <a:t> </a:t>
            </a:r>
            <a:r>
              <a:rPr dirty="0"/>
              <a:t>sát</a:t>
            </a:r>
            <a:r>
              <a:rPr spc="95" dirty="0"/>
              <a:t> </a:t>
            </a:r>
            <a:r>
              <a:rPr dirty="0"/>
              <a:t>máy</a:t>
            </a:r>
            <a:r>
              <a:rPr spc="95" dirty="0"/>
              <a:t> </a:t>
            </a:r>
            <a:r>
              <a:rPr dirty="0"/>
              <a:t>ảo</a:t>
            </a:r>
            <a:r>
              <a:rPr spc="95" dirty="0"/>
              <a:t> </a:t>
            </a:r>
            <a:r>
              <a:rPr dirty="0"/>
              <a:t>là</a:t>
            </a:r>
            <a:r>
              <a:rPr spc="100" dirty="0"/>
              <a:t> </a:t>
            </a:r>
            <a:r>
              <a:rPr dirty="0"/>
              <a:t>phần</a:t>
            </a:r>
            <a:r>
              <a:rPr spc="85" dirty="0"/>
              <a:t> </a:t>
            </a:r>
            <a:r>
              <a:rPr dirty="0"/>
              <a:t>mềm</a:t>
            </a:r>
            <a:r>
              <a:rPr spc="85" dirty="0"/>
              <a:t> </a:t>
            </a:r>
            <a:r>
              <a:rPr dirty="0"/>
              <a:t>ảo</a:t>
            </a:r>
            <a:r>
              <a:rPr spc="85" dirty="0"/>
              <a:t> </a:t>
            </a:r>
            <a:r>
              <a:rPr dirty="0"/>
              <a:t>hóa</a:t>
            </a:r>
            <a:r>
              <a:rPr spc="90" dirty="0"/>
              <a:t> </a:t>
            </a:r>
            <a:r>
              <a:rPr dirty="0"/>
              <a:t>mà</a:t>
            </a:r>
            <a:r>
              <a:rPr spc="100" dirty="0"/>
              <a:t> </a:t>
            </a:r>
            <a:r>
              <a:rPr dirty="0"/>
              <a:t>ta</a:t>
            </a:r>
            <a:r>
              <a:rPr spc="100" dirty="0"/>
              <a:t> </a:t>
            </a:r>
            <a:r>
              <a:rPr dirty="0"/>
              <a:t>cài</a:t>
            </a:r>
            <a:r>
              <a:rPr spc="85" dirty="0"/>
              <a:t> </a:t>
            </a:r>
            <a:r>
              <a:rPr dirty="0"/>
              <a:t>đặt</a:t>
            </a:r>
            <a:r>
              <a:rPr spc="75" dirty="0"/>
              <a:t> </a:t>
            </a:r>
            <a:r>
              <a:rPr spc="-20" dirty="0"/>
              <a:t>trên </a:t>
            </a:r>
            <a:r>
              <a:rPr dirty="0"/>
              <a:t>máy</a:t>
            </a:r>
            <a:r>
              <a:rPr spc="225" dirty="0"/>
              <a:t> </a:t>
            </a:r>
            <a:r>
              <a:rPr dirty="0"/>
              <a:t>vật</a:t>
            </a:r>
            <a:r>
              <a:rPr spc="225" dirty="0"/>
              <a:t> </a:t>
            </a:r>
            <a:r>
              <a:rPr dirty="0"/>
              <a:t>lý.</a:t>
            </a:r>
            <a:r>
              <a:rPr spc="229" dirty="0"/>
              <a:t> </a:t>
            </a:r>
            <a:r>
              <a:rPr dirty="0"/>
              <a:t>Đó</a:t>
            </a:r>
            <a:r>
              <a:rPr spc="225" dirty="0"/>
              <a:t> </a:t>
            </a:r>
            <a:r>
              <a:rPr dirty="0"/>
              <a:t>là</a:t>
            </a:r>
            <a:r>
              <a:rPr spc="220" dirty="0"/>
              <a:t> </a:t>
            </a:r>
            <a:r>
              <a:rPr dirty="0"/>
              <a:t>lớp</a:t>
            </a:r>
            <a:r>
              <a:rPr spc="220" dirty="0"/>
              <a:t> </a:t>
            </a:r>
            <a:r>
              <a:rPr dirty="0"/>
              <a:t>phần</a:t>
            </a:r>
            <a:r>
              <a:rPr spc="225" dirty="0"/>
              <a:t> </a:t>
            </a:r>
            <a:r>
              <a:rPr dirty="0"/>
              <a:t>mềm</a:t>
            </a:r>
            <a:r>
              <a:rPr spc="210" dirty="0"/>
              <a:t> </a:t>
            </a:r>
            <a:r>
              <a:rPr dirty="0"/>
              <a:t>đóng</a:t>
            </a:r>
            <a:r>
              <a:rPr spc="215" dirty="0"/>
              <a:t> </a:t>
            </a:r>
            <a:r>
              <a:rPr dirty="0"/>
              <a:t>vai</a:t>
            </a:r>
            <a:r>
              <a:rPr spc="220" dirty="0"/>
              <a:t> </a:t>
            </a:r>
            <a:r>
              <a:rPr dirty="0"/>
              <a:t>trò</a:t>
            </a:r>
            <a:r>
              <a:rPr spc="235" dirty="0"/>
              <a:t> </a:t>
            </a:r>
            <a:r>
              <a:rPr dirty="0"/>
              <a:t>trung</a:t>
            </a:r>
            <a:r>
              <a:rPr spc="225" dirty="0"/>
              <a:t> </a:t>
            </a:r>
            <a:r>
              <a:rPr dirty="0"/>
              <a:t>gian</a:t>
            </a:r>
            <a:r>
              <a:rPr spc="229" dirty="0"/>
              <a:t> </a:t>
            </a:r>
            <a:r>
              <a:rPr dirty="0"/>
              <a:t>giữa</a:t>
            </a:r>
            <a:r>
              <a:rPr spc="210" dirty="0"/>
              <a:t> </a:t>
            </a:r>
            <a:r>
              <a:rPr spc="-25" dirty="0"/>
              <a:t>các </a:t>
            </a:r>
            <a:r>
              <a:rPr dirty="0"/>
              <a:t>máy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và</a:t>
            </a:r>
            <a:r>
              <a:rPr spc="-20" dirty="0"/>
              <a:t> </a:t>
            </a:r>
            <a:r>
              <a:rPr dirty="0"/>
              <a:t>phần</a:t>
            </a:r>
            <a:r>
              <a:rPr spc="-40" dirty="0"/>
              <a:t> </a:t>
            </a:r>
            <a:r>
              <a:rPr dirty="0"/>
              <a:t>cứng</a:t>
            </a:r>
            <a:r>
              <a:rPr spc="-30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30" dirty="0"/>
              <a:t> </a:t>
            </a:r>
            <a:r>
              <a:rPr dirty="0"/>
              <a:t>hoặc</a:t>
            </a:r>
            <a:r>
              <a:rPr spc="-30" dirty="0"/>
              <a:t> </a:t>
            </a:r>
            <a:r>
              <a:rPr dirty="0"/>
              <a:t>hệ</a:t>
            </a:r>
            <a:r>
              <a:rPr spc="-15" dirty="0"/>
              <a:t> </a:t>
            </a:r>
            <a:r>
              <a:rPr dirty="0"/>
              <a:t>điều</a:t>
            </a:r>
            <a:r>
              <a:rPr spc="-20" dirty="0"/>
              <a:t> </a:t>
            </a:r>
            <a:r>
              <a:rPr dirty="0"/>
              <a:t>hành</a:t>
            </a:r>
            <a:r>
              <a:rPr spc="-4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máy</a:t>
            </a:r>
            <a:r>
              <a:rPr spc="-15" dirty="0"/>
              <a:t> </a:t>
            </a:r>
            <a:r>
              <a:rPr spc="-20" dirty="0"/>
              <a:t>chủ.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Phần</a:t>
            </a:r>
            <a:r>
              <a:rPr spc="575" dirty="0"/>
              <a:t> </a:t>
            </a:r>
            <a:r>
              <a:rPr dirty="0"/>
              <a:t>mềm</a:t>
            </a:r>
            <a:r>
              <a:rPr spc="585" dirty="0"/>
              <a:t> </a:t>
            </a:r>
            <a:r>
              <a:rPr dirty="0"/>
              <a:t>giám</a:t>
            </a:r>
            <a:r>
              <a:rPr spc="570" dirty="0"/>
              <a:t> </a:t>
            </a:r>
            <a:r>
              <a:rPr dirty="0"/>
              <a:t>sát</a:t>
            </a:r>
            <a:r>
              <a:rPr spc="585" dirty="0"/>
              <a:t> </a:t>
            </a:r>
            <a:r>
              <a:rPr dirty="0"/>
              <a:t>máy</a:t>
            </a:r>
            <a:r>
              <a:rPr spc="575" dirty="0"/>
              <a:t> </a:t>
            </a:r>
            <a:r>
              <a:rPr dirty="0"/>
              <a:t>ảo</a:t>
            </a:r>
            <a:r>
              <a:rPr spc="580" dirty="0"/>
              <a:t> </a:t>
            </a:r>
            <a:r>
              <a:rPr dirty="0"/>
              <a:t>điều</a:t>
            </a:r>
            <a:r>
              <a:rPr spc="570" dirty="0"/>
              <a:t> </a:t>
            </a:r>
            <a:r>
              <a:rPr dirty="0"/>
              <a:t>phối</a:t>
            </a:r>
            <a:r>
              <a:rPr spc="570" dirty="0"/>
              <a:t> </a:t>
            </a:r>
            <a:r>
              <a:rPr dirty="0"/>
              <a:t>quyền</a:t>
            </a:r>
            <a:r>
              <a:rPr spc="585" dirty="0"/>
              <a:t> </a:t>
            </a:r>
            <a:r>
              <a:rPr dirty="0"/>
              <a:t>truy</a:t>
            </a:r>
            <a:r>
              <a:rPr spc="580" dirty="0"/>
              <a:t> </a:t>
            </a:r>
            <a:r>
              <a:rPr dirty="0"/>
              <a:t>cập</a:t>
            </a:r>
            <a:r>
              <a:rPr spc="575" dirty="0"/>
              <a:t> </a:t>
            </a:r>
            <a:r>
              <a:rPr dirty="0"/>
              <a:t>vào</a:t>
            </a:r>
            <a:r>
              <a:rPr spc="580" dirty="0"/>
              <a:t> </a:t>
            </a:r>
            <a:r>
              <a:rPr spc="-25" dirty="0"/>
              <a:t>môi </a:t>
            </a:r>
            <a:r>
              <a:rPr dirty="0"/>
              <a:t>trường</a:t>
            </a:r>
            <a:r>
              <a:rPr spc="420" dirty="0"/>
              <a:t> </a:t>
            </a:r>
            <a:r>
              <a:rPr dirty="0"/>
              <a:t>vật</a:t>
            </a:r>
            <a:r>
              <a:rPr spc="425" dirty="0"/>
              <a:t> </a:t>
            </a:r>
            <a:r>
              <a:rPr dirty="0"/>
              <a:t>lý</a:t>
            </a:r>
            <a:r>
              <a:rPr spc="425" dirty="0"/>
              <a:t> </a:t>
            </a:r>
            <a:r>
              <a:rPr dirty="0"/>
              <a:t>để</a:t>
            </a:r>
            <a:r>
              <a:rPr spc="425" dirty="0"/>
              <a:t> </a:t>
            </a:r>
            <a:r>
              <a:rPr dirty="0"/>
              <a:t>một</a:t>
            </a:r>
            <a:r>
              <a:rPr spc="425" dirty="0"/>
              <a:t> </a:t>
            </a:r>
            <a:r>
              <a:rPr dirty="0"/>
              <a:t>số</a:t>
            </a:r>
            <a:r>
              <a:rPr spc="415" dirty="0"/>
              <a:t> </a:t>
            </a:r>
            <a:r>
              <a:rPr dirty="0"/>
              <a:t>máy</a:t>
            </a:r>
            <a:r>
              <a:rPr spc="434" dirty="0"/>
              <a:t> </a:t>
            </a:r>
            <a:r>
              <a:rPr dirty="0"/>
              <a:t>ảo</a:t>
            </a:r>
            <a:r>
              <a:rPr spc="415" dirty="0"/>
              <a:t> </a:t>
            </a:r>
            <a:r>
              <a:rPr dirty="0"/>
              <a:t>có</a:t>
            </a:r>
            <a:r>
              <a:rPr spc="425" dirty="0"/>
              <a:t> </a:t>
            </a:r>
            <a:r>
              <a:rPr dirty="0"/>
              <a:t>quyền</a:t>
            </a:r>
            <a:r>
              <a:rPr spc="425" dirty="0"/>
              <a:t> </a:t>
            </a:r>
            <a:r>
              <a:rPr dirty="0"/>
              <a:t>truy</a:t>
            </a:r>
            <a:r>
              <a:rPr spc="430" dirty="0"/>
              <a:t> </a:t>
            </a:r>
            <a:r>
              <a:rPr dirty="0"/>
              <a:t>cập</a:t>
            </a:r>
            <a:r>
              <a:rPr spc="425" dirty="0"/>
              <a:t> </a:t>
            </a:r>
            <a:r>
              <a:rPr dirty="0"/>
              <a:t>vào</a:t>
            </a:r>
            <a:r>
              <a:rPr spc="425" dirty="0"/>
              <a:t> </a:t>
            </a:r>
            <a:r>
              <a:rPr dirty="0"/>
              <a:t>phần</a:t>
            </a:r>
            <a:r>
              <a:rPr spc="430" dirty="0"/>
              <a:t> </a:t>
            </a:r>
            <a:r>
              <a:rPr spc="-25" dirty="0"/>
              <a:t>tài </a:t>
            </a:r>
            <a:r>
              <a:rPr dirty="0"/>
              <a:t>nguyên</a:t>
            </a:r>
            <a:r>
              <a:rPr spc="-50" dirty="0"/>
              <a:t> </a:t>
            </a:r>
            <a:r>
              <a:rPr dirty="0"/>
              <a:t>vật</a:t>
            </a:r>
            <a:r>
              <a:rPr spc="-25" dirty="0"/>
              <a:t> </a:t>
            </a:r>
            <a:r>
              <a:rPr dirty="0"/>
              <a:t>lý</a:t>
            </a:r>
            <a:r>
              <a:rPr spc="-10" dirty="0"/>
              <a:t> </a:t>
            </a:r>
            <a:r>
              <a:rPr dirty="0"/>
              <a:t>của</a:t>
            </a:r>
            <a:r>
              <a:rPr spc="-30" dirty="0"/>
              <a:t> </a:t>
            </a:r>
            <a:r>
              <a:rPr dirty="0"/>
              <a:t>riêng</a:t>
            </a:r>
            <a:r>
              <a:rPr spc="-15" dirty="0"/>
              <a:t> </a:t>
            </a:r>
            <a:r>
              <a:rPr spc="-10" dirty="0"/>
              <a:t>chúng.</a:t>
            </a: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/>
              <a:t>Thông</a:t>
            </a:r>
            <a:r>
              <a:rPr spc="-35" dirty="0"/>
              <a:t> </a:t>
            </a:r>
            <a:r>
              <a:rPr dirty="0"/>
              <a:t>thường</a:t>
            </a:r>
            <a:r>
              <a:rPr spc="-20" dirty="0"/>
              <a:t> </a:t>
            </a:r>
            <a:r>
              <a:rPr dirty="0"/>
              <a:t>có</a:t>
            </a:r>
            <a:r>
              <a:rPr spc="-20" dirty="0"/>
              <a:t> </a:t>
            </a:r>
            <a:r>
              <a:rPr dirty="0"/>
              <a:t>2</a:t>
            </a:r>
            <a:r>
              <a:rPr spc="-5" dirty="0"/>
              <a:t> </a:t>
            </a:r>
            <a:r>
              <a:rPr dirty="0"/>
              <a:t>loại</a:t>
            </a:r>
            <a:r>
              <a:rPr spc="-5" dirty="0"/>
              <a:t> </a:t>
            </a:r>
            <a:r>
              <a:rPr dirty="0"/>
              <a:t>phần</a:t>
            </a:r>
            <a:r>
              <a:rPr spc="-35" dirty="0"/>
              <a:t> </a:t>
            </a:r>
            <a:r>
              <a:rPr dirty="0"/>
              <a:t>mềm</a:t>
            </a:r>
            <a:r>
              <a:rPr spc="-10" dirty="0"/>
              <a:t> </a:t>
            </a:r>
            <a:r>
              <a:rPr dirty="0"/>
              <a:t>giám</a:t>
            </a:r>
            <a:r>
              <a:rPr spc="-10" dirty="0"/>
              <a:t> </a:t>
            </a:r>
            <a:r>
              <a:rPr dirty="0"/>
              <a:t>sát máy</a:t>
            </a:r>
            <a:r>
              <a:rPr spc="-10" dirty="0"/>
              <a:t> </a:t>
            </a:r>
            <a:r>
              <a:rPr spc="-25" dirty="0"/>
              <a:t>ảo.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B9ED7-638E-F28D-858E-6A434E43FD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08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0" dirty="0"/>
              <a:t> </a:t>
            </a:r>
            <a:r>
              <a:rPr sz="3600" dirty="0"/>
              <a:t>NGUYÊN</a:t>
            </a:r>
            <a:r>
              <a:rPr sz="3600" spc="-10" dirty="0"/>
              <a:t> </a:t>
            </a:r>
            <a:r>
              <a:rPr sz="3600" dirty="0"/>
              <a:t>LÝ</a:t>
            </a:r>
            <a:r>
              <a:rPr sz="3600" spc="-20" dirty="0"/>
              <a:t> </a:t>
            </a:r>
            <a:r>
              <a:rPr sz="3600" dirty="0"/>
              <a:t>HOẠT</a:t>
            </a:r>
            <a:r>
              <a:rPr sz="3600" spc="-5" dirty="0"/>
              <a:t> </a:t>
            </a:r>
            <a:r>
              <a:rPr sz="3600" spc="-20" dirty="0"/>
              <a:t>ĐỘNG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44041" y="1086053"/>
            <a:ext cx="10868660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6350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giám</a:t>
            </a:r>
            <a:r>
              <a:rPr sz="3000" spc="3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sát</a:t>
            </a:r>
            <a:r>
              <a:rPr sz="3000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3000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sz="3000" spc="3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cũng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gọi</a:t>
            </a:r>
            <a:r>
              <a:rPr sz="3000" spc="4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4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mềm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giám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sát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bare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metal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trực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tiếp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cứng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máy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tính.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giám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sát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số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hệ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điều</a:t>
            </a:r>
            <a:r>
              <a:rPr sz="30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mang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lại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hiệu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cao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nhờ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tương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tác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trực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tiếp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3000" spc="1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các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lý.</a:t>
            </a:r>
            <a:endParaRPr sz="3000">
              <a:latin typeface="Times New Roman"/>
              <a:cs typeface="Times New Roman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giám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sát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phần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cứng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 với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 điều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 có.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 loại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mềm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giám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sát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khi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nhiều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điều</a:t>
            </a:r>
            <a:r>
              <a:rPr sz="3000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duy 	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nhất.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01309-B5C4-771A-B55A-32141CDCC4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009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ẢO</a:t>
            </a:r>
            <a:r>
              <a:rPr sz="3600" spc="-15" dirty="0"/>
              <a:t> </a:t>
            </a:r>
            <a:r>
              <a:rPr sz="3600" dirty="0"/>
              <a:t>HÓA CỦA </a:t>
            </a:r>
            <a:r>
              <a:rPr sz="3600" spc="-10" dirty="0"/>
              <a:t>VMWARE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Ảo</a:t>
            </a:r>
            <a:r>
              <a:rPr spc="310" dirty="0"/>
              <a:t> </a:t>
            </a:r>
            <a:r>
              <a:rPr dirty="0"/>
              <a:t>hóa</a:t>
            </a:r>
            <a:r>
              <a:rPr spc="320" dirty="0"/>
              <a:t> </a:t>
            </a:r>
            <a:r>
              <a:rPr dirty="0"/>
              <a:t>của</a:t>
            </a:r>
            <a:r>
              <a:rPr spc="325" dirty="0"/>
              <a:t> </a:t>
            </a:r>
            <a:r>
              <a:rPr dirty="0"/>
              <a:t>VMware</a:t>
            </a:r>
            <a:r>
              <a:rPr spc="315" dirty="0"/>
              <a:t> </a:t>
            </a:r>
            <a:r>
              <a:rPr dirty="0"/>
              <a:t>hoạt</a:t>
            </a:r>
            <a:r>
              <a:rPr spc="310" dirty="0"/>
              <a:t> </a:t>
            </a:r>
            <a:r>
              <a:rPr dirty="0"/>
              <a:t>động</a:t>
            </a:r>
            <a:r>
              <a:rPr spc="315" dirty="0"/>
              <a:t> </a:t>
            </a:r>
            <a:r>
              <a:rPr dirty="0"/>
              <a:t>bằng</a:t>
            </a:r>
            <a:r>
              <a:rPr spc="320" dirty="0"/>
              <a:t> </a:t>
            </a:r>
            <a:r>
              <a:rPr dirty="0"/>
              <a:t>cách</a:t>
            </a:r>
            <a:r>
              <a:rPr spc="320" dirty="0"/>
              <a:t> </a:t>
            </a:r>
            <a:r>
              <a:rPr dirty="0"/>
              <a:t>chèn</a:t>
            </a:r>
            <a:r>
              <a:rPr spc="320" dirty="0"/>
              <a:t> </a:t>
            </a:r>
            <a:r>
              <a:rPr dirty="0"/>
              <a:t>một</a:t>
            </a:r>
            <a:r>
              <a:rPr spc="310" dirty="0"/>
              <a:t> </a:t>
            </a:r>
            <a:r>
              <a:rPr dirty="0"/>
              <a:t>“lớp</a:t>
            </a:r>
            <a:r>
              <a:rPr spc="310" dirty="0"/>
              <a:t> </a:t>
            </a:r>
            <a:r>
              <a:rPr spc="-10" dirty="0"/>
              <a:t>mỏng” </a:t>
            </a:r>
            <a:r>
              <a:rPr dirty="0"/>
              <a:t>(thin</a:t>
            </a:r>
            <a:r>
              <a:rPr spc="130" dirty="0"/>
              <a:t> </a:t>
            </a:r>
            <a:r>
              <a:rPr dirty="0"/>
              <a:t>layer)</a:t>
            </a:r>
            <a:r>
              <a:rPr spc="125" dirty="0"/>
              <a:t> </a:t>
            </a:r>
            <a:r>
              <a:rPr dirty="0"/>
              <a:t>phần</a:t>
            </a:r>
            <a:r>
              <a:rPr spc="130" dirty="0"/>
              <a:t> </a:t>
            </a:r>
            <a:r>
              <a:rPr dirty="0"/>
              <a:t>mềm</a:t>
            </a:r>
            <a:r>
              <a:rPr spc="125" dirty="0"/>
              <a:t> </a:t>
            </a:r>
            <a:r>
              <a:rPr dirty="0"/>
              <a:t>trực</a:t>
            </a:r>
            <a:r>
              <a:rPr spc="140" dirty="0"/>
              <a:t> </a:t>
            </a:r>
            <a:r>
              <a:rPr dirty="0"/>
              <a:t>tiếp</a:t>
            </a:r>
            <a:r>
              <a:rPr spc="135" dirty="0"/>
              <a:t> </a:t>
            </a:r>
            <a:r>
              <a:rPr dirty="0"/>
              <a:t>lên</a:t>
            </a:r>
            <a:r>
              <a:rPr spc="120" dirty="0"/>
              <a:t> </a:t>
            </a:r>
            <a:r>
              <a:rPr dirty="0"/>
              <a:t>trên</a:t>
            </a:r>
            <a:r>
              <a:rPr spc="130" dirty="0"/>
              <a:t> </a:t>
            </a:r>
            <a:r>
              <a:rPr dirty="0"/>
              <a:t>phần</a:t>
            </a:r>
            <a:r>
              <a:rPr spc="125" dirty="0"/>
              <a:t> </a:t>
            </a:r>
            <a:r>
              <a:rPr dirty="0"/>
              <a:t>cứng</a:t>
            </a:r>
            <a:r>
              <a:rPr spc="120" dirty="0"/>
              <a:t> </a:t>
            </a:r>
            <a:r>
              <a:rPr dirty="0"/>
              <a:t>máy</a:t>
            </a:r>
            <a:r>
              <a:rPr spc="135" dirty="0"/>
              <a:t> </a:t>
            </a:r>
            <a:r>
              <a:rPr dirty="0"/>
              <a:t>chủ</a:t>
            </a:r>
            <a:r>
              <a:rPr spc="114" dirty="0"/>
              <a:t> </a:t>
            </a:r>
            <a:r>
              <a:rPr dirty="0"/>
              <a:t>vật</a:t>
            </a:r>
            <a:r>
              <a:rPr spc="125" dirty="0"/>
              <a:t> </a:t>
            </a:r>
            <a:r>
              <a:rPr spc="-25" dirty="0"/>
              <a:t>lý </a:t>
            </a:r>
            <a:r>
              <a:rPr dirty="0"/>
              <a:t>hay</a:t>
            </a:r>
            <a:r>
              <a:rPr spc="155" dirty="0"/>
              <a:t> </a:t>
            </a:r>
            <a:r>
              <a:rPr dirty="0"/>
              <a:t>lên</a:t>
            </a:r>
            <a:r>
              <a:rPr spc="145" dirty="0"/>
              <a:t> </a:t>
            </a:r>
            <a:r>
              <a:rPr dirty="0"/>
              <a:t>trên</a:t>
            </a:r>
            <a:r>
              <a:rPr spc="155" dirty="0"/>
              <a:t> </a:t>
            </a:r>
            <a:r>
              <a:rPr dirty="0"/>
              <a:t>hệ</a:t>
            </a:r>
            <a:r>
              <a:rPr spc="140" dirty="0"/>
              <a:t> </a:t>
            </a:r>
            <a:r>
              <a:rPr dirty="0"/>
              <a:t>điều</a:t>
            </a:r>
            <a:r>
              <a:rPr spc="140" dirty="0"/>
              <a:t> </a:t>
            </a:r>
            <a:r>
              <a:rPr dirty="0"/>
              <a:t>hành</a:t>
            </a:r>
            <a:r>
              <a:rPr spc="145" dirty="0"/>
              <a:t> </a:t>
            </a:r>
            <a:r>
              <a:rPr dirty="0"/>
              <a:t>chủ</a:t>
            </a:r>
            <a:r>
              <a:rPr spc="155" dirty="0"/>
              <a:t> </a:t>
            </a:r>
            <a:r>
              <a:rPr dirty="0"/>
              <a:t>(host</a:t>
            </a:r>
            <a:r>
              <a:rPr spc="140" dirty="0"/>
              <a:t> </a:t>
            </a:r>
            <a:r>
              <a:rPr dirty="0"/>
              <a:t>OS).</a:t>
            </a:r>
            <a:r>
              <a:rPr spc="140" dirty="0"/>
              <a:t> </a:t>
            </a:r>
            <a:r>
              <a:rPr dirty="0"/>
              <a:t>Còn</a:t>
            </a:r>
            <a:r>
              <a:rPr spc="135" dirty="0"/>
              <a:t> </a:t>
            </a:r>
            <a:r>
              <a:rPr dirty="0"/>
              <a:t>được</a:t>
            </a:r>
            <a:r>
              <a:rPr spc="150" dirty="0"/>
              <a:t> </a:t>
            </a:r>
            <a:r>
              <a:rPr dirty="0"/>
              <a:t>gọi</a:t>
            </a:r>
            <a:r>
              <a:rPr spc="145" dirty="0"/>
              <a:t> </a:t>
            </a:r>
            <a:r>
              <a:rPr dirty="0"/>
              <a:t>là</a:t>
            </a:r>
            <a:r>
              <a:rPr spc="140" dirty="0"/>
              <a:t> </a:t>
            </a:r>
            <a:r>
              <a:rPr dirty="0"/>
              <a:t>bộ</a:t>
            </a:r>
            <a:r>
              <a:rPr spc="145" dirty="0"/>
              <a:t> </a:t>
            </a:r>
            <a:r>
              <a:rPr spc="-20" dirty="0"/>
              <a:t>phận </a:t>
            </a:r>
            <a:r>
              <a:rPr dirty="0"/>
              <a:t>giám</a:t>
            </a:r>
            <a:r>
              <a:rPr spc="445" dirty="0"/>
              <a:t> </a:t>
            </a:r>
            <a:r>
              <a:rPr dirty="0"/>
              <a:t>sát</a:t>
            </a:r>
            <a:r>
              <a:rPr spc="440" dirty="0"/>
              <a:t> </a:t>
            </a:r>
            <a:r>
              <a:rPr dirty="0"/>
              <a:t>các</a:t>
            </a:r>
            <a:r>
              <a:rPr spc="459" dirty="0"/>
              <a:t> </a:t>
            </a:r>
            <a:r>
              <a:rPr dirty="0"/>
              <a:t>máy</a:t>
            </a:r>
            <a:r>
              <a:rPr spc="445" dirty="0"/>
              <a:t> </a:t>
            </a:r>
            <a:r>
              <a:rPr dirty="0"/>
              <a:t>chủ</a:t>
            </a:r>
            <a:r>
              <a:rPr spc="455" dirty="0"/>
              <a:t> </a:t>
            </a:r>
            <a:r>
              <a:rPr dirty="0"/>
              <a:t>ảo</a:t>
            </a:r>
            <a:r>
              <a:rPr spc="450" dirty="0"/>
              <a:t> </a:t>
            </a:r>
            <a:r>
              <a:rPr dirty="0"/>
              <a:t>hay</a:t>
            </a:r>
            <a:r>
              <a:rPr spc="450" dirty="0"/>
              <a:t> </a:t>
            </a:r>
            <a:r>
              <a:rPr dirty="0"/>
              <a:t>“hypervisor”</a:t>
            </a:r>
            <a:r>
              <a:rPr spc="450" dirty="0"/>
              <a:t> </a:t>
            </a:r>
            <a:r>
              <a:rPr dirty="0"/>
              <a:t>để</a:t>
            </a:r>
            <a:r>
              <a:rPr spc="459" dirty="0"/>
              <a:t> </a:t>
            </a:r>
            <a:r>
              <a:rPr dirty="0"/>
              <a:t>cấp</a:t>
            </a:r>
            <a:r>
              <a:rPr spc="440" dirty="0"/>
              <a:t> </a:t>
            </a:r>
            <a:r>
              <a:rPr dirty="0"/>
              <a:t>phát</a:t>
            </a:r>
            <a:r>
              <a:rPr spc="455" dirty="0"/>
              <a:t> </a:t>
            </a:r>
            <a:r>
              <a:rPr dirty="0"/>
              <a:t>động</a:t>
            </a:r>
            <a:r>
              <a:rPr spc="455" dirty="0"/>
              <a:t> </a:t>
            </a:r>
            <a:r>
              <a:rPr spc="-25" dirty="0"/>
              <a:t>và </a:t>
            </a:r>
            <a:r>
              <a:rPr dirty="0"/>
              <a:t>trong</a:t>
            </a:r>
            <a:r>
              <a:rPr spc="-25" dirty="0"/>
              <a:t> </a:t>
            </a:r>
            <a:r>
              <a:rPr dirty="0"/>
              <a:t>suốt các</a:t>
            </a:r>
            <a:r>
              <a:rPr spc="-5" dirty="0"/>
              <a:t> </a:t>
            </a:r>
            <a:r>
              <a:rPr dirty="0"/>
              <a:t>tài</a:t>
            </a:r>
            <a:r>
              <a:rPr spc="-5" dirty="0"/>
              <a:t> </a:t>
            </a:r>
            <a:r>
              <a:rPr dirty="0"/>
              <a:t>nguyên</a:t>
            </a:r>
            <a:r>
              <a:rPr spc="-40" dirty="0"/>
              <a:t> </a:t>
            </a:r>
            <a:r>
              <a:rPr dirty="0"/>
              <a:t>phần</a:t>
            </a:r>
            <a:r>
              <a:rPr spc="-25" dirty="0"/>
              <a:t> </a:t>
            </a:r>
            <a:r>
              <a:rPr spc="-10" dirty="0"/>
              <a:t>cứng.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Nhiều</a:t>
            </a:r>
            <a:r>
              <a:rPr spc="459" dirty="0"/>
              <a:t> </a:t>
            </a:r>
            <a:r>
              <a:rPr dirty="0"/>
              <a:t>hệ</a:t>
            </a:r>
            <a:r>
              <a:rPr spc="465" dirty="0"/>
              <a:t> </a:t>
            </a:r>
            <a:r>
              <a:rPr dirty="0"/>
              <a:t>điều</a:t>
            </a:r>
            <a:r>
              <a:rPr spc="459" dirty="0"/>
              <a:t> </a:t>
            </a:r>
            <a:r>
              <a:rPr dirty="0"/>
              <a:t>hành</a:t>
            </a:r>
            <a:r>
              <a:rPr spc="465" dirty="0"/>
              <a:t> </a:t>
            </a:r>
            <a:r>
              <a:rPr dirty="0"/>
              <a:t>chạy</a:t>
            </a:r>
            <a:r>
              <a:rPr spc="465" dirty="0"/>
              <a:t> </a:t>
            </a:r>
            <a:r>
              <a:rPr dirty="0"/>
              <a:t>đồng</a:t>
            </a:r>
            <a:r>
              <a:rPr spc="465" dirty="0"/>
              <a:t> </a:t>
            </a:r>
            <a:r>
              <a:rPr dirty="0"/>
              <a:t>thời</a:t>
            </a:r>
            <a:r>
              <a:rPr spc="470" dirty="0"/>
              <a:t> </a:t>
            </a:r>
            <a:r>
              <a:rPr dirty="0"/>
              <a:t>trên</a:t>
            </a:r>
            <a:r>
              <a:rPr spc="465" dirty="0"/>
              <a:t> </a:t>
            </a:r>
            <a:r>
              <a:rPr dirty="0"/>
              <a:t>một</a:t>
            </a:r>
            <a:r>
              <a:rPr spc="459" dirty="0"/>
              <a:t> </a:t>
            </a:r>
            <a:r>
              <a:rPr dirty="0"/>
              <a:t>máy</a:t>
            </a:r>
            <a:r>
              <a:rPr spc="470" dirty="0"/>
              <a:t> </a:t>
            </a:r>
            <a:r>
              <a:rPr dirty="0"/>
              <a:t>chủ</a:t>
            </a:r>
            <a:r>
              <a:rPr spc="465" dirty="0"/>
              <a:t> </a:t>
            </a:r>
            <a:r>
              <a:rPr dirty="0"/>
              <a:t>vật</a:t>
            </a:r>
            <a:r>
              <a:rPr spc="470" dirty="0"/>
              <a:t> </a:t>
            </a:r>
            <a:r>
              <a:rPr dirty="0"/>
              <a:t>lý</a:t>
            </a:r>
            <a:r>
              <a:rPr spc="465" dirty="0"/>
              <a:t> </a:t>
            </a:r>
            <a:r>
              <a:rPr spc="-25" dirty="0"/>
              <a:t>và </a:t>
            </a:r>
            <a:r>
              <a:rPr dirty="0"/>
              <a:t>dùng</a:t>
            </a:r>
            <a:r>
              <a:rPr spc="-30" dirty="0"/>
              <a:t> </a:t>
            </a:r>
            <a:r>
              <a:rPr dirty="0"/>
              <a:t>chung</a:t>
            </a:r>
            <a:r>
              <a:rPr spc="-25" dirty="0"/>
              <a:t> </a:t>
            </a:r>
            <a:r>
              <a:rPr dirty="0"/>
              <a:t>các</a:t>
            </a:r>
            <a:r>
              <a:rPr spc="-5" dirty="0"/>
              <a:t> </a:t>
            </a:r>
            <a:r>
              <a:rPr dirty="0"/>
              <a:t>tài</a:t>
            </a:r>
            <a:r>
              <a:rPr spc="-10" dirty="0"/>
              <a:t> nguyên.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D5006-6393-DD5F-6A2E-5AF6A51088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009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ẢO</a:t>
            </a:r>
            <a:r>
              <a:rPr sz="3600" spc="-15" dirty="0"/>
              <a:t> </a:t>
            </a:r>
            <a:r>
              <a:rPr sz="3600" dirty="0"/>
              <a:t>HÓA CỦA </a:t>
            </a:r>
            <a:r>
              <a:rPr sz="3600" spc="-10" dirty="0"/>
              <a:t>VMWARE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3772" y="1066800"/>
            <a:ext cx="10049256" cy="5486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08EE09-52F6-BEEF-6103-A99403B0D4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08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0" dirty="0"/>
              <a:t> </a:t>
            </a:r>
            <a:r>
              <a:rPr sz="3600" dirty="0"/>
              <a:t>NGUYÊN</a:t>
            </a:r>
            <a:r>
              <a:rPr sz="3600" spc="-10" dirty="0"/>
              <a:t> </a:t>
            </a:r>
            <a:r>
              <a:rPr sz="3600" dirty="0"/>
              <a:t>LÝ</a:t>
            </a:r>
            <a:r>
              <a:rPr sz="3600" spc="-20" dirty="0"/>
              <a:t> </a:t>
            </a:r>
            <a:r>
              <a:rPr sz="3600" dirty="0"/>
              <a:t>HOẠT</a:t>
            </a:r>
            <a:r>
              <a:rPr sz="3600" spc="-5" dirty="0"/>
              <a:t> </a:t>
            </a:r>
            <a:r>
              <a:rPr sz="3600" spc="-20" dirty="0"/>
              <a:t>ĐỘNG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Mặc</a:t>
            </a:r>
            <a:r>
              <a:rPr spc="30" dirty="0"/>
              <a:t> </a:t>
            </a:r>
            <a:r>
              <a:rPr dirty="0"/>
              <a:t>dù</a:t>
            </a:r>
            <a:r>
              <a:rPr spc="25" dirty="0"/>
              <a:t> </a:t>
            </a:r>
            <a:r>
              <a:rPr dirty="0"/>
              <a:t>hiệu</a:t>
            </a:r>
            <a:r>
              <a:rPr spc="40" dirty="0"/>
              <a:t> </a:t>
            </a:r>
            <a:r>
              <a:rPr dirty="0"/>
              <a:t>suất</a:t>
            </a:r>
            <a:r>
              <a:rPr spc="25" dirty="0"/>
              <a:t> </a:t>
            </a:r>
            <a:r>
              <a:rPr dirty="0"/>
              <a:t>của</a:t>
            </a:r>
            <a:r>
              <a:rPr spc="20" dirty="0"/>
              <a:t> </a:t>
            </a:r>
            <a:r>
              <a:rPr dirty="0"/>
              <a:t>hệ</a:t>
            </a:r>
            <a:r>
              <a:rPr spc="35" dirty="0"/>
              <a:t> </a:t>
            </a:r>
            <a:r>
              <a:rPr dirty="0"/>
              <a:t>thống</a:t>
            </a:r>
            <a:r>
              <a:rPr spc="25" dirty="0"/>
              <a:t> </a:t>
            </a:r>
            <a:r>
              <a:rPr dirty="0"/>
              <a:t>ảo</a:t>
            </a:r>
            <a:r>
              <a:rPr spc="35" dirty="0"/>
              <a:t> </a:t>
            </a:r>
            <a:r>
              <a:rPr dirty="0"/>
              <a:t>này</a:t>
            </a:r>
            <a:r>
              <a:rPr spc="20" dirty="0"/>
              <a:t> </a:t>
            </a:r>
            <a:r>
              <a:rPr dirty="0"/>
              <a:t>không</a:t>
            </a:r>
            <a:r>
              <a:rPr spc="10" dirty="0"/>
              <a:t> </a:t>
            </a:r>
            <a:r>
              <a:rPr dirty="0"/>
              <a:t>bằng</a:t>
            </a:r>
            <a:r>
              <a:rPr spc="30" dirty="0"/>
              <a:t> </a:t>
            </a:r>
            <a:r>
              <a:rPr dirty="0"/>
              <a:t>hiệu</a:t>
            </a:r>
            <a:r>
              <a:rPr spc="30" dirty="0"/>
              <a:t> </a:t>
            </a:r>
            <a:r>
              <a:rPr dirty="0"/>
              <a:t>suất</a:t>
            </a:r>
            <a:r>
              <a:rPr spc="25" dirty="0"/>
              <a:t> </a:t>
            </a:r>
            <a:r>
              <a:rPr dirty="0"/>
              <a:t>của</a:t>
            </a:r>
            <a:r>
              <a:rPr spc="35" dirty="0"/>
              <a:t> </a:t>
            </a:r>
            <a:r>
              <a:rPr spc="-25" dirty="0"/>
              <a:t>hệ </a:t>
            </a:r>
            <a:r>
              <a:rPr dirty="0"/>
              <a:t>điều</a:t>
            </a:r>
            <a:r>
              <a:rPr spc="110" dirty="0"/>
              <a:t> </a:t>
            </a:r>
            <a:r>
              <a:rPr dirty="0"/>
              <a:t>hành</a:t>
            </a:r>
            <a:r>
              <a:rPr spc="114" dirty="0"/>
              <a:t> </a:t>
            </a:r>
            <a:r>
              <a:rPr dirty="0"/>
              <a:t>chạy</a:t>
            </a:r>
            <a:r>
              <a:rPr spc="125" dirty="0"/>
              <a:t> </a:t>
            </a:r>
            <a:r>
              <a:rPr dirty="0"/>
              <a:t>trên</a:t>
            </a:r>
            <a:r>
              <a:rPr spc="114" dirty="0"/>
              <a:t> </a:t>
            </a:r>
            <a:r>
              <a:rPr dirty="0"/>
              <a:t>phần</a:t>
            </a:r>
            <a:r>
              <a:rPr spc="105" dirty="0"/>
              <a:t> </a:t>
            </a:r>
            <a:r>
              <a:rPr dirty="0"/>
              <a:t>cứng</a:t>
            </a:r>
            <a:r>
              <a:rPr spc="125" dirty="0"/>
              <a:t> </a:t>
            </a:r>
            <a:r>
              <a:rPr dirty="0"/>
              <a:t>thực,</a:t>
            </a:r>
            <a:r>
              <a:rPr spc="114" dirty="0"/>
              <a:t> </a:t>
            </a:r>
            <a:r>
              <a:rPr dirty="0"/>
              <a:t>nhưng</a:t>
            </a:r>
            <a:r>
              <a:rPr spc="105" dirty="0"/>
              <a:t> </a:t>
            </a:r>
            <a:r>
              <a:rPr dirty="0"/>
              <a:t>khái</a:t>
            </a:r>
            <a:r>
              <a:rPr spc="114" dirty="0"/>
              <a:t> </a:t>
            </a:r>
            <a:r>
              <a:rPr dirty="0"/>
              <a:t>niệm</a:t>
            </a:r>
            <a:r>
              <a:rPr spc="120" dirty="0"/>
              <a:t> </a:t>
            </a:r>
            <a:r>
              <a:rPr dirty="0"/>
              <a:t>ảo</a:t>
            </a:r>
            <a:r>
              <a:rPr spc="120" dirty="0"/>
              <a:t> </a:t>
            </a:r>
            <a:r>
              <a:rPr dirty="0"/>
              <a:t>hóa</a:t>
            </a:r>
            <a:r>
              <a:rPr spc="105" dirty="0"/>
              <a:t> </a:t>
            </a:r>
            <a:r>
              <a:rPr spc="-20" dirty="0"/>
              <a:t>hoạt </a:t>
            </a:r>
            <a:r>
              <a:rPr dirty="0"/>
              <a:t>động</a:t>
            </a:r>
            <a:r>
              <a:rPr spc="60" dirty="0"/>
              <a:t> </a:t>
            </a:r>
            <a:r>
              <a:rPr dirty="0"/>
              <a:t>vì</a:t>
            </a:r>
            <a:r>
              <a:rPr spc="60" dirty="0"/>
              <a:t> </a:t>
            </a:r>
            <a:r>
              <a:rPr dirty="0"/>
              <a:t>hầu</a:t>
            </a:r>
            <a:r>
              <a:rPr spc="65" dirty="0"/>
              <a:t> </a:t>
            </a:r>
            <a:r>
              <a:rPr dirty="0"/>
              <a:t>hết</a:t>
            </a:r>
            <a:r>
              <a:rPr spc="55" dirty="0"/>
              <a:t> </a:t>
            </a:r>
            <a:r>
              <a:rPr dirty="0"/>
              <a:t>các</a:t>
            </a:r>
            <a:r>
              <a:rPr spc="70" dirty="0"/>
              <a:t> </a:t>
            </a:r>
            <a:r>
              <a:rPr dirty="0"/>
              <a:t>hệ</a:t>
            </a:r>
            <a:r>
              <a:rPr spc="65" dirty="0"/>
              <a:t> </a:t>
            </a:r>
            <a:r>
              <a:rPr dirty="0"/>
              <a:t>điều</a:t>
            </a:r>
            <a:r>
              <a:rPr spc="60" dirty="0"/>
              <a:t> </a:t>
            </a:r>
            <a:r>
              <a:rPr dirty="0"/>
              <a:t>hành</a:t>
            </a:r>
            <a:r>
              <a:rPr spc="60" dirty="0"/>
              <a:t> </a:t>
            </a:r>
            <a:r>
              <a:rPr dirty="0"/>
              <a:t>khách</a:t>
            </a:r>
            <a:r>
              <a:rPr spc="75" dirty="0"/>
              <a:t> </a:t>
            </a:r>
            <a:r>
              <a:rPr dirty="0"/>
              <a:t>và</a:t>
            </a:r>
            <a:r>
              <a:rPr spc="75" dirty="0"/>
              <a:t> </a:t>
            </a:r>
            <a:r>
              <a:rPr dirty="0"/>
              <a:t>ứng</a:t>
            </a:r>
            <a:r>
              <a:rPr spc="55" dirty="0"/>
              <a:t> </a:t>
            </a:r>
            <a:r>
              <a:rPr dirty="0"/>
              <a:t>dụng</a:t>
            </a:r>
            <a:r>
              <a:rPr spc="60" dirty="0"/>
              <a:t> </a:t>
            </a:r>
            <a:r>
              <a:rPr dirty="0"/>
              <a:t>không</a:t>
            </a:r>
            <a:r>
              <a:rPr spc="65" dirty="0"/>
              <a:t> </a:t>
            </a:r>
            <a:r>
              <a:rPr dirty="0"/>
              <a:t>cần</a:t>
            </a:r>
            <a:r>
              <a:rPr spc="75" dirty="0"/>
              <a:t> </a:t>
            </a:r>
            <a:r>
              <a:rPr spc="-25" dirty="0"/>
              <a:t>sử </a:t>
            </a:r>
            <a:r>
              <a:rPr dirty="0"/>
              <a:t>dụng</a:t>
            </a:r>
            <a:r>
              <a:rPr spc="-40" dirty="0"/>
              <a:t> </a:t>
            </a:r>
            <a:r>
              <a:rPr dirty="0"/>
              <a:t>toàn</a:t>
            </a:r>
            <a:r>
              <a:rPr spc="-10" dirty="0"/>
              <a:t> </a:t>
            </a:r>
            <a:r>
              <a:rPr dirty="0"/>
              <a:t>bộ</a:t>
            </a:r>
            <a:r>
              <a:rPr spc="-20" dirty="0"/>
              <a:t> </a:t>
            </a:r>
            <a:r>
              <a:rPr dirty="0"/>
              <a:t>phần</a:t>
            </a:r>
            <a:r>
              <a:rPr spc="-20" dirty="0"/>
              <a:t> </a:t>
            </a:r>
            <a:r>
              <a:rPr dirty="0"/>
              <a:t>cứng</a:t>
            </a:r>
            <a:r>
              <a:rPr spc="-10" dirty="0"/>
              <a:t> </a:t>
            </a:r>
            <a:r>
              <a:rPr dirty="0"/>
              <a:t>bên</a:t>
            </a:r>
            <a:r>
              <a:rPr spc="-15" dirty="0"/>
              <a:t> </a:t>
            </a:r>
            <a:r>
              <a:rPr spc="-10" dirty="0"/>
              <a:t>dưới.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Điều</a:t>
            </a:r>
            <a:r>
              <a:rPr spc="204" dirty="0"/>
              <a:t> </a:t>
            </a:r>
            <a:r>
              <a:rPr dirty="0"/>
              <a:t>này</a:t>
            </a:r>
            <a:r>
              <a:rPr spc="210" dirty="0"/>
              <a:t> </a:t>
            </a:r>
            <a:r>
              <a:rPr dirty="0"/>
              <a:t>cho</a:t>
            </a:r>
            <a:r>
              <a:rPr spc="210" dirty="0"/>
              <a:t> </a:t>
            </a:r>
            <a:r>
              <a:rPr dirty="0"/>
              <a:t>phép</a:t>
            </a:r>
            <a:r>
              <a:rPr spc="215" dirty="0"/>
              <a:t> </a:t>
            </a:r>
            <a:r>
              <a:rPr dirty="0"/>
              <a:t>linh</a:t>
            </a:r>
            <a:r>
              <a:rPr spc="210" dirty="0"/>
              <a:t> </a:t>
            </a:r>
            <a:r>
              <a:rPr dirty="0"/>
              <a:t>hoạt</a:t>
            </a:r>
            <a:r>
              <a:rPr spc="204" dirty="0"/>
              <a:t> </a:t>
            </a:r>
            <a:r>
              <a:rPr dirty="0"/>
              <a:t>hơn,</a:t>
            </a:r>
            <a:r>
              <a:rPr spc="204" dirty="0"/>
              <a:t> </a:t>
            </a:r>
            <a:r>
              <a:rPr dirty="0"/>
              <a:t>kiểm</a:t>
            </a:r>
            <a:r>
              <a:rPr spc="204" dirty="0"/>
              <a:t> </a:t>
            </a:r>
            <a:r>
              <a:rPr dirty="0"/>
              <a:t>soát</a:t>
            </a:r>
            <a:r>
              <a:rPr spc="195" dirty="0"/>
              <a:t> </a:t>
            </a:r>
            <a:r>
              <a:rPr dirty="0"/>
              <a:t>và</a:t>
            </a:r>
            <a:r>
              <a:rPr spc="210" dirty="0"/>
              <a:t> </a:t>
            </a:r>
            <a:r>
              <a:rPr dirty="0"/>
              <a:t>cách</a:t>
            </a:r>
            <a:r>
              <a:rPr spc="210" dirty="0"/>
              <a:t> </a:t>
            </a:r>
            <a:r>
              <a:rPr dirty="0"/>
              <a:t>ly</a:t>
            </a:r>
            <a:r>
              <a:rPr spc="210" dirty="0"/>
              <a:t> </a:t>
            </a:r>
            <a:r>
              <a:rPr dirty="0"/>
              <a:t>bằng</a:t>
            </a:r>
            <a:r>
              <a:rPr spc="220" dirty="0"/>
              <a:t> </a:t>
            </a:r>
            <a:r>
              <a:rPr spc="-20" dirty="0"/>
              <a:t>cách </a:t>
            </a:r>
            <a:r>
              <a:rPr dirty="0"/>
              <a:t>loại</a:t>
            </a:r>
            <a:r>
              <a:rPr spc="-15" dirty="0"/>
              <a:t> </a:t>
            </a:r>
            <a:r>
              <a:rPr dirty="0"/>
              <a:t>bỏ</a:t>
            </a:r>
            <a:r>
              <a:rPr spc="-15" dirty="0"/>
              <a:t> </a:t>
            </a:r>
            <a:r>
              <a:rPr dirty="0"/>
              <a:t>sự</a:t>
            </a:r>
            <a:r>
              <a:rPr spc="5" dirty="0"/>
              <a:t> </a:t>
            </a:r>
            <a:r>
              <a:rPr dirty="0"/>
              <a:t>phụ</a:t>
            </a:r>
            <a:r>
              <a:rPr spc="-30" dirty="0"/>
              <a:t> </a:t>
            </a:r>
            <a:r>
              <a:rPr dirty="0"/>
              <a:t>thuộc</a:t>
            </a:r>
            <a:r>
              <a:rPr spc="-10" dirty="0"/>
              <a:t> </a:t>
            </a:r>
            <a:r>
              <a:rPr dirty="0"/>
              <a:t>vào</a:t>
            </a:r>
            <a:r>
              <a:rPr spc="-15" dirty="0"/>
              <a:t> </a:t>
            </a: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nền</a:t>
            </a:r>
            <a:r>
              <a:rPr spc="-20" dirty="0"/>
              <a:t> </a:t>
            </a:r>
            <a:r>
              <a:rPr dirty="0"/>
              <a:t>tảng</a:t>
            </a:r>
            <a:r>
              <a:rPr spc="-10" dirty="0"/>
              <a:t> </a:t>
            </a:r>
            <a:r>
              <a:rPr dirty="0"/>
              <a:t>phần</a:t>
            </a:r>
            <a:r>
              <a:rPr spc="-25" dirty="0"/>
              <a:t> </a:t>
            </a:r>
            <a:r>
              <a:rPr dirty="0"/>
              <a:t>cứng</a:t>
            </a:r>
            <a:r>
              <a:rPr spc="-25" dirty="0"/>
              <a:t> </a:t>
            </a:r>
            <a:r>
              <a:rPr dirty="0"/>
              <a:t>nhất</a:t>
            </a:r>
            <a:r>
              <a:rPr spc="-25" dirty="0"/>
              <a:t> </a:t>
            </a:r>
            <a:r>
              <a:rPr spc="-10" dirty="0"/>
              <a:t>định.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Mặc</a:t>
            </a:r>
            <a:r>
              <a:rPr spc="195" dirty="0"/>
              <a:t> </a:t>
            </a:r>
            <a:r>
              <a:rPr dirty="0"/>
              <a:t>dù</a:t>
            </a:r>
            <a:r>
              <a:rPr spc="175" dirty="0"/>
              <a:t> </a:t>
            </a:r>
            <a:r>
              <a:rPr dirty="0"/>
              <a:t>ban</a:t>
            </a:r>
            <a:r>
              <a:rPr spc="185" dirty="0"/>
              <a:t> </a:t>
            </a:r>
            <a:r>
              <a:rPr dirty="0"/>
              <a:t>đầu</a:t>
            </a:r>
            <a:r>
              <a:rPr spc="170" dirty="0"/>
              <a:t> </a:t>
            </a:r>
            <a:r>
              <a:rPr dirty="0"/>
              <a:t>có</a:t>
            </a:r>
            <a:r>
              <a:rPr spc="185" dirty="0"/>
              <a:t> </a:t>
            </a:r>
            <a:r>
              <a:rPr dirty="0"/>
              <a:t>nghĩa</a:t>
            </a:r>
            <a:r>
              <a:rPr spc="180" dirty="0"/>
              <a:t> </a:t>
            </a:r>
            <a:r>
              <a:rPr dirty="0"/>
              <a:t>là</a:t>
            </a:r>
            <a:r>
              <a:rPr spc="195" dirty="0"/>
              <a:t> </a:t>
            </a:r>
            <a:r>
              <a:rPr dirty="0"/>
              <a:t>ảo</a:t>
            </a:r>
            <a:r>
              <a:rPr spc="185" dirty="0"/>
              <a:t> </a:t>
            </a:r>
            <a:r>
              <a:rPr dirty="0"/>
              <a:t>hóa</a:t>
            </a:r>
            <a:r>
              <a:rPr spc="185" dirty="0"/>
              <a:t> </a:t>
            </a:r>
            <a:r>
              <a:rPr dirty="0"/>
              <a:t>máy</a:t>
            </a:r>
            <a:r>
              <a:rPr spc="185" dirty="0"/>
              <a:t> </a:t>
            </a:r>
            <a:r>
              <a:rPr dirty="0"/>
              <a:t>chủ,</a:t>
            </a:r>
            <a:r>
              <a:rPr spc="185" dirty="0"/>
              <a:t> </a:t>
            </a:r>
            <a:r>
              <a:rPr dirty="0"/>
              <a:t>nhưng</a:t>
            </a:r>
            <a:r>
              <a:rPr spc="170" dirty="0"/>
              <a:t> </a:t>
            </a:r>
            <a:r>
              <a:rPr dirty="0"/>
              <a:t>khái</a:t>
            </a:r>
            <a:r>
              <a:rPr spc="185" dirty="0"/>
              <a:t> </a:t>
            </a:r>
            <a:r>
              <a:rPr dirty="0"/>
              <a:t>niệm</a:t>
            </a:r>
            <a:r>
              <a:rPr spc="180" dirty="0"/>
              <a:t> </a:t>
            </a:r>
            <a:r>
              <a:rPr spc="-25" dirty="0"/>
              <a:t>ảo </a:t>
            </a:r>
            <a:r>
              <a:rPr dirty="0"/>
              <a:t>hóa</a:t>
            </a:r>
            <a:r>
              <a:rPr spc="270" dirty="0"/>
              <a:t> </a:t>
            </a:r>
            <a:r>
              <a:rPr dirty="0"/>
              <a:t>đã</a:t>
            </a:r>
            <a:r>
              <a:rPr spc="275" dirty="0"/>
              <a:t> </a:t>
            </a:r>
            <a:r>
              <a:rPr dirty="0"/>
              <a:t>lan</a:t>
            </a:r>
            <a:r>
              <a:rPr spc="270" dirty="0"/>
              <a:t> </a:t>
            </a:r>
            <a:r>
              <a:rPr dirty="0"/>
              <a:t>rộng</a:t>
            </a:r>
            <a:r>
              <a:rPr spc="270" dirty="0"/>
              <a:t> </a:t>
            </a:r>
            <a:r>
              <a:rPr dirty="0"/>
              <a:t>đến</a:t>
            </a:r>
            <a:r>
              <a:rPr spc="275" dirty="0"/>
              <a:t> </a:t>
            </a:r>
            <a:r>
              <a:rPr dirty="0"/>
              <a:t>các</a:t>
            </a:r>
            <a:r>
              <a:rPr spc="275" dirty="0"/>
              <a:t> </a:t>
            </a:r>
            <a:r>
              <a:rPr dirty="0"/>
              <a:t>ứng</a:t>
            </a:r>
            <a:r>
              <a:rPr spc="265" dirty="0"/>
              <a:t> </a:t>
            </a:r>
            <a:r>
              <a:rPr dirty="0"/>
              <a:t>dụng,</a:t>
            </a:r>
            <a:r>
              <a:rPr spc="265" dirty="0"/>
              <a:t> </a:t>
            </a:r>
            <a:r>
              <a:rPr dirty="0"/>
              <a:t>mạng,</a:t>
            </a:r>
            <a:r>
              <a:rPr spc="280" dirty="0"/>
              <a:t> </a:t>
            </a:r>
            <a:r>
              <a:rPr dirty="0"/>
              <a:t>dữ</a:t>
            </a:r>
            <a:r>
              <a:rPr spc="280" dirty="0"/>
              <a:t> </a:t>
            </a:r>
            <a:r>
              <a:rPr dirty="0"/>
              <a:t>liệu</a:t>
            </a:r>
            <a:r>
              <a:rPr spc="270" dirty="0"/>
              <a:t> </a:t>
            </a:r>
            <a:r>
              <a:rPr dirty="0"/>
              <a:t>và</a:t>
            </a:r>
            <a:r>
              <a:rPr spc="270" dirty="0"/>
              <a:t> </a:t>
            </a:r>
            <a:r>
              <a:rPr dirty="0"/>
              <a:t>máy</a:t>
            </a:r>
            <a:r>
              <a:rPr spc="275" dirty="0"/>
              <a:t> </a:t>
            </a:r>
            <a:r>
              <a:rPr dirty="0"/>
              <a:t>tính</a:t>
            </a:r>
            <a:r>
              <a:rPr spc="270" dirty="0"/>
              <a:t> </a:t>
            </a:r>
            <a:r>
              <a:rPr spc="-25" dirty="0"/>
              <a:t>để </a:t>
            </a:r>
            <a:r>
              <a:rPr spc="-20" dirty="0"/>
              <a:t>bàn.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B38E1-2FF8-323B-932A-5723BF934E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08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0" dirty="0"/>
              <a:t> </a:t>
            </a:r>
            <a:r>
              <a:rPr sz="3600" dirty="0"/>
              <a:t>NGUYÊN</a:t>
            </a:r>
            <a:r>
              <a:rPr sz="3600" spc="-10" dirty="0"/>
              <a:t> </a:t>
            </a:r>
            <a:r>
              <a:rPr sz="3600" dirty="0"/>
              <a:t>LÝ</a:t>
            </a:r>
            <a:r>
              <a:rPr sz="3600" spc="-20" dirty="0"/>
              <a:t> </a:t>
            </a:r>
            <a:r>
              <a:rPr sz="3600" dirty="0"/>
              <a:t>HOẠT</a:t>
            </a:r>
            <a:r>
              <a:rPr sz="3600" spc="-5" dirty="0"/>
              <a:t> </a:t>
            </a:r>
            <a:r>
              <a:rPr sz="3600" spc="-20" dirty="0"/>
              <a:t>ĐỘNG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1308" y="1296924"/>
            <a:ext cx="9244584" cy="441807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7B1BDE-6976-DDFD-652E-D9DB66CF52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08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0" dirty="0"/>
              <a:t> </a:t>
            </a:r>
            <a:r>
              <a:rPr sz="3600" dirty="0"/>
              <a:t>NGUYÊN</a:t>
            </a:r>
            <a:r>
              <a:rPr sz="3600" spc="-10" dirty="0"/>
              <a:t> </a:t>
            </a:r>
            <a:r>
              <a:rPr sz="3600" dirty="0"/>
              <a:t>LÝ</a:t>
            </a:r>
            <a:r>
              <a:rPr sz="3600" spc="-20" dirty="0"/>
              <a:t> </a:t>
            </a:r>
            <a:r>
              <a:rPr sz="3600" dirty="0"/>
              <a:t>HOẠT</a:t>
            </a:r>
            <a:r>
              <a:rPr sz="3600" spc="-5" dirty="0"/>
              <a:t> </a:t>
            </a:r>
            <a:r>
              <a:rPr sz="3600" spc="-20" dirty="0"/>
              <a:t>ĐỘNG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3320" cy="38779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Quá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 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bước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kê bên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dưới:</a:t>
            </a:r>
            <a:endParaRPr sz="3200">
              <a:latin typeface="Times New Roman"/>
              <a:cs typeface="Times New Roman"/>
            </a:endParaRPr>
          </a:p>
          <a:p>
            <a:pPr marL="756285" marR="291465" lvl="1" indent="-289560">
              <a:lnSpc>
                <a:spcPct val="100000"/>
              </a:lnSpc>
              <a:spcBef>
                <a:spcPts val="1200"/>
              </a:spcBef>
              <a:buSzPct val="96666"/>
              <a:buAutoNum type="arabicPeriod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Người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giám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sát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tách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khỏi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môi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trường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chúng.</a:t>
            </a:r>
            <a:endParaRPr sz="3000">
              <a:latin typeface="Times New Roman"/>
              <a:cs typeface="Times New Roman"/>
            </a:endParaRPr>
          </a:p>
          <a:p>
            <a:pPr marL="756285" marR="255904" lvl="1" indent="-289560">
              <a:lnSpc>
                <a:spcPct val="100000"/>
              </a:lnSpc>
              <a:spcBef>
                <a:spcPts val="1200"/>
              </a:spcBef>
              <a:buSzPct val="96666"/>
              <a:buAutoNum type="arabicPeriod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lấy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phân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chia,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khi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cần,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từ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môi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trường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lý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đến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môi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trường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nhau.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8925">
              <a:lnSpc>
                <a:spcPct val="100000"/>
              </a:lnSpc>
              <a:spcBef>
                <a:spcPts val="1200"/>
              </a:spcBef>
              <a:buSzPct val="96666"/>
              <a:buAutoNum type="arabicPeriod"/>
              <a:tabLst>
                <a:tab pos="756285" algn="l"/>
                <a:tab pos="1894839" algn="l"/>
                <a:tab pos="2816860" algn="l"/>
                <a:tab pos="3336290" algn="l"/>
                <a:tab pos="4363720" algn="l"/>
                <a:tab pos="5093970" algn="l"/>
                <a:tab pos="5890895" algn="l"/>
                <a:tab pos="6410960" algn="l"/>
                <a:tab pos="7241540" algn="l"/>
                <a:tab pos="8056880" algn="l"/>
                <a:tab pos="8959215" algn="l"/>
                <a:tab pos="9753600" algn="l"/>
                <a:tab pos="10716260" algn="l"/>
              </a:tabLst>
            </a:pP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Người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dùng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môi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trường</a:t>
            </a:r>
            <a:r>
              <a:rPr sz="3000" spc="-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ảo.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121ED-6DEC-0C2F-E031-F14FD555CD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08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0" dirty="0"/>
              <a:t> </a:t>
            </a:r>
            <a:r>
              <a:rPr sz="3600" dirty="0"/>
              <a:t>NGUYÊN</a:t>
            </a:r>
            <a:r>
              <a:rPr sz="3600" spc="-10" dirty="0"/>
              <a:t> </a:t>
            </a:r>
            <a:r>
              <a:rPr sz="3600" dirty="0"/>
              <a:t>LÝ</a:t>
            </a:r>
            <a:r>
              <a:rPr sz="3600" spc="-20" dirty="0"/>
              <a:t> </a:t>
            </a:r>
            <a:r>
              <a:rPr sz="3600" dirty="0"/>
              <a:t>HOẠT</a:t>
            </a:r>
            <a:r>
              <a:rPr sz="3600" spc="-5" dirty="0"/>
              <a:t> </a:t>
            </a:r>
            <a:r>
              <a:rPr sz="3600" spc="-20" dirty="0"/>
              <a:t>ĐỘNG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7577"/>
            <a:ext cx="11324590" cy="4476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32194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4.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Khi</a:t>
            </a:r>
            <a:r>
              <a:rPr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môi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trường</a:t>
            </a:r>
            <a:r>
              <a:rPr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đang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chạy,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người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dùng</a:t>
            </a:r>
            <a:r>
              <a:rPr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chương</a:t>
            </a:r>
            <a:r>
              <a:rPr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trình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gửi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lệnh</a:t>
            </a:r>
            <a:r>
              <a:rPr sz="2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yêu</a:t>
            </a:r>
            <a:r>
              <a:rPr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bổ</a:t>
            </a:r>
            <a:r>
              <a:rPr sz="2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sung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tạo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thành</a:t>
            </a:r>
            <a:r>
              <a:rPr sz="2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môi</a:t>
            </a:r>
            <a:r>
              <a:rPr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trường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lý.</a:t>
            </a:r>
            <a:r>
              <a:rPr sz="28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Đáp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lại,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hypervisor</a:t>
            </a:r>
            <a:r>
              <a:rPr sz="28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chuyển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tiếp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28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tới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2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vật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thay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đổi.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Quá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trình</a:t>
            </a:r>
            <a:r>
              <a:rPr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sẽ</a:t>
            </a:r>
            <a:r>
              <a:rPr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diễn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ra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tốc</a:t>
            </a:r>
            <a:r>
              <a:rPr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độ</a:t>
            </a:r>
            <a:r>
              <a:rPr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gần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r>
              <a:rPr sz="2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bản.</a:t>
            </a:r>
            <a:endParaRPr sz="280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thường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gọi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hoặc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VM: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giống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tệp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duy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nhất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chuyển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sang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mở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cả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hai;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mong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đợi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cùng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cách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mọi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tính.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60B4C-EE31-FF56-2104-3CD4AD1B11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56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II.</a:t>
            </a:r>
            <a:r>
              <a:rPr sz="3600" spc="-20" dirty="0"/>
              <a:t> </a:t>
            </a:r>
            <a:r>
              <a:rPr sz="3600" dirty="0"/>
              <a:t>CÁC</a:t>
            </a:r>
            <a:r>
              <a:rPr sz="3600" spc="-15" dirty="0"/>
              <a:t> </a:t>
            </a:r>
            <a:r>
              <a:rPr sz="3600" dirty="0"/>
              <a:t>LĨNH</a:t>
            </a:r>
            <a:r>
              <a:rPr sz="3600" spc="-10" dirty="0"/>
              <a:t> </a:t>
            </a:r>
            <a:r>
              <a:rPr sz="3600" dirty="0"/>
              <a:t>VỰC</a:t>
            </a:r>
            <a:r>
              <a:rPr sz="3600" spc="-20" dirty="0"/>
              <a:t> </a:t>
            </a:r>
            <a:r>
              <a:rPr sz="3600" dirty="0"/>
              <a:t>CỦA</a:t>
            </a:r>
            <a:r>
              <a:rPr sz="3600" spc="-1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spc="-25" dirty="0"/>
              <a:t>HÓA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3749040" cy="45078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305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mạng.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server.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kho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trữ.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liệu.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Desktop.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dụng.</a:t>
            </a:r>
            <a:endParaRPr sz="32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Cloud.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F4E5C-878C-BAB8-2B2C-C8EDE87DF4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84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20" dirty="0"/>
              <a:t>MẠNG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Ảo</a:t>
            </a:r>
            <a:r>
              <a:rPr spc="135" dirty="0"/>
              <a:t> </a:t>
            </a:r>
            <a:r>
              <a:rPr dirty="0"/>
              <a:t>hóa</a:t>
            </a:r>
            <a:r>
              <a:rPr spc="145" dirty="0"/>
              <a:t> </a:t>
            </a:r>
            <a:r>
              <a:rPr dirty="0"/>
              <a:t>mạng</a:t>
            </a:r>
            <a:r>
              <a:rPr spc="150" dirty="0"/>
              <a:t> </a:t>
            </a:r>
            <a:r>
              <a:rPr dirty="0"/>
              <a:t>là</a:t>
            </a:r>
            <a:r>
              <a:rPr spc="135" dirty="0"/>
              <a:t> </a:t>
            </a:r>
            <a:r>
              <a:rPr dirty="0"/>
              <a:t>phương</a:t>
            </a:r>
            <a:r>
              <a:rPr spc="145" dirty="0"/>
              <a:t> </a:t>
            </a:r>
            <a:r>
              <a:rPr dirty="0"/>
              <a:t>pháp</a:t>
            </a:r>
            <a:r>
              <a:rPr spc="140" dirty="0"/>
              <a:t> </a:t>
            </a:r>
            <a:r>
              <a:rPr dirty="0"/>
              <a:t>kết</a:t>
            </a:r>
            <a:r>
              <a:rPr spc="130" dirty="0"/>
              <a:t> </a:t>
            </a:r>
            <a:r>
              <a:rPr dirty="0"/>
              <a:t>hợp</a:t>
            </a:r>
            <a:r>
              <a:rPr spc="150" dirty="0"/>
              <a:t> </a:t>
            </a:r>
            <a:r>
              <a:rPr dirty="0"/>
              <a:t>các</a:t>
            </a:r>
            <a:r>
              <a:rPr spc="150" dirty="0"/>
              <a:t> </a:t>
            </a:r>
            <a:r>
              <a:rPr dirty="0"/>
              <a:t>tài</a:t>
            </a:r>
            <a:r>
              <a:rPr spc="145" dirty="0"/>
              <a:t> </a:t>
            </a:r>
            <a:r>
              <a:rPr dirty="0"/>
              <a:t>nguyên</a:t>
            </a:r>
            <a:r>
              <a:rPr spc="155" dirty="0"/>
              <a:t> </a:t>
            </a:r>
            <a:r>
              <a:rPr dirty="0"/>
              <a:t>có</a:t>
            </a:r>
            <a:r>
              <a:rPr spc="145" dirty="0"/>
              <a:t> </a:t>
            </a:r>
            <a:r>
              <a:rPr dirty="0"/>
              <a:t>sẵn</a:t>
            </a:r>
            <a:r>
              <a:rPr spc="140" dirty="0"/>
              <a:t> </a:t>
            </a:r>
            <a:r>
              <a:rPr spc="-10" dirty="0"/>
              <a:t>trong </a:t>
            </a:r>
            <a:r>
              <a:rPr dirty="0"/>
              <a:t>mạng</a:t>
            </a:r>
            <a:r>
              <a:rPr spc="120" dirty="0"/>
              <a:t>  </a:t>
            </a:r>
            <a:r>
              <a:rPr dirty="0"/>
              <a:t>bằng</a:t>
            </a:r>
            <a:r>
              <a:rPr spc="125" dirty="0"/>
              <a:t>  </a:t>
            </a:r>
            <a:r>
              <a:rPr dirty="0"/>
              <a:t>cách</a:t>
            </a:r>
            <a:r>
              <a:rPr spc="125" dirty="0"/>
              <a:t>  </a:t>
            </a:r>
            <a:r>
              <a:rPr dirty="0"/>
              <a:t>chia</a:t>
            </a:r>
            <a:r>
              <a:rPr spc="130" dirty="0"/>
              <a:t>  </a:t>
            </a:r>
            <a:r>
              <a:rPr dirty="0"/>
              <a:t>băng</a:t>
            </a:r>
            <a:r>
              <a:rPr spc="130" dirty="0"/>
              <a:t>  </a:t>
            </a:r>
            <a:r>
              <a:rPr dirty="0"/>
              <a:t>thông</a:t>
            </a:r>
            <a:r>
              <a:rPr spc="125" dirty="0"/>
              <a:t>  </a:t>
            </a:r>
            <a:r>
              <a:rPr dirty="0"/>
              <a:t>khả</a:t>
            </a:r>
            <a:r>
              <a:rPr spc="125" dirty="0"/>
              <a:t>  </a:t>
            </a:r>
            <a:r>
              <a:rPr dirty="0"/>
              <a:t>dụng</a:t>
            </a:r>
            <a:r>
              <a:rPr spc="125" dirty="0"/>
              <a:t>  </a:t>
            </a:r>
            <a:r>
              <a:rPr dirty="0"/>
              <a:t>thành</a:t>
            </a:r>
            <a:r>
              <a:rPr spc="125" dirty="0"/>
              <a:t>  </a:t>
            </a:r>
            <a:r>
              <a:rPr dirty="0"/>
              <a:t>các</a:t>
            </a:r>
            <a:r>
              <a:rPr spc="120" dirty="0"/>
              <a:t>  </a:t>
            </a:r>
            <a:r>
              <a:rPr spc="-10" dirty="0"/>
              <a:t>kênh, </a:t>
            </a:r>
            <a:r>
              <a:rPr dirty="0"/>
              <a:t>mỗi</a:t>
            </a:r>
            <a:r>
              <a:rPr spc="50" dirty="0"/>
              <a:t> </a:t>
            </a:r>
            <a:r>
              <a:rPr dirty="0"/>
              <a:t>kênh</a:t>
            </a:r>
            <a:r>
              <a:rPr spc="65" dirty="0"/>
              <a:t> </a:t>
            </a:r>
            <a:r>
              <a:rPr dirty="0"/>
              <a:t>độc</a:t>
            </a:r>
            <a:r>
              <a:rPr spc="60" dirty="0"/>
              <a:t> </a:t>
            </a:r>
            <a:r>
              <a:rPr dirty="0"/>
              <a:t>lập</a:t>
            </a:r>
            <a:r>
              <a:rPr spc="45" dirty="0"/>
              <a:t> </a:t>
            </a:r>
            <a:r>
              <a:rPr dirty="0"/>
              <a:t>với</a:t>
            </a:r>
            <a:r>
              <a:rPr spc="55" dirty="0"/>
              <a:t> </a:t>
            </a:r>
            <a:r>
              <a:rPr dirty="0"/>
              <a:t>các</a:t>
            </a:r>
            <a:r>
              <a:rPr spc="60" dirty="0"/>
              <a:t> </a:t>
            </a:r>
            <a:r>
              <a:rPr dirty="0"/>
              <a:t>kênh</a:t>
            </a:r>
            <a:r>
              <a:rPr spc="55" dirty="0"/>
              <a:t> </a:t>
            </a:r>
            <a:r>
              <a:rPr dirty="0"/>
              <a:t>khác</a:t>
            </a:r>
            <a:r>
              <a:rPr spc="70" dirty="0"/>
              <a:t> </a:t>
            </a:r>
            <a:r>
              <a:rPr dirty="0"/>
              <a:t>và</a:t>
            </a:r>
            <a:r>
              <a:rPr spc="60" dirty="0"/>
              <a:t> </a:t>
            </a:r>
            <a:r>
              <a:rPr dirty="0"/>
              <a:t>có</a:t>
            </a:r>
            <a:r>
              <a:rPr spc="60" dirty="0"/>
              <a:t> </a:t>
            </a:r>
            <a:r>
              <a:rPr dirty="0"/>
              <a:t>thể</a:t>
            </a:r>
            <a:r>
              <a:rPr spc="60" dirty="0"/>
              <a:t> </a:t>
            </a:r>
            <a:r>
              <a:rPr dirty="0"/>
              <a:t>được</a:t>
            </a:r>
            <a:r>
              <a:rPr spc="55" dirty="0"/>
              <a:t> </a:t>
            </a:r>
            <a:r>
              <a:rPr dirty="0"/>
              <a:t>gán</a:t>
            </a:r>
            <a:r>
              <a:rPr spc="60" dirty="0"/>
              <a:t> </a:t>
            </a:r>
            <a:r>
              <a:rPr dirty="0"/>
              <a:t>–</a:t>
            </a:r>
            <a:r>
              <a:rPr spc="50" dirty="0"/>
              <a:t> </a:t>
            </a:r>
            <a:r>
              <a:rPr dirty="0"/>
              <a:t>hoặc</a:t>
            </a:r>
            <a:r>
              <a:rPr spc="70" dirty="0"/>
              <a:t> </a:t>
            </a:r>
            <a:r>
              <a:rPr spc="-25" dirty="0"/>
              <a:t>chỉ </a:t>
            </a:r>
            <a:r>
              <a:rPr dirty="0"/>
              <a:t>định</a:t>
            </a:r>
            <a:r>
              <a:rPr spc="425" dirty="0"/>
              <a:t> </a:t>
            </a:r>
            <a:r>
              <a:rPr dirty="0"/>
              <a:t>lại</a:t>
            </a:r>
            <a:r>
              <a:rPr spc="430" dirty="0"/>
              <a:t> </a:t>
            </a:r>
            <a:r>
              <a:rPr dirty="0"/>
              <a:t>–</a:t>
            </a:r>
            <a:r>
              <a:rPr spc="445" dirty="0"/>
              <a:t> </a:t>
            </a:r>
            <a:r>
              <a:rPr dirty="0"/>
              <a:t>cho</a:t>
            </a:r>
            <a:r>
              <a:rPr spc="445" dirty="0"/>
              <a:t> </a:t>
            </a:r>
            <a:r>
              <a:rPr dirty="0"/>
              <a:t>một</a:t>
            </a:r>
            <a:r>
              <a:rPr spc="440" dirty="0"/>
              <a:t> </a:t>
            </a:r>
            <a:r>
              <a:rPr dirty="0"/>
              <a:t>máy</a:t>
            </a:r>
            <a:r>
              <a:rPr spc="445" dirty="0"/>
              <a:t> </a:t>
            </a:r>
            <a:r>
              <a:rPr dirty="0"/>
              <a:t>chủ</a:t>
            </a:r>
            <a:r>
              <a:rPr spc="430" dirty="0"/>
              <a:t> </a:t>
            </a:r>
            <a:r>
              <a:rPr dirty="0"/>
              <a:t>hoặc</a:t>
            </a:r>
            <a:r>
              <a:rPr spc="445" dirty="0"/>
              <a:t> </a:t>
            </a:r>
            <a:r>
              <a:rPr dirty="0"/>
              <a:t>thiết</a:t>
            </a:r>
            <a:r>
              <a:rPr spc="440" dirty="0"/>
              <a:t> </a:t>
            </a:r>
            <a:r>
              <a:rPr dirty="0"/>
              <a:t>bị</a:t>
            </a:r>
            <a:r>
              <a:rPr spc="434" dirty="0"/>
              <a:t> </a:t>
            </a:r>
            <a:r>
              <a:rPr dirty="0"/>
              <a:t>cụ</a:t>
            </a:r>
            <a:r>
              <a:rPr spc="459" dirty="0"/>
              <a:t> </a:t>
            </a:r>
            <a:r>
              <a:rPr dirty="0"/>
              <a:t>thể</a:t>
            </a:r>
            <a:r>
              <a:rPr spc="450" dirty="0"/>
              <a:t> </a:t>
            </a:r>
            <a:r>
              <a:rPr dirty="0"/>
              <a:t>trong</a:t>
            </a:r>
            <a:r>
              <a:rPr spc="445" dirty="0"/>
              <a:t> </a:t>
            </a:r>
            <a:r>
              <a:rPr dirty="0"/>
              <a:t>thời</a:t>
            </a:r>
            <a:r>
              <a:rPr spc="425" dirty="0"/>
              <a:t> </a:t>
            </a:r>
            <a:r>
              <a:rPr spc="-20" dirty="0"/>
              <a:t>gian </a:t>
            </a:r>
            <a:r>
              <a:rPr spc="-10" dirty="0"/>
              <a:t>thực.</a:t>
            </a:r>
          </a:p>
          <a:p>
            <a:pPr marL="355600" marR="571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Ý</a:t>
            </a:r>
            <a:r>
              <a:rPr spc="380" dirty="0"/>
              <a:t> </a:t>
            </a:r>
            <a:r>
              <a:rPr dirty="0"/>
              <a:t>tưởng</a:t>
            </a:r>
            <a:r>
              <a:rPr spc="380" dirty="0"/>
              <a:t> </a:t>
            </a:r>
            <a:r>
              <a:rPr dirty="0"/>
              <a:t>là</a:t>
            </a:r>
            <a:r>
              <a:rPr spc="390" dirty="0"/>
              <a:t> </a:t>
            </a:r>
            <a:r>
              <a:rPr dirty="0"/>
              <a:t>ảo</a:t>
            </a:r>
            <a:r>
              <a:rPr spc="375" dirty="0"/>
              <a:t> </a:t>
            </a:r>
            <a:r>
              <a:rPr dirty="0"/>
              <a:t>hóa</a:t>
            </a:r>
            <a:r>
              <a:rPr spc="385" dirty="0"/>
              <a:t> </a:t>
            </a:r>
            <a:r>
              <a:rPr dirty="0"/>
              <a:t>che</a:t>
            </a:r>
            <a:r>
              <a:rPr spc="375" dirty="0"/>
              <a:t> </a:t>
            </a:r>
            <a:r>
              <a:rPr dirty="0"/>
              <a:t>giấu</a:t>
            </a:r>
            <a:r>
              <a:rPr spc="380" dirty="0"/>
              <a:t> </a:t>
            </a:r>
            <a:r>
              <a:rPr dirty="0"/>
              <a:t>sự</a:t>
            </a:r>
            <a:r>
              <a:rPr spc="385" dirty="0"/>
              <a:t> </a:t>
            </a:r>
            <a:r>
              <a:rPr dirty="0"/>
              <a:t>phức</a:t>
            </a:r>
            <a:r>
              <a:rPr spc="390" dirty="0"/>
              <a:t> </a:t>
            </a:r>
            <a:r>
              <a:rPr dirty="0"/>
              <a:t>tạp</a:t>
            </a:r>
            <a:r>
              <a:rPr spc="390" dirty="0"/>
              <a:t> </a:t>
            </a:r>
            <a:r>
              <a:rPr dirty="0"/>
              <a:t>thực</a:t>
            </a:r>
            <a:r>
              <a:rPr spc="375" dirty="0"/>
              <a:t> </a:t>
            </a:r>
            <a:r>
              <a:rPr dirty="0"/>
              <a:t>sự</a:t>
            </a:r>
            <a:r>
              <a:rPr spc="385" dirty="0"/>
              <a:t> </a:t>
            </a:r>
            <a:r>
              <a:rPr dirty="0"/>
              <a:t>của</a:t>
            </a:r>
            <a:r>
              <a:rPr spc="375" dirty="0"/>
              <a:t> </a:t>
            </a:r>
            <a:r>
              <a:rPr dirty="0"/>
              <a:t>mạng</a:t>
            </a:r>
            <a:r>
              <a:rPr spc="375" dirty="0"/>
              <a:t> </a:t>
            </a:r>
            <a:r>
              <a:rPr spc="-20" dirty="0"/>
              <a:t>bằng </a:t>
            </a:r>
            <a:r>
              <a:rPr dirty="0"/>
              <a:t>cách</a:t>
            </a:r>
            <a:r>
              <a:rPr spc="525" dirty="0"/>
              <a:t> </a:t>
            </a:r>
            <a:r>
              <a:rPr dirty="0"/>
              <a:t>tách</a:t>
            </a:r>
            <a:r>
              <a:rPr spc="530" dirty="0"/>
              <a:t> </a:t>
            </a:r>
            <a:r>
              <a:rPr dirty="0"/>
              <a:t>nó</a:t>
            </a:r>
            <a:r>
              <a:rPr spc="525" dirty="0"/>
              <a:t> </a:t>
            </a:r>
            <a:r>
              <a:rPr dirty="0"/>
              <a:t>thành</a:t>
            </a:r>
            <a:r>
              <a:rPr spc="535" dirty="0"/>
              <a:t> </a:t>
            </a:r>
            <a:r>
              <a:rPr dirty="0"/>
              <a:t>các</a:t>
            </a:r>
            <a:r>
              <a:rPr spc="530" dirty="0"/>
              <a:t> </a:t>
            </a:r>
            <a:r>
              <a:rPr dirty="0"/>
              <a:t>phần</a:t>
            </a:r>
            <a:r>
              <a:rPr spc="515" dirty="0"/>
              <a:t> </a:t>
            </a:r>
            <a:r>
              <a:rPr dirty="0"/>
              <a:t>có</a:t>
            </a:r>
            <a:r>
              <a:rPr spc="530" dirty="0"/>
              <a:t> </a:t>
            </a:r>
            <a:r>
              <a:rPr dirty="0"/>
              <a:t>thể</a:t>
            </a:r>
            <a:r>
              <a:rPr spc="535" dirty="0"/>
              <a:t> </a:t>
            </a:r>
            <a:r>
              <a:rPr dirty="0"/>
              <a:t>quản</a:t>
            </a:r>
            <a:r>
              <a:rPr spc="509" dirty="0"/>
              <a:t> </a:t>
            </a:r>
            <a:r>
              <a:rPr dirty="0"/>
              <a:t>lý</a:t>
            </a:r>
            <a:r>
              <a:rPr spc="525" dirty="0"/>
              <a:t> </a:t>
            </a:r>
            <a:r>
              <a:rPr dirty="0"/>
              <a:t>được,</a:t>
            </a:r>
            <a:r>
              <a:rPr spc="525" dirty="0"/>
              <a:t> </a:t>
            </a:r>
            <a:r>
              <a:rPr dirty="0"/>
              <a:t>giống</a:t>
            </a:r>
            <a:r>
              <a:rPr spc="525" dirty="0"/>
              <a:t> </a:t>
            </a:r>
            <a:r>
              <a:rPr dirty="0"/>
              <a:t>như</a:t>
            </a:r>
            <a:r>
              <a:rPr spc="520" dirty="0"/>
              <a:t> </a:t>
            </a:r>
            <a:r>
              <a:rPr spc="-50" dirty="0"/>
              <a:t>ổ </a:t>
            </a:r>
            <a:r>
              <a:rPr dirty="0"/>
              <a:t>cứng</a:t>
            </a:r>
            <a:r>
              <a:rPr spc="210" dirty="0"/>
              <a:t> </a:t>
            </a:r>
            <a:r>
              <a:rPr dirty="0"/>
              <a:t>được</a:t>
            </a:r>
            <a:r>
              <a:rPr spc="204" dirty="0"/>
              <a:t> </a:t>
            </a:r>
            <a:r>
              <a:rPr dirty="0"/>
              <a:t>phân</a:t>
            </a:r>
            <a:r>
              <a:rPr spc="204" dirty="0"/>
              <a:t> </a:t>
            </a:r>
            <a:r>
              <a:rPr dirty="0"/>
              <a:t>vùng</a:t>
            </a:r>
            <a:r>
              <a:rPr spc="210" dirty="0"/>
              <a:t> </a:t>
            </a:r>
            <a:r>
              <a:rPr dirty="0"/>
              <a:t>giúp</a:t>
            </a:r>
            <a:r>
              <a:rPr spc="195" dirty="0"/>
              <a:t> </a:t>
            </a:r>
            <a:r>
              <a:rPr dirty="0"/>
              <a:t>bạn</a:t>
            </a:r>
            <a:r>
              <a:rPr spc="215" dirty="0"/>
              <a:t> </a:t>
            </a:r>
            <a:r>
              <a:rPr dirty="0"/>
              <a:t>dễ</a:t>
            </a:r>
            <a:r>
              <a:rPr spc="210" dirty="0"/>
              <a:t> </a:t>
            </a:r>
            <a:r>
              <a:rPr dirty="0"/>
              <a:t>dàng</a:t>
            </a:r>
            <a:r>
              <a:rPr spc="210" dirty="0"/>
              <a:t> </a:t>
            </a:r>
            <a:r>
              <a:rPr dirty="0"/>
              <a:t>quản</a:t>
            </a:r>
            <a:r>
              <a:rPr spc="215" dirty="0"/>
              <a:t> </a:t>
            </a:r>
            <a:r>
              <a:rPr dirty="0"/>
              <a:t>lý</a:t>
            </a:r>
            <a:r>
              <a:rPr spc="210" dirty="0"/>
              <a:t> </a:t>
            </a:r>
            <a:r>
              <a:rPr dirty="0"/>
              <a:t>các</a:t>
            </a:r>
            <a:r>
              <a:rPr spc="215" dirty="0"/>
              <a:t> </a:t>
            </a:r>
            <a:r>
              <a:rPr dirty="0"/>
              <a:t>tệp</a:t>
            </a:r>
            <a:r>
              <a:rPr spc="215" dirty="0"/>
              <a:t> </a:t>
            </a:r>
            <a:r>
              <a:rPr dirty="0"/>
              <a:t>của</a:t>
            </a:r>
            <a:r>
              <a:rPr spc="200" dirty="0"/>
              <a:t> </a:t>
            </a:r>
            <a:r>
              <a:rPr spc="-20" dirty="0"/>
              <a:t>mình hơn.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3AC7C-D3FA-83E0-E164-3A6D60D94A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84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20" dirty="0"/>
              <a:t>MẠNG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Nói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6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khác,</a:t>
            </a:r>
            <a:r>
              <a:rPr sz="3200" spc="6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tầng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Switch,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Card mạng,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 hoá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linh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động.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Switch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cùng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giao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giao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thức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tự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mà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như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chuyển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mạch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bổ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sung.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Chúng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hỗ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trợ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thích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VLAN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tiêu chuẩn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chẳng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Cisco.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C498-ABB2-227E-0D9B-2442235228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84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20" dirty="0"/>
              <a:t>MẠNG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400" y="1171955"/>
            <a:ext cx="8513064" cy="481584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0DA7AA-D9A5-E3D6-61BC-7A9DA87306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84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20" dirty="0"/>
              <a:t>MẠNG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1600" y="1066800"/>
            <a:ext cx="9753600" cy="5486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25358A-0EDF-51E6-870F-13C04B90EB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77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2.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10" dirty="0"/>
              <a:t>SERVER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4590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quy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vùng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thành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Đây</a:t>
            </a:r>
            <a:r>
              <a:rPr sz="3200" spc="5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5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5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5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5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5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5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5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vụ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CNTT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hữu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hiệu,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 chi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phí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chức.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Nếu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chủ,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chỉ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dụng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nhỏ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lực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xử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khiến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rơi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tình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trạng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không.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53DE8-CA43-BA56-56E6-1A11A0462C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77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2.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10" dirty="0"/>
              <a:t>SERVER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218545" cy="54019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thế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hoá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Tiết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kiệm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đầu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tư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đâu.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hoàn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toàn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riêng.</a:t>
            </a:r>
            <a:endParaRPr sz="3000">
              <a:latin typeface="Times New Roman"/>
              <a:cs typeface="Times New Roman"/>
            </a:endParaRPr>
          </a:p>
          <a:p>
            <a:pPr marL="755015" marR="22225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dùng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chủ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hoá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cài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đặt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khác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tùy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theo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nhu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doanh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nghiệp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trì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sửa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chữa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nâng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nhanh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chóng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dễ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dàng.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Dễ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dàng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nâng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nguyên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RAM,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HDD,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Băng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cần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thiết.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cài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lại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điều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hành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từ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5-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10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phút.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lãng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nguyên.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643A5-5F2D-8295-58EA-A4768FA529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77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2.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10" dirty="0"/>
              <a:t>SERVER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0992" y="1066800"/>
            <a:ext cx="8814816" cy="5486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B79457-47D8-FE02-5DBB-2313378DFF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77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2.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10" dirty="0"/>
              <a:t>SERVER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1600" y="1066800"/>
            <a:ext cx="9753600" cy="5486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E666AE-ACD8-87C5-5DC4-B392CFBED6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323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3.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KHO</a:t>
            </a:r>
            <a:r>
              <a:rPr sz="3600" spc="-5" dirty="0"/>
              <a:t> </a:t>
            </a:r>
            <a:r>
              <a:rPr sz="3600" dirty="0"/>
              <a:t>LƯU </a:t>
            </a:r>
            <a:r>
              <a:rPr sz="3600" spc="-25" dirty="0"/>
              <a:t>TRỮ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7130" cy="472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kho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vật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NAS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SAN.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Ta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gộp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tâm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mình,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ngay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cả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ổ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đến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nhà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nhau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hoặc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thuộc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nhau.</a:t>
            </a:r>
            <a:endParaRPr sz="32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kho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tất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cả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kho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của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người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dùng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đơn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vị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lớn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mà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người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dùng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chỉ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kiểm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soát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đó,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thành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đơn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vị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nhất.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3C44B-585C-CFC9-9585-FE13FFB6A9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323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3.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KHO</a:t>
            </a:r>
            <a:r>
              <a:rPr sz="3600" spc="-5" dirty="0"/>
              <a:t> </a:t>
            </a:r>
            <a:r>
              <a:rPr sz="3600" dirty="0"/>
              <a:t>LƯU </a:t>
            </a:r>
            <a:r>
              <a:rPr sz="3600" spc="-25" dirty="0"/>
              <a:t>TRỮ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9500" y="1176527"/>
            <a:ext cx="4953000" cy="496214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A9317D-D87B-C940-26AF-5A7D864AF0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90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4.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DỮ </a:t>
            </a:r>
            <a:r>
              <a:rPr sz="3600" spc="-20" dirty="0"/>
              <a:t>LIỆU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78688" y="1086052"/>
            <a:ext cx="11634470" cy="5361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3535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đương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thời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thập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nguồn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trữ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ở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dạng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nhau.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Họ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tại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địa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điểm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nhau,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chẳng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ở cơ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đám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mây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tâm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chỗ.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lớp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giữa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này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đó.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xử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yêu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trả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4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</a:t>
            </a:r>
            <a:r>
              <a:rPr sz="3200" spc="4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ở</a:t>
            </a:r>
            <a:r>
              <a:rPr sz="3200" spc="4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dạng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phù</a:t>
            </a:r>
            <a:r>
              <a:rPr sz="3200" spc="4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hợp.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</a:t>
            </a:r>
            <a:r>
              <a:rPr sz="3200" spc="4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đó,</a:t>
            </a:r>
            <a:r>
              <a:rPr sz="3200" spc="4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4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4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4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dụng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tăng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linh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quá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trình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tích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 cũng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hỗ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trợ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tích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năng.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747D9-A00A-9925-71D8-279F641FD5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902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4.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DỮ </a:t>
            </a:r>
            <a:r>
              <a:rPr sz="3600" spc="-20" dirty="0"/>
              <a:t>LIỆU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15183" y="1066800"/>
            <a:ext cx="7266432" cy="5486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4E6013-59A4-E8E9-30AA-E0A1B0691C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32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10" dirty="0"/>
              <a:t>DESKTOP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225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Hầu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hết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tổ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chức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nhân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viên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chuyên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kỹ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thuật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7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7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7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7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7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7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7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7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7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7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7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7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doanh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nghiệp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phổ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biến.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nhau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ngũ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nhân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viên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xa.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Loại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 này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đạt hiệu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quả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kiệm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phí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tính.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FB4DA-E07B-DA4A-D0DE-A2EA56A9B7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2098" y="2518880"/>
              <a:ext cx="6306185" cy="4099560"/>
            </a:xfrm>
            <a:custGeom>
              <a:avLst/>
              <a:gdLst/>
              <a:ahLst/>
              <a:cxnLst/>
              <a:rect l="l" t="t" r="r" b="b"/>
              <a:pathLst>
                <a:path w="6306185" h="4099559">
                  <a:moveTo>
                    <a:pt x="457631" y="2867443"/>
                  </a:moveTo>
                  <a:lnTo>
                    <a:pt x="457631" y="2857410"/>
                  </a:lnTo>
                  <a:lnTo>
                    <a:pt x="444169" y="2857410"/>
                  </a:lnTo>
                  <a:lnTo>
                    <a:pt x="444169" y="2847250"/>
                  </a:lnTo>
                  <a:lnTo>
                    <a:pt x="444169" y="2837217"/>
                  </a:lnTo>
                  <a:lnTo>
                    <a:pt x="430720" y="2827057"/>
                  </a:lnTo>
                  <a:lnTo>
                    <a:pt x="390126" y="2789038"/>
                  </a:lnTo>
                  <a:lnTo>
                    <a:pt x="348273" y="2765223"/>
                  </a:lnTo>
                  <a:lnTo>
                    <a:pt x="303899" y="2754673"/>
                  </a:lnTo>
                  <a:lnTo>
                    <a:pt x="255739" y="2756445"/>
                  </a:lnTo>
                  <a:lnTo>
                    <a:pt x="207368" y="2767460"/>
                  </a:lnTo>
                  <a:lnTo>
                    <a:pt x="161518" y="2784178"/>
                  </a:lnTo>
                  <a:lnTo>
                    <a:pt x="115669" y="2804683"/>
                  </a:lnTo>
                  <a:lnTo>
                    <a:pt x="67298" y="2827057"/>
                  </a:lnTo>
                  <a:lnTo>
                    <a:pt x="49212" y="2834657"/>
                  </a:lnTo>
                  <a:lnTo>
                    <a:pt x="33649" y="2842233"/>
                  </a:lnTo>
                  <a:lnTo>
                    <a:pt x="18086" y="2849809"/>
                  </a:lnTo>
                  <a:lnTo>
                    <a:pt x="0" y="2857410"/>
                  </a:lnTo>
                  <a:lnTo>
                    <a:pt x="0" y="4099089"/>
                  </a:lnTo>
                  <a:lnTo>
                    <a:pt x="269201" y="4099089"/>
                  </a:lnTo>
                  <a:lnTo>
                    <a:pt x="279080" y="4050193"/>
                  </a:lnTo>
                  <a:lnTo>
                    <a:pt x="287701" y="3995617"/>
                  </a:lnTo>
                  <a:lnTo>
                    <a:pt x="293799" y="3937252"/>
                  </a:lnTo>
                  <a:lnTo>
                    <a:pt x="296113" y="3876991"/>
                  </a:lnTo>
                  <a:lnTo>
                    <a:pt x="296050" y="3818106"/>
                  </a:lnTo>
                  <a:lnTo>
                    <a:pt x="295614" y="3762586"/>
                  </a:lnTo>
                  <a:lnTo>
                    <a:pt x="294430" y="3710429"/>
                  </a:lnTo>
                  <a:lnTo>
                    <a:pt x="292124" y="3661637"/>
                  </a:lnTo>
                  <a:lnTo>
                    <a:pt x="288322" y="3616209"/>
                  </a:lnTo>
                  <a:lnTo>
                    <a:pt x="282651" y="3574147"/>
                  </a:lnTo>
                  <a:lnTo>
                    <a:pt x="297081" y="3580284"/>
                  </a:lnTo>
                  <a:lnTo>
                    <a:pt x="323785" y="3599019"/>
                  </a:lnTo>
                  <a:lnTo>
                    <a:pt x="362119" y="3630838"/>
                  </a:lnTo>
                  <a:lnTo>
                    <a:pt x="411437" y="3676225"/>
                  </a:lnTo>
                  <a:lnTo>
                    <a:pt x="471093" y="3735665"/>
                  </a:lnTo>
                  <a:lnTo>
                    <a:pt x="505134" y="3763190"/>
                  </a:lnTo>
                  <a:lnTo>
                    <a:pt x="541175" y="3790670"/>
                  </a:lnTo>
                  <a:lnTo>
                    <a:pt x="579219" y="3818058"/>
                  </a:lnTo>
                  <a:lnTo>
                    <a:pt x="619264" y="3845310"/>
                  </a:lnTo>
                  <a:lnTo>
                    <a:pt x="661312" y="3872379"/>
                  </a:lnTo>
                  <a:lnTo>
                    <a:pt x="705362" y="3899222"/>
                  </a:lnTo>
                  <a:lnTo>
                    <a:pt x="751414" y="3925791"/>
                  </a:lnTo>
                  <a:lnTo>
                    <a:pt x="799468" y="3952041"/>
                  </a:lnTo>
                  <a:lnTo>
                    <a:pt x="849526" y="3977927"/>
                  </a:lnTo>
                  <a:lnTo>
                    <a:pt x="901586" y="4003404"/>
                  </a:lnTo>
                  <a:lnTo>
                    <a:pt x="955649" y="4028426"/>
                  </a:lnTo>
                  <a:lnTo>
                    <a:pt x="945763" y="4049400"/>
                  </a:lnTo>
                  <a:lnTo>
                    <a:pt x="937139" y="4067539"/>
                  </a:lnTo>
                  <a:lnTo>
                    <a:pt x="931039" y="4083786"/>
                  </a:lnTo>
                  <a:lnTo>
                    <a:pt x="928725" y="4099089"/>
                  </a:lnTo>
                  <a:lnTo>
                    <a:pt x="1009484" y="4099089"/>
                  </a:lnTo>
                  <a:lnTo>
                    <a:pt x="1011588" y="4091358"/>
                  </a:lnTo>
                  <a:lnTo>
                    <a:pt x="1016215" y="4082682"/>
                  </a:lnTo>
                  <a:lnTo>
                    <a:pt x="1020843" y="4072112"/>
                  </a:lnTo>
                  <a:lnTo>
                    <a:pt x="1022946" y="4058703"/>
                  </a:lnTo>
                  <a:lnTo>
                    <a:pt x="1051130" y="4072112"/>
                  </a:lnTo>
                  <a:lnTo>
                    <a:pt x="1076788" y="4082682"/>
                  </a:lnTo>
                  <a:lnTo>
                    <a:pt x="1102446" y="4091358"/>
                  </a:lnTo>
                  <a:lnTo>
                    <a:pt x="1130630" y="4099089"/>
                  </a:lnTo>
                  <a:lnTo>
                    <a:pt x="1305560" y="4099089"/>
                  </a:lnTo>
                  <a:lnTo>
                    <a:pt x="1250559" y="4080835"/>
                  </a:lnTo>
                  <a:lnTo>
                    <a:pt x="1198134" y="4062099"/>
                  </a:lnTo>
                  <a:lnTo>
                    <a:pt x="1147640" y="4042395"/>
                  </a:lnTo>
                  <a:lnTo>
                    <a:pt x="1098433" y="4021236"/>
                  </a:lnTo>
                  <a:lnTo>
                    <a:pt x="1049870" y="3998136"/>
                  </a:lnTo>
                  <a:lnTo>
                    <a:pt x="1074528" y="3949359"/>
                  </a:lnTo>
                  <a:lnTo>
                    <a:pt x="1098240" y="3901290"/>
                  </a:lnTo>
                  <a:lnTo>
                    <a:pt x="1121320" y="3853693"/>
                  </a:lnTo>
                  <a:lnTo>
                    <a:pt x="1144085" y="3806333"/>
                  </a:lnTo>
                  <a:lnTo>
                    <a:pt x="1166850" y="3758972"/>
                  </a:lnTo>
                  <a:lnTo>
                    <a:pt x="1189931" y="3711374"/>
                  </a:lnTo>
                  <a:lnTo>
                    <a:pt x="1213642" y="3663302"/>
                  </a:lnTo>
                  <a:lnTo>
                    <a:pt x="1238300" y="3614520"/>
                  </a:lnTo>
                  <a:lnTo>
                    <a:pt x="1264103" y="3568661"/>
                  </a:lnTo>
                  <a:lnTo>
                    <a:pt x="1290857" y="3522091"/>
                  </a:lnTo>
                  <a:lnTo>
                    <a:pt x="1318245" y="3475047"/>
                  </a:lnTo>
                  <a:lnTo>
                    <a:pt x="1345952" y="3427765"/>
                  </a:lnTo>
                  <a:lnTo>
                    <a:pt x="1373661" y="3380483"/>
                  </a:lnTo>
                  <a:lnTo>
                    <a:pt x="1401056" y="3333437"/>
                  </a:lnTo>
                  <a:lnTo>
                    <a:pt x="1427822" y="3286864"/>
                  </a:lnTo>
                  <a:lnTo>
                    <a:pt x="1453642" y="3241000"/>
                  </a:lnTo>
                  <a:lnTo>
                    <a:pt x="1494238" y="3257723"/>
                  </a:lnTo>
                  <a:lnTo>
                    <a:pt x="1536096" y="3276338"/>
                  </a:lnTo>
                  <a:lnTo>
                    <a:pt x="1580479" y="3294954"/>
                  </a:lnTo>
                  <a:lnTo>
                    <a:pt x="1628647" y="3311676"/>
                  </a:lnTo>
                  <a:lnTo>
                    <a:pt x="1669033" y="3332808"/>
                  </a:lnTo>
                  <a:lnTo>
                    <a:pt x="1709420" y="3352051"/>
                  </a:lnTo>
                  <a:lnTo>
                    <a:pt x="1749806" y="3371296"/>
                  </a:lnTo>
                  <a:lnTo>
                    <a:pt x="1790191" y="3392435"/>
                  </a:lnTo>
                  <a:lnTo>
                    <a:pt x="1767474" y="3422875"/>
                  </a:lnTo>
                  <a:lnTo>
                    <a:pt x="1739709" y="3454264"/>
                  </a:lnTo>
                  <a:lnTo>
                    <a:pt x="1706895" y="3487545"/>
                  </a:lnTo>
                  <a:lnTo>
                    <a:pt x="1669033" y="3523664"/>
                  </a:lnTo>
                  <a:lnTo>
                    <a:pt x="1630751" y="3554110"/>
                  </a:lnTo>
                  <a:lnTo>
                    <a:pt x="1594993" y="3585499"/>
                  </a:lnTo>
                  <a:lnTo>
                    <a:pt x="1559234" y="3618782"/>
                  </a:lnTo>
                  <a:lnTo>
                    <a:pt x="1520952" y="3654906"/>
                  </a:lnTo>
                  <a:lnTo>
                    <a:pt x="1493817" y="3696862"/>
                  </a:lnTo>
                  <a:lnTo>
                    <a:pt x="1475517" y="3733141"/>
                  </a:lnTo>
                  <a:lnTo>
                    <a:pt x="1469838" y="3765634"/>
                  </a:lnTo>
                  <a:lnTo>
                    <a:pt x="1480566" y="3796232"/>
                  </a:lnTo>
                  <a:lnTo>
                    <a:pt x="1490452" y="3828255"/>
                  </a:lnTo>
                  <a:lnTo>
                    <a:pt x="1499076" y="3863115"/>
                  </a:lnTo>
                  <a:lnTo>
                    <a:pt x="1505176" y="3899868"/>
                  </a:lnTo>
                  <a:lnTo>
                    <a:pt x="1507490" y="3937570"/>
                  </a:lnTo>
                  <a:lnTo>
                    <a:pt x="1669033" y="4099089"/>
                  </a:lnTo>
                  <a:lnTo>
                    <a:pt x="2772664" y="4099089"/>
                  </a:lnTo>
                  <a:lnTo>
                    <a:pt x="2822527" y="4082207"/>
                  </a:lnTo>
                  <a:lnTo>
                    <a:pt x="2874329" y="4068234"/>
                  </a:lnTo>
                  <a:lnTo>
                    <a:pt x="2926776" y="4057653"/>
                  </a:lnTo>
                  <a:lnTo>
                    <a:pt x="2978578" y="4050948"/>
                  </a:lnTo>
                  <a:lnTo>
                    <a:pt x="3028441" y="4048606"/>
                  </a:lnTo>
                  <a:lnTo>
                    <a:pt x="3074597" y="4050491"/>
                  </a:lnTo>
                  <a:lnTo>
                    <a:pt x="3120752" y="4047608"/>
                  </a:lnTo>
                  <a:lnTo>
                    <a:pt x="3166908" y="4040134"/>
                  </a:lnTo>
                  <a:lnTo>
                    <a:pt x="3213063" y="4028244"/>
                  </a:lnTo>
                  <a:lnTo>
                    <a:pt x="3259219" y="4012116"/>
                  </a:lnTo>
                  <a:lnTo>
                    <a:pt x="3305374" y="3991925"/>
                  </a:lnTo>
                  <a:lnTo>
                    <a:pt x="3351529" y="3967847"/>
                  </a:lnTo>
                  <a:lnTo>
                    <a:pt x="3387288" y="3951132"/>
                  </a:lnTo>
                  <a:lnTo>
                    <a:pt x="3438612" y="3913906"/>
                  </a:lnTo>
                  <a:lnTo>
                    <a:pt x="3479419" y="3874474"/>
                  </a:lnTo>
                  <a:lnTo>
                    <a:pt x="3519805" y="3829045"/>
                  </a:lnTo>
                  <a:lnTo>
                    <a:pt x="3539998" y="3806328"/>
                  </a:lnTo>
                  <a:lnTo>
                    <a:pt x="3533204" y="3856056"/>
                  </a:lnTo>
                  <a:lnTo>
                    <a:pt x="3526037" y="3904663"/>
                  </a:lnTo>
                  <a:lnTo>
                    <a:pt x="3518122" y="3952708"/>
                  </a:lnTo>
                  <a:lnTo>
                    <a:pt x="3509085" y="4000754"/>
                  </a:lnTo>
                  <a:lnTo>
                    <a:pt x="3498552" y="4049360"/>
                  </a:lnTo>
                  <a:lnTo>
                    <a:pt x="3486150" y="4099089"/>
                  </a:lnTo>
                  <a:lnTo>
                    <a:pt x="3566794" y="4099089"/>
                  </a:lnTo>
                  <a:lnTo>
                    <a:pt x="3578294" y="4051526"/>
                  </a:lnTo>
                  <a:lnTo>
                    <a:pt x="3589558" y="4004140"/>
                  </a:lnTo>
                  <a:lnTo>
                    <a:pt x="3600351" y="3957107"/>
                  </a:lnTo>
                  <a:lnTo>
                    <a:pt x="3610438" y="3910605"/>
                  </a:lnTo>
                  <a:lnTo>
                    <a:pt x="3619583" y="3864811"/>
                  </a:lnTo>
                  <a:lnTo>
                    <a:pt x="3627550" y="3819901"/>
                  </a:lnTo>
                  <a:lnTo>
                    <a:pt x="3634104" y="3776051"/>
                  </a:lnTo>
                  <a:lnTo>
                    <a:pt x="3650259" y="3775001"/>
                  </a:lnTo>
                  <a:lnTo>
                    <a:pt x="3682568" y="3772497"/>
                  </a:lnTo>
                  <a:lnTo>
                    <a:pt x="3731031" y="3769509"/>
                  </a:lnTo>
                  <a:lnTo>
                    <a:pt x="3795649" y="3767005"/>
                  </a:lnTo>
                  <a:lnTo>
                    <a:pt x="3876421" y="3765955"/>
                  </a:lnTo>
                  <a:lnTo>
                    <a:pt x="3917494" y="3762708"/>
                  </a:lnTo>
                  <a:lnTo>
                    <a:pt x="3960024" y="3758506"/>
                  </a:lnTo>
                  <a:lnTo>
                    <a:pt x="4004130" y="3753393"/>
                  </a:lnTo>
                  <a:lnTo>
                    <a:pt x="4049934" y="3747416"/>
                  </a:lnTo>
                  <a:lnTo>
                    <a:pt x="4097556" y="3740619"/>
                  </a:lnTo>
                  <a:lnTo>
                    <a:pt x="4147117" y="3733048"/>
                  </a:lnTo>
                  <a:lnTo>
                    <a:pt x="4198737" y="3724750"/>
                  </a:lnTo>
                  <a:lnTo>
                    <a:pt x="4252539" y="3715768"/>
                  </a:lnTo>
                  <a:lnTo>
                    <a:pt x="4308642" y="3706150"/>
                  </a:lnTo>
                  <a:lnTo>
                    <a:pt x="4367167" y="3695939"/>
                  </a:lnTo>
                  <a:lnTo>
                    <a:pt x="4428236" y="3685183"/>
                  </a:lnTo>
                  <a:lnTo>
                    <a:pt x="4432705" y="3731066"/>
                  </a:lnTo>
                  <a:lnTo>
                    <a:pt x="4436229" y="3777777"/>
                  </a:lnTo>
                  <a:lnTo>
                    <a:pt x="4439121" y="3825198"/>
                  </a:lnTo>
                  <a:lnTo>
                    <a:pt x="4441698" y="3873210"/>
                  </a:lnTo>
                  <a:lnTo>
                    <a:pt x="4444274" y="3921694"/>
                  </a:lnTo>
                  <a:lnTo>
                    <a:pt x="4447166" y="3970533"/>
                  </a:lnTo>
                  <a:lnTo>
                    <a:pt x="4450690" y="4019607"/>
                  </a:lnTo>
                  <a:lnTo>
                    <a:pt x="4455160" y="4068799"/>
                  </a:lnTo>
                  <a:lnTo>
                    <a:pt x="4455160" y="4076371"/>
                  </a:lnTo>
                  <a:lnTo>
                    <a:pt x="4455160" y="4083944"/>
                  </a:lnTo>
                  <a:lnTo>
                    <a:pt x="4455160" y="4091516"/>
                  </a:lnTo>
                  <a:lnTo>
                    <a:pt x="4455160" y="4099089"/>
                  </a:lnTo>
                  <a:lnTo>
                    <a:pt x="4535932" y="4099089"/>
                  </a:lnTo>
                  <a:lnTo>
                    <a:pt x="4535932" y="4089781"/>
                  </a:lnTo>
                  <a:lnTo>
                    <a:pt x="4535932" y="4077634"/>
                  </a:lnTo>
                  <a:lnTo>
                    <a:pt x="4535932" y="4063593"/>
                  </a:lnTo>
                  <a:lnTo>
                    <a:pt x="4535932" y="4048606"/>
                  </a:lnTo>
                  <a:lnTo>
                    <a:pt x="4531462" y="3999414"/>
                  </a:lnTo>
                  <a:lnTo>
                    <a:pt x="4527938" y="3950340"/>
                  </a:lnTo>
                  <a:lnTo>
                    <a:pt x="4525046" y="3901502"/>
                  </a:lnTo>
                  <a:lnTo>
                    <a:pt x="4522469" y="3853018"/>
                  </a:lnTo>
                  <a:lnTo>
                    <a:pt x="4519893" y="3805008"/>
                  </a:lnTo>
                  <a:lnTo>
                    <a:pt x="4517001" y="3757589"/>
                  </a:lnTo>
                  <a:lnTo>
                    <a:pt x="4513477" y="3710881"/>
                  </a:lnTo>
                  <a:lnTo>
                    <a:pt x="4509008" y="3665003"/>
                  </a:lnTo>
                  <a:lnTo>
                    <a:pt x="4554841" y="3651513"/>
                  </a:lnTo>
                  <a:lnTo>
                    <a:pt x="4602447" y="3637859"/>
                  </a:lnTo>
                  <a:lnTo>
                    <a:pt x="4651605" y="3623872"/>
                  </a:lnTo>
                  <a:lnTo>
                    <a:pt x="4702092" y="3609387"/>
                  </a:lnTo>
                  <a:lnTo>
                    <a:pt x="4753687" y="3594238"/>
                  </a:lnTo>
                  <a:lnTo>
                    <a:pt x="4806169" y="3578257"/>
                  </a:lnTo>
                  <a:lnTo>
                    <a:pt x="4859315" y="3561279"/>
                  </a:lnTo>
                  <a:lnTo>
                    <a:pt x="4912904" y="3543137"/>
                  </a:lnTo>
                  <a:lnTo>
                    <a:pt x="4966716" y="3523664"/>
                  </a:lnTo>
                  <a:lnTo>
                    <a:pt x="5011397" y="3509399"/>
                  </a:lnTo>
                  <a:lnTo>
                    <a:pt x="5057166" y="3494133"/>
                  </a:lnTo>
                  <a:lnTo>
                    <a:pt x="5103780" y="3477865"/>
                  </a:lnTo>
                  <a:lnTo>
                    <a:pt x="5150999" y="3460596"/>
                  </a:lnTo>
                  <a:lnTo>
                    <a:pt x="5198579" y="3442326"/>
                  </a:lnTo>
                  <a:lnTo>
                    <a:pt x="5246281" y="3423054"/>
                  </a:lnTo>
                  <a:lnTo>
                    <a:pt x="5293861" y="3402781"/>
                  </a:lnTo>
                  <a:lnTo>
                    <a:pt x="5341080" y="3381507"/>
                  </a:lnTo>
                  <a:lnTo>
                    <a:pt x="5387694" y="3359231"/>
                  </a:lnTo>
                  <a:lnTo>
                    <a:pt x="5433463" y="3335954"/>
                  </a:lnTo>
                  <a:lnTo>
                    <a:pt x="5478145" y="3311676"/>
                  </a:lnTo>
                  <a:lnTo>
                    <a:pt x="5497733" y="3353788"/>
                  </a:lnTo>
                  <a:lnTo>
                    <a:pt x="5516217" y="3396848"/>
                  </a:lnTo>
                  <a:lnTo>
                    <a:pt x="5533754" y="3440856"/>
                  </a:lnTo>
                  <a:lnTo>
                    <a:pt x="5550503" y="3485810"/>
                  </a:lnTo>
                  <a:lnTo>
                    <a:pt x="5566620" y="3531712"/>
                  </a:lnTo>
                  <a:lnTo>
                    <a:pt x="5582265" y="3578561"/>
                  </a:lnTo>
                  <a:lnTo>
                    <a:pt x="5597593" y="3626357"/>
                  </a:lnTo>
                  <a:lnTo>
                    <a:pt x="5612765" y="3675099"/>
                  </a:lnTo>
                  <a:lnTo>
                    <a:pt x="5623413" y="3724330"/>
                  </a:lnTo>
                  <a:lnTo>
                    <a:pt x="5634851" y="3773681"/>
                  </a:lnTo>
                  <a:lnTo>
                    <a:pt x="5646604" y="3823268"/>
                  </a:lnTo>
                  <a:lnTo>
                    <a:pt x="5658199" y="3873211"/>
                  </a:lnTo>
                  <a:lnTo>
                    <a:pt x="5669163" y="3923627"/>
                  </a:lnTo>
                  <a:lnTo>
                    <a:pt x="5679023" y="3974635"/>
                  </a:lnTo>
                  <a:lnTo>
                    <a:pt x="5687305" y="4026351"/>
                  </a:lnTo>
                  <a:lnTo>
                    <a:pt x="5693537" y="4078896"/>
                  </a:lnTo>
                  <a:lnTo>
                    <a:pt x="5683440" y="4086310"/>
                  </a:lnTo>
                  <a:lnTo>
                    <a:pt x="5673344" y="4092778"/>
                  </a:lnTo>
                  <a:lnTo>
                    <a:pt x="5663247" y="4097353"/>
                  </a:lnTo>
                  <a:lnTo>
                    <a:pt x="5653151" y="4099089"/>
                  </a:lnTo>
                  <a:lnTo>
                    <a:pt x="5801233" y="4099089"/>
                  </a:lnTo>
                  <a:lnTo>
                    <a:pt x="5834937" y="4056538"/>
                  </a:lnTo>
                  <a:lnTo>
                    <a:pt x="5867431" y="4013684"/>
                  </a:lnTo>
                  <a:lnTo>
                    <a:pt x="5898716" y="3970527"/>
                  </a:lnTo>
                  <a:lnTo>
                    <a:pt x="5928790" y="3927067"/>
                  </a:lnTo>
                  <a:lnTo>
                    <a:pt x="5957655" y="3883305"/>
                  </a:lnTo>
                  <a:lnTo>
                    <a:pt x="5985309" y="3839239"/>
                  </a:lnTo>
                  <a:lnTo>
                    <a:pt x="6011753" y="3794871"/>
                  </a:lnTo>
                  <a:lnTo>
                    <a:pt x="6036987" y="3750200"/>
                  </a:lnTo>
                  <a:lnTo>
                    <a:pt x="6061011" y="3705226"/>
                  </a:lnTo>
                  <a:lnTo>
                    <a:pt x="6083823" y="3659950"/>
                  </a:lnTo>
                  <a:lnTo>
                    <a:pt x="6105426" y="3614370"/>
                  </a:lnTo>
                  <a:lnTo>
                    <a:pt x="6125817" y="3568488"/>
                  </a:lnTo>
                  <a:lnTo>
                    <a:pt x="6144998" y="3522303"/>
                  </a:lnTo>
                  <a:lnTo>
                    <a:pt x="6162967" y="3475815"/>
                  </a:lnTo>
                  <a:lnTo>
                    <a:pt x="6179726" y="3429024"/>
                  </a:lnTo>
                  <a:lnTo>
                    <a:pt x="6195274" y="3381931"/>
                  </a:lnTo>
                  <a:lnTo>
                    <a:pt x="6209610" y="3334535"/>
                  </a:lnTo>
                  <a:lnTo>
                    <a:pt x="6222735" y="3286836"/>
                  </a:lnTo>
                  <a:lnTo>
                    <a:pt x="6234649" y="3238835"/>
                  </a:lnTo>
                  <a:lnTo>
                    <a:pt x="6245352" y="3190531"/>
                  </a:lnTo>
                  <a:lnTo>
                    <a:pt x="6257434" y="3139597"/>
                  </a:lnTo>
                  <a:lnTo>
                    <a:pt x="6268174" y="3088805"/>
                  </a:lnTo>
                  <a:lnTo>
                    <a:pt x="6277571" y="3038129"/>
                  </a:lnTo>
                  <a:lnTo>
                    <a:pt x="6285626" y="2987543"/>
                  </a:lnTo>
                  <a:lnTo>
                    <a:pt x="6292338" y="2937019"/>
                  </a:lnTo>
                  <a:lnTo>
                    <a:pt x="6297708" y="2886531"/>
                  </a:lnTo>
                  <a:lnTo>
                    <a:pt x="6301735" y="2836053"/>
                  </a:lnTo>
                  <a:lnTo>
                    <a:pt x="6304420" y="2785557"/>
                  </a:lnTo>
                  <a:lnTo>
                    <a:pt x="6305763" y="2735018"/>
                  </a:lnTo>
                  <a:lnTo>
                    <a:pt x="6305763" y="2684410"/>
                  </a:lnTo>
                  <a:lnTo>
                    <a:pt x="6304420" y="2633704"/>
                  </a:lnTo>
                  <a:lnTo>
                    <a:pt x="6301735" y="2582875"/>
                  </a:lnTo>
                  <a:lnTo>
                    <a:pt x="6297708" y="2531897"/>
                  </a:lnTo>
                  <a:lnTo>
                    <a:pt x="6292338" y="2480742"/>
                  </a:lnTo>
                  <a:lnTo>
                    <a:pt x="6285626" y="2429384"/>
                  </a:lnTo>
                  <a:lnTo>
                    <a:pt x="6277571" y="2377797"/>
                  </a:lnTo>
                  <a:lnTo>
                    <a:pt x="6268174" y="2325954"/>
                  </a:lnTo>
                  <a:lnTo>
                    <a:pt x="6257434" y="2273828"/>
                  </a:lnTo>
                  <a:lnTo>
                    <a:pt x="6245352" y="2221394"/>
                  </a:lnTo>
                  <a:lnTo>
                    <a:pt x="6232731" y="2174605"/>
                  </a:lnTo>
                  <a:lnTo>
                    <a:pt x="6219101" y="2128111"/>
                  </a:lnTo>
                  <a:lnTo>
                    <a:pt x="6204461" y="2081905"/>
                  </a:lnTo>
                  <a:lnTo>
                    <a:pt x="6188812" y="2035979"/>
                  </a:lnTo>
                  <a:lnTo>
                    <a:pt x="6172154" y="1990325"/>
                  </a:lnTo>
                  <a:lnTo>
                    <a:pt x="6154486" y="1944936"/>
                  </a:lnTo>
                  <a:lnTo>
                    <a:pt x="6135810" y="1899804"/>
                  </a:lnTo>
                  <a:lnTo>
                    <a:pt x="6116124" y="1854922"/>
                  </a:lnTo>
                  <a:lnTo>
                    <a:pt x="6095430" y="1810282"/>
                  </a:lnTo>
                  <a:lnTo>
                    <a:pt x="6073727" y="1765876"/>
                  </a:lnTo>
                  <a:lnTo>
                    <a:pt x="6051015" y="1721697"/>
                  </a:lnTo>
                  <a:lnTo>
                    <a:pt x="6027295" y="1677737"/>
                  </a:lnTo>
                  <a:lnTo>
                    <a:pt x="6002566" y="1633988"/>
                  </a:lnTo>
                  <a:lnTo>
                    <a:pt x="5976828" y="1590444"/>
                  </a:lnTo>
                  <a:lnTo>
                    <a:pt x="5950082" y="1547095"/>
                  </a:lnTo>
                  <a:lnTo>
                    <a:pt x="5922329" y="1503935"/>
                  </a:lnTo>
                  <a:lnTo>
                    <a:pt x="5893566" y="1460956"/>
                  </a:lnTo>
                  <a:lnTo>
                    <a:pt x="5863796" y="1418150"/>
                  </a:lnTo>
                  <a:lnTo>
                    <a:pt x="5833018" y="1375510"/>
                  </a:lnTo>
                  <a:lnTo>
                    <a:pt x="5801233" y="1333029"/>
                  </a:lnTo>
                  <a:lnTo>
                    <a:pt x="5788822" y="1310339"/>
                  </a:lnTo>
                  <a:lnTo>
                    <a:pt x="5753905" y="1264913"/>
                  </a:lnTo>
                  <a:lnTo>
                    <a:pt x="5713730" y="1219479"/>
                  </a:lnTo>
                  <a:lnTo>
                    <a:pt x="5693536" y="1196758"/>
                  </a:lnTo>
                  <a:lnTo>
                    <a:pt x="5673343" y="1174036"/>
                  </a:lnTo>
                  <a:lnTo>
                    <a:pt x="5616413" y="1114964"/>
                  </a:lnTo>
                  <a:lnTo>
                    <a:pt x="5578948" y="1078759"/>
                  </a:lnTo>
                  <a:lnTo>
                    <a:pt x="5540837" y="1042798"/>
                  </a:lnTo>
                  <a:lnTo>
                    <a:pt x="5502161" y="1007202"/>
                  </a:lnTo>
                  <a:lnTo>
                    <a:pt x="5463000" y="972095"/>
                  </a:lnTo>
                  <a:lnTo>
                    <a:pt x="5423435" y="937596"/>
                  </a:lnTo>
                  <a:lnTo>
                    <a:pt x="5383547" y="903830"/>
                  </a:lnTo>
                  <a:lnTo>
                    <a:pt x="5343417" y="870916"/>
                  </a:lnTo>
                  <a:lnTo>
                    <a:pt x="5303125" y="838978"/>
                  </a:lnTo>
                  <a:lnTo>
                    <a:pt x="5262753" y="808138"/>
                  </a:lnTo>
                  <a:lnTo>
                    <a:pt x="5219040" y="778090"/>
                  </a:lnTo>
                  <a:lnTo>
                    <a:pt x="5175868" y="748592"/>
                  </a:lnTo>
                  <a:lnTo>
                    <a:pt x="5133116" y="719688"/>
                  </a:lnTo>
                  <a:lnTo>
                    <a:pt x="5090663" y="691423"/>
                  </a:lnTo>
                  <a:lnTo>
                    <a:pt x="5048387" y="663843"/>
                  </a:lnTo>
                  <a:lnTo>
                    <a:pt x="5006169" y="636993"/>
                  </a:lnTo>
                  <a:lnTo>
                    <a:pt x="4963888" y="610919"/>
                  </a:lnTo>
                  <a:lnTo>
                    <a:pt x="4921422" y="585664"/>
                  </a:lnTo>
                  <a:lnTo>
                    <a:pt x="4878650" y="561275"/>
                  </a:lnTo>
                  <a:lnTo>
                    <a:pt x="4835453" y="537797"/>
                  </a:lnTo>
                  <a:lnTo>
                    <a:pt x="4791710" y="515276"/>
                  </a:lnTo>
                  <a:lnTo>
                    <a:pt x="4791710" y="505243"/>
                  </a:lnTo>
                  <a:lnTo>
                    <a:pt x="4778248" y="505243"/>
                  </a:lnTo>
                  <a:lnTo>
                    <a:pt x="4735861" y="482963"/>
                  </a:lnTo>
                  <a:lnTo>
                    <a:pt x="4693212" y="461207"/>
                  </a:lnTo>
                  <a:lnTo>
                    <a:pt x="4650301" y="439972"/>
                  </a:lnTo>
                  <a:lnTo>
                    <a:pt x="4607128" y="419256"/>
                  </a:lnTo>
                  <a:lnTo>
                    <a:pt x="4563693" y="399058"/>
                  </a:lnTo>
                  <a:lnTo>
                    <a:pt x="4519996" y="379377"/>
                  </a:lnTo>
                  <a:lnTo>
                    <a:pt x="4476037" y="360211"/>
                  </a:lnTo>
                  <a:lnTo>
                    <a:pt x="4431816" y="341559"/>
                  </a:lnTo>
                  <a:lnTo>
                    <a:pt x="4387332" y="323419"/>
                  </a:lnTo>
                  <a:lnTo>
                    <a:pt x="4342587" y="305789"/>
                  </a:lnTo>
                  <a:lnTo>
                    <a:pt x="4297579" y="288668"/>
                  </a:lnTo>
                  <a:lnTo>
                    <a:pt x="4252309" y="272055"/>
                  </a:lnTo>
                  <a:lnTo>
                    <a:pt x="4206777" y="255947"/>
                  </a:lnTo>
                  <a:lnTo>
                    <a:pt x="4160983" y="240344"/>
                  </a:lnTo>
                  <a:lnTo>
                    <a:pt x="4114927" y="225244"/>
                  </a:lnTo>
                  <a:lnTo>
                    <a:pt x="4068609" y="210645"/>
                  </a:lnTo>
                  <a:lnTo>
                    <a:pt x="4022029" y="196546"/>
                  </a:lnTo>
                  <a:lnTo>
                    <a:pt x="3975186" y="182945"/>
                  </a:lnTo>
                  <a:lnTo>
                    <a:pt x="3928082" y="169841"/>
                  </a:lnTo>
                  <a:lnTo>
                    <a:pt x="3880715" y="157232"/>
                  </a:lnTo>
                  <a:lnTo>
                    <a:pt x="3833087" y="145117"/>
                  </a:lnTo>
                  <a:lnTo>
                    <a:pt x="3785196" y="133494"/>
                  </a:lnTo>
                  <a:lnTo>
                    <a:pt x="3737043" y="122362"/>
                  </a:lnTo>
                  <a:lnTo>
                    <a:pt x="3688628" y="111719"/>
                  </a:lnTo>
                  <a:lnTo>
                    <a:pt x="3639951" y="101564"/>
                  </a:lnTo>
                  <a:lnTo>
                    <a:pt x="3591012" y="91895"/>
                  </a:lnTo>
                  <a:lnTo>
                    <a:pt x="3541810" y="82710"/>
                  </a:lnTo>
                  <a:lnTo>
                    <a:pt x="3492347" y="74009"/>
                  </a:lnTo>
                  <a:lnTo>
                    <a:pt x="3442621" y="65789"/>
                  </a:lnTo>
                  <a:lnTo>
                    <a:pt x="3392634" y="58049"/>
                  </a:lnTo>
                  <a:lnTo>
                    <a:pt x="3342384" y="50787"/>
                  </a:lnTo>
                  <a:lnTo>
                    <a:pt x="3291872" y="44003"/>
                  </a:lnTo>
                  <a:lnTo>
                    <a:pt x="3241098" y="37694"/>
                  </a:lnTo>
                  <a:lnTo>
                    <a:pt x="3190062" y="31859"/>
                  </a:lnTo>
                  <a:lnTo>
                    <a:pt x="3138764" y="26496"/>
                  </a:lnTo>
                  <a:lnTo>
                    <a:pt x="3087203" y="21604"/>
                  </a:lnTo>
                  <a:lnTo>
                    <a:pt x="3035381" y="17182"/>
                  </a:lnTo>
                  <a:lnTo>
                    <a:pt x="2983297" y="13227"/>
                  </a:lnTo>
                  <a:lnTo>
                    <a:pt x="2930950" y="9739"/>
                  </a:lnTo>
                  <a:lnTo>
                    <a:pt x="2878341" y="6715"/>
                  </a:lnTo>
                  <a:lnTo>
                    <a:pt x="2825470" y="4155"/>
                  </a:lnTo>
                  <a:lnTo>
                    <a:pt x="2772338" y="2056"/>
                  </a:lnTo>
                  <a:lnTo>
                    <a:pt x="2718943" y="418"/>
                  </a:lnTo>
                  <a:lnTo>
                    <a:pt x="2666737" y="0"/>
                  </a:lnTo>
                  <a:lnTo>
                    <a:pt x="2614739" y="114"/>
                  </a:lnTo>
                  <a:lnTo>
                    <a:pt x="2562947" y="761"/>
                  </a:lnTo>
                  <a:lnTo>
                    <a:pt x="2511360" y="1943"/>
                  </a:lnTo>
                  <a:lnTo>
                    <a:pt x="2459978" y="3659"/>
                  </a:lnTo>
                  <a:lnTo>
                    <a:pt x="2408799" y="5910"/>
                  </a:lnTo>
                  <a:lnTo>
                    <a:pt x="2357824" y="8697"/>
                  </a:lnTo>
                  <a:lnTo>
                    <a:pt x="2307049" y="12021"/>
                  </a:lnTo>
                  <a:lnTo>
                    <a:pt x="2256476" y="15883"/>
                  </a:lnTo>
                  <a:lnTo>
                    <a:pt x="2206103" y="20282"/>
                  </a:lnTo>
                  <a:lnTo>
                    <a:pt x="2155928" y="25220"/>
                  </a:lnTo>
                  <a:lnTo>
                    <a:pt x="2105952" y="30698"/>
                  </a:lnTo>
                  <a:lnTo>
                    <a:pt x="2056172" y="36716"/>
                  </a:lnTo>
                  <a:lnTo>
                    <a:pt x="2006589" y="43275"/>
                  </a:lnTo>
                  <a:lnTo>
                    <a:pt x="1957201" y="50376"/>
                  </a:lnTo>
                  <a:lnTo>
                    <a:pt x="1908007" y="58019"/>
                  </a:lnTo>
                  <a:lnTo>
                    <a:pt x="1859006" y="66204"/>
                  </a:lnTo>
                  <a:lnTo>
                    <a:pt x="1810198" y="74934"/>
                  </a:lnTo>
                  <a:lnTo>
                    <a:pt x="1761581" y="84208"/>
                  </a:lnTo>
                  <a:lnTo>
                    <a:pt x="1713155" y="94028"/>
                  </a:lnTo>
                  <a:lnTo>
                    <a:pt x="1664919" y="104393"/>
                  </a:lnTo>
                  <a:lnTo>
                    <a:pt x="1616871" y="115305"/>
                  </a:lnTo>
                  <a:lnTo>
                    <a:pt x="1569012" y="126764"/>
                  </a:lnTo>
                  <a:lnTo>
                    <a:pt x="1521339" y="138771"/>
                  </a:lnTo>
                  <a:lnTo>
                    <a:pt x="1473851" y="151327"/>
                  </a:lnTo>
                  <a:lnTo>
                    <a:pt x="1426549" y="164432"/>
                  </a:lnTo>
                  <a:lnTo>
                    <a:pt x="1379431" y="178088"/>
                  </a:lnTo>
                  <a:lnTo>
                    <a:pt x="1332496" y="192294"/>
                  </a:lnTo>
                  <a:lnTo>
                    <a:pt x="1285744" y="207052"/>
                  </a:lnTo>
                  <a:lnTo>
                    <a:pt x="1239172" y="222362"/>
                  </a:lnTo>
                  <a:lnTo>
                    <a:pt x="1192781" y="238225"/>
                  </a:lnTo>
                  <a:lnTo>
                    <a:pt x="1146570" y="254641"/>
                  </a:lnTo>
                  <a:lnTo>
                    <a:pt x="1100537" y="271612"/>
                  </a:lnTo>
                  <a:lnTo>
                    <a:pt x="1054681" y="289138"/>
                  </a:lnTo>
                  <a:lnTo>
                    <a:pt x="1009002" y="307220"/>
                  </a:lnTo>
                  <a:lnTo>
                    <a:pt x="963499" y="325858"/>
                  </a:lnTo>
                  <a:lnTo>
                    <a:pt x="918171" y="345054"/>
                  </a:lnTo>
                  <a:lnTo>
                    <a:pt x="873016" y="364807"/>
                  </a:lnTo>
                  <a:lnTo>
                    <a:pt x="828035" y="385119"/>
                  </a:lnTo>
                  <a:lnTo>
                    <a:pt x="783225" y="405990"/>
                  </a:lnTo>
                  <a:lnTo>
                    <a:pt x="738586" y="427422"/>
                  </a:lnTo>
                  <a:lnTo>
                    <a:pt x="694118" y="449414"/>
                  </a:lnTo>
                  <a:lnTo>
                    <a:pt x="649819" y="471967"/>
                  </a:lnTo>
                  <a:lnTo>
                    <a:pt x="605688" y="495083"/>
                  </a:lnTo>
                  <a:lnTo>
                    <a:pt x="557068" y="519347"/>
                  </a:lnTo>
                  <a:lnTo>
                    <a:pt x="509272" y="544470"/>
                  </a:lnTo>
                  <a:lnTo>
                    <a:pt x="462301" y="570386"/>
                  </a:lnTo>
                  <a:lnTo>
                    <a:pt x="416153" y="597030"/>
                  </a:lnTo>
                  <a:lnTo>
                    <a:pt x="370830" y="624334"/>
                  </a:lnTo>
                  <a:lnTo>
                    <a:pt x="326331" y="652233"/>
                  </a:lnTo>
                  <a:lnTo>
                    <a:pt x="282655" y="680661"/>
                  </a:lnTo>
                  <a:lnTo>
                    <a:pt x="239804" y="709552"/>
                  </a:lnTo>
                  <a:lnTo>
                    <a:pt x="197777" y="738839"/>
                  </a:lnTo>
                  <a:lnTo>
                    <a:pt x="156574" y="768457"/>
                  </a:lnTo>
                  <a:lnTo>
                    <a:pt x="116194" y="798338"/>
                  </a:lnTo>
                  <a:lnTo>
                    <a:pt x="76639" y="828419"/>
                  </a:lnTo>
                  <a:lnTo>
                    <a:pt x="37907" y="858631"/>
                  </a:lnTo>
                  <a:lnTo>
                    <a:pt x="0" y="888910"/>
                  </a:lnTo>
                  <a:lnTo>
                    <a:pt x="0" y="1888273"/>
                  </a:lnTo>
                  <a:lnTo>
                    <a:pt x="18086" y="1874695"/>
                  </a:lnTo>
                  <a:lnTo>
                    <a:pt x="33649" y="1863000"/>
                  </a:lnTo>
                  <a:lnTo>
                    <a:pt x="49212" y="1851304"/>
                  </a:lnTo>
                  <a:lnTo>
                    <a:pt x="67298" y="1837727"/>
                  </a:lnTo>
                  <a:lnTo>
                    <a:pt x="102417" y="1799595"/>
                  </a:lnTo>
                  <a:lnTo>
                    <a:pt x="126182" y="1759558"/>
                  </a:lnTo>
                  <a:lnTo>
                    <a:pt x="137329" y="1715711"/>
                  </a:lnTo>
                  <a:lnTo>
                    <a:pt x="134594" y="1666150"/>
                  </a:lnTo>
                  <a:lnTo>
                    <a:pt x="139440" y="1626031"/>
                  </a:lnTo>
                  <a:lnTo>
                    <a:pt x="153979" y="1589771"/>
                  </a:lnTo>
                  <a:lnTo>
                    <a:pt x="178208" y="1556412"/>
                  </a:lnTo>
                  <a:lnTo>
                    <a:pt x="212129" y="1524999"/>
                  </a:lnTo>
                  <a:lnTo>
                    <a:pt x="255739" y="1494573"/>
                  </a:lnTo>
                  <a:lnTo>
                    <a:pt x="308454" y="1471132"/>
                  </a:lnTo>
                  <a:lnTo>
                    <a:pt x="358926" y="1451915"/>
                  </a:lnTo>
                  <a:lnTo>
                    <a:pt x="407157" y="1437756"/>
                  </a:lnTo>
                  <a:lnTo>
                    <a:pt x="453144" y="1429492"/>
                  </a:lnTo>
                  <a:lnTo>
                    <a:pt x="496889" y="1427959"/>
                  </a:lnTo>
                  <a:lnTo>
                    <a:pt x="538391" y="1433994"/>
                  </a:lnTo>
                  <a:lnTo>
                    <a:pt x="590967" y="1439322"/>
                  </a:lnTo>
                  <a:lnTo>
                    <a:pt x="646068" y="1438994"/>
                  </a:lnTo>
                  <a:lnTo>
                    <a:pt x="701168" y="1431118"/>
                  </a:lnTo>
                  <a:lnTo>
                    <a:pt x="753745" y="1413801"/>
                  </a:lnTo>
                  <a:lnTo>
                    <a:pt x="771834" y="1430672"/>
                  </a:lnTo>
                  <a:lnTo>
                    <a:pt x="787400" y="1450377"/>
                  </a:lnTo>
                  <a:lnTo>
                    <a:pt x="802965" y="1471986"/>
                  </a:lnTo>
                  <a:lnTo>
                    <a:pt x="821055" y="1494573"/>
                  </a:lnTo>
                  <a:lnTo>
                    <a:pt x="843554" y="1524862"/>
                  </a:lnTo>
                  <a:lnTo>
                    <a:pt x="869842" y="1555152"/>
                  </a:lnTo>
                  <a:lnTo>
                    <a:pt x="898653" y="1585441"/>
                  </a:lnTo>
                  <a:lnTo>
                    <a:pt x="928725" y="1615731"/>
                  </a:lnTo>
                  <a:lnTo>
                    <a:pt x="884308" y="1637503"/>
                  </a:lnTo>
                  <a:lnTo>
                    <a:pt x="839891" y="1660373"/>
                  </a:lnTo>
                  <a:lnTo>
                    <a:pt x="795474" y="1684216"/>
                  </a:lnTo>
                  <a:lnTo>
                    <a:pt x="751057" y="1708910"/>
                  </a:lnTo>
                  <a:lnTo>
                    <a:pt x="706640" y="1734333"/>
                  </a:lnTo>
                  <a:lnTo>
                    <a:pt x="662223" y="1760361"/>
                  </a:lnTo>
                  <a:lnTo>
                    <a:pt x="617806" y="1786873"/>
                  </a:lnTo>
                  <a:lnTo>
                    <a:pt x="573389" y="1813745"/>
                  </a:lnTo>
                  <a:lnTo>
                    <a:pt x="528972" y="1840855"/>
                  </a:lnTo>
                  <a:lnTo>
                    <a:pt x="484555" y="1868080"/>
                  </a:lnTo>
                  <a:lnTo>
                    <a:pt x="440528" y="1895626"/>
                  </a:lnTo>
                  <a:lnTo>
                    <a:pt x="397228" y="1923782"/>
                  </a:lnTo>
                  <a:lnTo>
                    <a:pt x="354573" y="1952547"/>
                  </a:lnTo>
                  <a:lnTo>
                    <a:pt x="312483" y="1981922"/>
                  </a:lnTo>
                  <a:lnTo>
                    <a:pt x="270878" y="2011907"/>
                  </a:lnTo>
                  <a:lnTo>
                    <a:pt x="229677" y="2042501"/>
                  </a:lnTo>
                  <a:lnTo>
                    <a:pt x="188799" y="2073705"/>
                  </a:lnTo>
                  <a:lnTo>
                    <a:pt x="148163" y="2105519"/>
                  </a:lnTo>
                  <a:lnTo>
                    <a:pt x="107690" y="2137942"/>
                  </a:lnTo>
                  <a:lnTo>
                    <a:pt x="67298" y="2170975"/>
                  </a:lnTo>
                  <a:lnTo>
                    <a:pt x="47319" y="2149799"/>
                  </a:lnTo>
                  <a:lnTo>
                    <a:pt x="28601" y="2130541"/>
                  </a:lnTo>
                  <a:lnTo>
                    <a:pt x="12408" y="2111306"/>
                  </a:lnTo>
                  <a:lnTo>
                    <a:pt x="0" y="2090203"/>
                  </a:lnTo>
                  <a:lnTo>
                    <a:pt x="0" y="2322359"/>
                  </a:lnTo>
                  <a:lnTo>
                    <a:pt x="12197" y="2313173"/>
                  </a:lnTo>
                  <a:lnTo>
                    <a:pt x="26919" y="2302118"/>
                  </a:lnTo>
                  <a:lnTo>
                    <a:pt x="41641" y="2291087"/>
                  </a:lnTo>
                  <a:lnTo>
                    <a:pt x="53839" y="2281973"/>
                  </a:lnTo>
                  <a:lnTo>
                    <a:pt x="81944" y="2313099"/>
                  </a:lnTo>
                  <a:lnTo>
                    <a:pt x="112666" y="2345901"/>
                  </a:lnTo>
                  <a:lnTo>
                    <a:pt x="146379" y="2380382"/>
                  </a:lnTo>
                  <a:lnTo>
                    <a:pt x="183456" y="2416546"/>
                  </a:lnTo>
                  <a:lnTo>
                    <a:pt x="224272" y="2454396"/>
                  </a:lnTo>
                  <a:lnTo>
                    <a:pt x="269201" y="2493936"/>
                  </a:lnTo>
                  <a:lnTo>
                    <a:pt x="300721" y="2521345"/>
                  </a:lnTo>
                  <a:lnTo>
                    <a:pt x="334607" y="2550282"/>
                  </a:lnTo>
                  <a:lnTo>
                    <a:pt x="370700" y="2580395"/>
                  </a:lnTo>
                  <a:lnTo>
                    <a:pt x="408844" y="2611331"/>
                  </a:lnTo>
                  <a:lnTo>
                    <a:pt x="448881" y="2642738"/>
                  </a:lnTo>
                  <a:lnTo>
                    <a:pt x="490654" y="2674262"/>
                  </a:lnTo>
                  <a:lnTo>
                    <a:pt x="534005" y="2705551"/>
                  </a:lnTo>
                  <a:lnTo>
                    <a:pt x="578777" y="2736252"/>
                  </a:lnTo>
                  <a:lnTo>
                    <a:pt x="566577" y="2751553"/>
                  </a:lnTo>
                  <a:lnTo>
                    <a:pt x="551853" y="2767795"/>
                  </a:lnTo>
                  <a:lnTo>
                    <a:pt x="537129" y="2785918"/>
                  </a:lnTo>
                  <a:lnTo>
                    <a:pt x="524929" y="2806864"/>
                  </a:lnTo>
                  <a:lnTo>
                    <a:pt x="506846" y="2822008"/>
                  </a:lnTo>
                  <a:lnTo>
                    <a:pt x="491285" y="2837153"/>
                  </a:lnTo>
                  <a:lnTo>
                    <a:pt x="475721" y="2852298"/>
                  </a:lnTo>
                  <a:lnTo>
                    <a:pt x="457631" y="2867443"/>
                  </a:lnTo>
                  <a:close/>
                </a:path>
              </a:pathLst>
            </a:custGeom>
            <a:ln w="3175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5508" y="2963545"/>
              <a:ext cx="1022985" cy="273050"/>
            </a:xfrm>
            <a:custGeom>
              <a:avLst/>
              <a:gdLst/>
              <a:ahLst/>
              <a:cxnLst/>
              <a:rect l="l" t="t" r="r" b="b"/>
              <a:pathLst>
                <a:path w="1022985" h="273050">
                  <a:moveTo>
                    <a:pt x="242277" y="141350"/>
                  </a:moveTo>
                  <a:lnTo>
                    <a:pt x="0" y="272541"/>
                  </a:lnTo>
                  <a:lnTo>
                    <a:pt x="32390" y="249852"/>
                  </a:lnTo>
                  <a:lnTo>
                    <a:pt x="67303" y="227139"/>
                  </a:lnTo>
                  <a:lnTo>
                    <a:pt x="102216" y="204426"/>
                  </a:lnTo>
                  <a:lnTo>
                    <a:pt x="134607" y="181737"/>
                  </a:lnTo>
                  <a:lnTo>
                    <a:pt x="174773" y="159150"/>
                  </a:lnTo>
                  <a:lnTo>
                    <a:pt x="213679" y="137540"/>
                  </a:lnTo>
                  <a:lnTo>
                    <a:pt x="250062" y="117836"/>
                  </a:lnTo>
                  <a:lnTo>
                    <a:pt x="282663" y="100964"/>
                  </a:lnTo>
                  <a:lnTo>
                    <a:pt x="310842" y="85977"/>
                  </a:lnTo>
                  <a:lnTo>
                    <a:pt x="336499" y="71929"/>
                  </a:lnTo>
                  <a:lnTo>
                    <a:pt x="362155" y="59763"/>
                  </a:lnTo>
                  <a:lnTo>
                    <a:pt x="390334" y="50418"/>
                  </a:lnTo>
                  <a:lnTo>
                    <a:pt x="412630" y="41147"/>
                  </a:lnTo>
                  <a:lnTo>
                    <a:pt x="437449" y="29019"/>
                  </a:lnTo>
                  <a:lnTo>
                    <a:pt x="462266" y="14986"/>
                  </a:lnTo>
                  <a:lnTo>
                    <a:pt x="484555" y="0"/>
                  </a:lnTo>
                  <a:lnTo>
                    <a:pt x="539688" y="0"/>
                  </a:lnTo>
                  <a:lnTo>
                    <a:pt x="592882" y="0"/>
                  </a:lnTo>
                  <a:lnTo>
                    <a:pt x="645430" y="0"/>
                  </a:lnTo>
                  <a:lnTo>
                    <a:pt x="698624" y="0"/>
                  </a:lnTo>
                  <a:lnTo>
                    <a:pt x="753757" y="0"/>
                  </a:lnTo>
                  <a:lnTo>
                    <a:pt x="808885" y="4977"/>
                  </a:lnTo>
                  <a:lnTo>
                    <a:pt x="862067" y="8516"/>
                  </a:lnTo>
                  <a:lnTo>
                    <a:pt x="914602" y="11585"/>
                  </a:lnTo>
                  <a:lnTo>
                    <a:pt x="967787" y="15154"/>
                  </a:lnTo>
                  <a:lnTo>
                    <a:pt x="1022921" y="20192"/>
                  </a:lnTo>
                  <a:lnTo>
                    <a:pt x="995997" y="20192"/>
                  </a:lnTo>
                  <a:lnTo>
                    <a:pt x="949022" y="28225"/>
                  </a:lnTo>
                  <a:lnTo>
                    <a:pt x="900405" y="35016"/>
                  </a:lnTo>
                  <a:lnTo>
                    <a:pt x="850144" y="40567"/>
                  </a:lnTo>
                  <a:lnTo>
                    <a:pt x="798237" y="44880"/>
                  </a:lnTo>
                  <a:lnTo>
                    <a:pt x="744680" y="47958"/>
                  </a:lnTo>
                  <a:lnTo>
                    <a:pt x="689473" y="49804"/>
                  </a:lnTo>
                  <a:lnTo>
                    <a:pt x="632612" y="50418"/>
                  </a:lnTo>
                  <a:lnTo>
                    <a:pt x="586582" y="48544"/>
                  </a:lnTo>
                  <a:lnTo>
                    <a:pt x="539448" y="50446"/>
                  </a:lnTo>
                  <a:lnTo>
                    <a:pt x="491368" y="56129"/>
                  </a:lnTo>
                  <a:lnTo>
                    <a:pt x="442498" y="65595"/>
                  </a:lnTo>
                  <a:lnTo>
                    <a:pt x="392996" y="78847"/>
                  </a:lnTo>
                  <a:lnTo>
                    <a:pt x="343020" y="95888"/>
                  </a:lnTo>
                  <a:lnTo>
                    <a:pt x="292728" y="116722"/>
                  </a:lnTo>
                  <a:lnTo>
                    <a:pt x="242277" y="141350"/>
                  </a:lnTo>
                  <a:close/>
                </a:path>
              </a:pathLst>
            </a:custGeom>
            <a:ln w="3175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29781" y="4195190"/>
            <a:ext cx="1211580" cy="1009650"/>
          </a:xfrm>
          <a:custGeom>
            <a:avLst/>
            <a:gdLst/>
            <a:ahLst/>
            <a:cxnLst/>
            <a:rect l="l" t="t" r="r" b="b"/>
            <a:pathLst>
              <a:path w="1211580" h="1009650">
                <a:moveTo>
                  <a:pt x="215353" y="757046"/>
                </a:moveTo>
                <a:lnTo>
                  <a:pt x="170424" y="717507"/>
                </a:lnTo>
                <a:lnTo>
                  <a:pt x="129608" y="679656"/>
                </a:lnTo>
                <a:lnTo>
                  <a:pt x="92532" y="643493"/>
                </a:lnTo>
                <a:lnTo>
                  <a:pt x="58821" y="609012"/>
                </a:lnTo>
                <a:lnTo>
                  <a:pt x="28101" y="576210"/>
                </a:lnTo>
                <a:lnTo>
                  <a:pt x="0" y="545083"/>
                </a:lnTo>
                <a:lnTo>
                  <a:pt x="40755" y="512085"/>
                </a:lnTo>
                <a:lnTo>
                  <a:pt x="82156" y="479689"/>
                </a:lnTo>
                <a:lnTo>
                  <a:pt x="124042" y="447894"/>
                </a:lnTo>
                <a:lnTo>
                  <a:pt x="166252" y="416702"/>
                </a:lnTo>
                <a:lnTo>
                  <a:pt x="208622" y="386111"/>
                </a:lnTo>
                <a:lnTo>
                  <a:pt x="250993" y="356123"/>
                </a:lnTo>
                <a:lnTo>
                  <a:pt x="293202" y="326736"/>
                </a:lnTo>
                <a:lnTo>
                  <a:pt x="335088" y="297952"/>
                </a:lnTo>
                <a:lnTo>
                  <a:pt x="376490" y="269769"/>
                </a:lnTo>
                <a:lnTo>
                  <a:pt x="417245" y="242188"/>
                </a:lnTo>
                <a:lnTo>
                  <a:pt x="461663" y="215248"/>
                </a:lnTo>
                <a:lnTo>
                  <a:pt x="506081" y="188910"/>
                </a:lnTo>
                <a:lnTo>
                  <a:pt x="550499" y="163176"/>
                </a:lnTo>
                <a:lnTo>
                  <a:pt x="594918" y="138046"/>
                </a:lnTo>
                <a:lnTo>
                  <a:pt x="639337" y="113522"/>
                </a:lnTo>
                <a:lnTo>
                  <a:pt x="683755" y="89603"/>
                </a:lnTo>
                <a:lnTo>
                  <a:pt x="728174" y="66290"/>
                </a:lnTo>
                <a:lnTo>
                  <a:pt x="772593" y="43585"/>
                </a:lnTo>
                <a:lnTo>
                  <a:pt x="817010" y="21488"/>
                </a:lnTo>
                <a:lnTo>
                  <a:pt x="861428" y="0"/>
                </a:lnTo>
                <a:lnTo>
                  <a:pt x="901804" y="37990"/>
                </a:lnTo>
                <a:lnTo>
                  <a:pt x="942182" y="76946"/>
                </a:lnTo>
                <a:lnTo>
                  <a:pt x="982563" y="117782"/>
                </a:lnTo>
                <a:lnTo>
                  <a:pt x="1022946" y="161416"/>
                </a:lnTo>
                <a:lnTo>
                  <a:pt x="1056750" y="193911"/>
                </a:lnTo>
                <a:lnTo>
                  <a:pt x="1093132" y="229777"/>
                </a:lnTo>
                <a:lnTo>
                  <a:pt x="1131451" y="267569"/>
                </a:lnTo>
                <a:lnTo>
                  <a:pt x="1171067" y="305843"/>
                </a:lnTo>
                <a:lnTo>
                  <a:pt x="1211338" y="343153"/>
                </a:lnTo>
                <a:lnTo>
                  <a:pt x="1191146" y="359886"/>
                </a:lnTo>
                <a:lnTo>
                  <a:pt x="1170959" y="378523"/>
                </a:lnTo>
                <a:lnTo>
                  <a:pt x="1150781" y="397160"/>
                </a:lnTo>
                <a:lnTo>
                  <a:pt x="1130617" y="413892"/>
                </a:lnTo>
                <a:lnTo>
                  <a:pt x="1118424" y="436582"/>
                </a:lnTo>
                <a:lnTo>
                  <a:pt x="1103704" y="459295"/>
                </a:lnTo>
                <a:lnTo>
                  <a:pt x="1088981" y="482008"/>
                </a:lnTo>
                <a:lnTo>
                  <a:pt x="1076782" y="504697"/>
                </a:lnTo>
                <a:lnTo>
                  <a:pt x="1036401" y="535622"/>
                </a:lnTo>
                <a:lnTo>
                  <a:pt x="996021" y="567766"/>
                </a:lnTo>
                <a:lnTo>
                  <a:pt x="955641" y="601136"/>
                </a:lnTo>
                <a:lnTo>
                  <a:pt x="915262" y="635739"/>
                </a:lnTo>
                <a:lnTo>
                  <a:pt x="874884" y="671582"/>
                </a:lnTo>
                <a:lnTo>
                  <a:pt x="834506" y="708671"/>
                </a:lnTo>
                <a:lnTo>
                  <a:pt x="794130" y="747013"/>
                </a:lnTo>
                <a:lnTo>
                  <a:pt x="753789" y="785375"/>
                </a:lnTo>
                <a:lnTo>
                  <a:pt x="713683" y="822860"/>
                </a:lnTo>
                <a:lnTo>
                  <a:pt x="674049" y="859824"/>
                </a:lnTo>
                <a:lnTo>
                  <a:pt x="635120" y="896619"/>
                </a:lnTo>
                <a:lnTo>
                  <a:pt x="597134" y="933598"/>
                </a:lnTo>
                <a:lnTo>
                  <a:pt x="560325" y="971115"/>
                </a:lnTo>
                <a:lnTo>
                  <a:pt x="524929" y="1009522"/>
                </a:lnTo>
                <a:lnTo>
                  <a:pt x="480161" y="975879"/>
                </a:lnTo>
                <a:lnTo>
                  <a:pt x="436811" y="943070"/>
                </a:lnTo>
                <a:lnTo>
                  <a:pt x="395039" y="910974"/>
                </a:lnTo>
                <a:lnTo>
                  <a:pt x="355001" y="879474"/>
                </a:lnTo>
                <a:lnTo>
                  <a:pt x="316856" y="848451"/>
                </a:lnTo>
                <a:lnTo>
                  <a:pt x="280761" y="817784"/>
                </a:lnTo>
                <a:lnTo>
                  <a:pt x="246874" y="787356"/>
                </a:lnTo>
                <a:lnTo>
                  <a:pt x="215353" y="757046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749" y="5295519"/>
            <a:ext cx="1104265" cy="1191260"/>
          </a:xfrm>
          <a:custGeom>
            <a:avLst/>
            <a:gdLst/>
            <a:ahLst/>
            <a:cxnLst/>
            <a:rect l="l" t="t" r="r" b="b"/>
            <a:pathLst>
              <a:path w="1104265" h="1191260">
                <a:moveTo>
                  <a:pt x="363423" y="0"/>
                </a:moveTo>
                <a:lnTo>
                  <a:pt x="399412" y="26484"/>
                </a:lnTo>
                <a:lnTo>
                  <a:pt x="436821" y="52978"/>
                </a:lnTo>
                <a:lnTo>
                  <a:pt x="475807" y="79478"/>
                </a:lnTo>
                <a:lnTo>
                  <a:pt x="516528" y="105981"/>
                </a:lnTo>
                <a:lnTo>
                  <a:pt x="559141" y="132484"/>
                </a:lnTo>
                <a:lnTo>
                  <a:pt x="603806" y="158984"/>
                </a:lnTo>
                <a:lnTo>
                  <a:pt x="650680" y="185478"/>
                </a:lnTo>
                <a:lnTo>
                  <a:pt x="699922" y="211962"/>
                </a:lnTo>
                <a:lnTo>
                  <a:pt x="740798" y="235552"/>
                </a:lnTo>
                <a:lnTo>
                  <a:pt x="782671" y="259217"/>
                </a:lnTo>
                <a:lnTo>
                  <a:pt x="825541" y="283043"/>
                </a:lnTo>
                <a:lnTo>
                  <a:pt x="869407" y="307113"/>
                </a:lnTo>
                <a:lnTo>
                  <a:pt x="914270" y="331512"/>
                </a:lnTo>
                <a:lnTo>
                  <a:pt x="960129" y="356325"/>
                </a:lnTo>
                <a:lnTo>
                  <a:pt x="1006984" y="381635"/>
                </a:lnTo>
                <a:lnTo>
                  <a:pt x="1054834" y="407527"/>
                </a:lnTo>
                <a:lnTo>
                  <a:pt x="1103680" y="434085"/>
                </a:lnTo>
                <a:lnTo>
                  <a:pt x="1073998" y="479945"/>
                </a:lnTo>
                <a:lnTo>
                  <a:pt x="1045423" y="526515"/>
                </a:lnTo>
                <a:lnTo>
                  <a:pt x="1017798" y="573559"/>
                </a:lnTo>
                <a:lnTo>
                  <a:pt x="990963" y="620841"/>
                </a:lnTo>
                <a:lnTo>
                  <a:pt x="964760" y="668123"/>
                </a:lnTo>
                <a:lnTo>
                  <a:pt x="939029" y="715169"/>
                </a:lnTo>
                <a:lnTo>
                  <a:pt x="913613" y="761742"/>
                </a:lnTo>
                <a:lnTo>
                  <a:pt x="888352" y="807605"/>
                </a:lnTo>
                <a:lnTo>
                  <a:pt x="863142" y="853484"/>
                </a:lnTo>
                <a:lnTo>
                  <a:pt x="838089" y="900192"/>
                </a:lnTo>
                <a:lnTo>
                  <a:pt x="813352" y="947610"/>
                </a:lnTo>
                <a:lnTo>
                  <a:pt x="789089" y="995621"/>
                </a:lnTo>
                <a:lnTo>
                  <a:pt x="765456" y="1044104"/>
                </a:lnTo>
                <a:lnTo>
                  <a:pt x="742612" y="1092943"/>
                </a:lnTo>
                <a:lnTo>
                  <a:pt x="720715" y="1142017"/>
                </a:lnTo>
                <a:lnTo>
                  <a:pt x="699922" y="1191209"/>
                </a:lnTo>
                <a:lnTo>
                  <a:pt x="640754" y="1161141"/>
                </a:lnTo>
                <a:lnTo>
                  <a:pt x="584391" y="1131530"/>
                </a:lnTo>
                <a:lnTo>
                  <a:pt x="530832" y="1102408"/>
                </a:lnTo>
                <a:lnTo>
                  <a:pt x="480076" y="1073812"/>
                </a:lnTo>
                <a:lnTo>
                  <a:pt x="432125" y="1045776"/>
                </a:lnTo>
                <a:lnTo>
                  <a:pt x="386978" y="1018336"/>
                </a:lnTo>
                <a:lnTo>
                  <a:pt x="344635" y="991527"/>
                </a:lnTo>
                <a:lnTo>
                  <a:pt x="305096" y="965384"/>
                </a:lnTo>
                <a:lnTo>
                  <a:pt x="268361" y="939942"/>
                </a:lnTo>
                <a:lnTo>
                  <a:pt x="234430" y="915235"/>
                </a:lnTo>
                <a:lnTo>
                  <a:pt x="203303" y="891300"/>
                </a:lnTo>
                <a:lnTo>
                  <a:pt x="112097" y="801923"/>
                </a:lnTo>
                <a:lnTo>
                  <a:pt x="65619" y="754603"/>
                </a:lnTo>
                <a:lnTo>
                  <a:pt x="36807" y="726213"/>
                </a:lnTo>
                <a:lnTo>
                  <a:pt x="26924" y="716749"/>
                </a:lnTo>
                <a:lnTo>
                  <a:pt x="0" y="726833"/>
                </a:lnTo>
                <a:lnTo>
                  <a:pt x="9971" y="680658"/>
                </a:lnTo>
                <a:lnTo>
                  <a:pt x="25926" y="633363"/>
                </a:lnTo>
                <a:lnTo>
                  <a:pt x="47115" y="585508"/>
                </a:lnTo>
                <a:lnTo>
                  <a:pt x="72790" y="537652"/>
                </a:lnTo>
                <a:lnTo>
                  <a:pt x="102204" y="490357"/>
                </a:lnTo>
                <a:lnTo>
                  <a:pt x="134607" y="444182"/>
                </a:lnTo>
                <a:lnTo>
                  <a:pt x="170499" y="398710"/>
                </a:lnTo>
                <a:lnTo>
                  <a:pt x="197418" y="352962"/>
                </a:lnTo>
                <a:lnTo>
                  <a:pt x="215363" y="306654"/>
                </a:lnTo>
                <a:lnTo>
                  <a:pt x="224336" y="259503"/>
                </a:lnTo>
                <a:lnTo>
                  <a:pt x="224336" y="211228"/>
                </a:lnTo>
                <a:lnTo>
                  <a:pt x="215366" y="161543"/>
                </a:lnTo>
                <a:lnTo>
                  <a:pt x="233448" y="140368"/>
                </a:lnTo>
                <a:lnTo>
                  <a:pt x="249010" y="121110"/>
                </a:lnTo>
                <a:lnTo>
                  <a:pt x="264574" y="101875"/>
                </a:lnTo>
                <a:lnTo>
                  <a:pt x="282663" y="80771"/>
                </a:lnTo>
                <a:lnTo>
                  <a:pt x="302854" y="63882"/>
                </a:lnTo>
                <a:lnTo>
                  <a:pt x="323043" y="44148"/>
                </a:lnTo>
                <a:lnTo>
                  <a:pt x="343232" y="22532"/>
                </a:lnTo>
                <a:lnTo>
                  <a:pt x="363423" y="0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32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5.</a:t>
            </a:r>
            <a:r>
              <a:rPr sz="3600" spc="-1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 </a:t>
            </a:r>
            <a:r>
              <a:rPr sz="3600" spc="-10" dirty="0"/>
              <a:t>DESKTOP</a:t>
            </a:r>
            <a:endParaRPr sz="360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491" y="1066800"/>
            <a:ext cx="11481816" cy="54864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0C8A0A-A94D-F529-4C78-F95D465C16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81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6.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ỨNG </a:t>
            </a:r>
            <a:r>
              <a:rPr sz="3600" spc="-20" dirty="0"/>
              <a:t>DỤNG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Hoạt</a:t>
            </a:r>
            <a:r>
              <a:rPr spc="105" dirty="0"/>
              <a:t> </a:t>
            </a:r>
            <a:r>
              <a:rPr dirty="0"/>
              <a:t>động</a:t>
            </a:r>
            <a:r>
              <a:rPr spc="114" dirty="0"/>
              <a:t> </a:t>
            </a:r>
            <a:r>
              <a:rPr dirty="0"/>
              <a:t>ảo</a:t>
            </a:r>
            <a:r>
              <a:rPr spc="130" dirty="0"/>
              <a:t> </a:t>
            </a:r>
            <a:r>
              <a:rPr dirty="0"/>
              <a:t>hóa</a:t>
            </a:r>
            <a:r>
              <a:rPr spc="110" dirty="0"/>
              <a:t> </a:t>
            </a:r>
            <a:r>
              <a:rPr dirty="0"/>
              <a:t>ứng</a:t>
            </a:r>
            <a:r>
              <a:rPr spc="125" dirty="0"/>
              <a:t> </a:t>
            </a:r>
            <a:r>
              <a:rPr dirty="0"/>
              <a:t>dụng</a:t>
            </a:r>
            <a:r>
              <a:rPr spc="114" dirty="0"/>
              <a:t> </a:t>
            </a:r>
            <a:r>
              <a:rPr dirty="0"/>
              <a:t>rút</a:t>
            </a:r>
            <a:r>
              <a:rPr spc="114" dirty="0"/>
              <a:t> </a:t>
            </a:r>
            <a:r>
              <a:rPr dirty="0"/>
              <a:t>ra</a:t>
            </a:r>
            <a:r>
              <a:rPr spc="125" dirty="0"/>
              <a:t> </a:t>
            </a:r>
            <a:r>
              <a:rPr dirty="0"/>
              <a:t>các</a:t>
            </a:r>
            <a:r>
              <a:rPr spc="130" dirty="0"/>
              <a:t> </a:t>
            </a:r>
            <a:r>
              <a:rPr dirty="0"/>
              <a:t>chức</a:t>
            </a:r>
            <a:r>
              <a:rPr spc="114" dirty="0"/>
              <a:t> </a:t>
            </a:r>
            <a:r>
              <a:rPr dirty="0"/>
              <a:t>năng</a:t>
            </a:r>
            <a:r>
              <a:rPr spc="125" dirty="0"/>
              <a:t> </a:t>
            </a:r>
            <a:r>
              <a:rPr dirty="0"/>
              <a:t>của</a:t>
            </a:r>
            <a:r>
              <a:rPr spc="114" dirty="0"/>
              <a:t> </a:t>
            </a:r>
            <a:r>
              <a:rPr dirty="0"/>
              <a:t>ứng</a:t>
            </a:r>
            <a:r>
              <a:rPr spc="120" dirty="0"/>
              <a:t> </a:t>
            </a:r>
            <a:r>
              <a:rPr dirty="0"/>
              <a:t>dụng</a:t>
            </a:r>
            <a:r>
              <a:rPr spc="120" dirty="0"/>
              <a:t> </a:t>
            </a:r>
            <a:r>
              <a:rPr spc="-25" dirty="0"/>
              <a:t>để </a:t>
            </a:r>
            <a:r>
              <a:rPr dirty="0"/>
              <a:t>chạy</a:t>
            </a:r>
            <a:r>
              <a:rPr spc="515" dirty="0"/>
              <a:t> </a:t>
            </a:r>
            <a:r>
              <a:rPr dirty="0"/>
              <a:t>trên</a:t>
            </a:r>
            <a:r>
              <a:rPr spc="520" dirty="0"/>
              <a:t> </a:t>
            </a:r>
            <a:r>
              <a:rPr dirty="0"/>
              <a:t>hệ</a:t>
            </a:r>
            <a:r>
              <a:rPr spc="509" dirty="0"/>
              <a:t> </a:t>
            </a:r>
            <a:r>
              <a:rPr dirty="0"/>
              <a:t>điều</a:t>
            </a:r>
            <a:r>
              <a:rPr spc="525" dirty="0"/>
              <a:t> </a:t>
            </a:r>
            <a:r>
              <a:rPr dirty="0"/>
              <a:t>hành</a:t>
            </a:r>
            <a:r>
              <a:rPr spc="515" dirty="0"/>
              <a:t> </a:t>
            </a:r>
            <a:r>
              <a:rPr dirty="0"/>
              <a:t>khác</a:t>
            </a:r>
            <a:r>
              <a:rPr spc="520" dirty="0"/>
              <a:t> </a:t>
            </a:r>
            <a:r>
              <a:rPr dirty="0"/>
              <a:t>với</a:t>
            </a:r>
            <a:r>
              <a:rPr spc="505" dirty="0"/>
              <a:t> </a:t>
            </a:r>
            <a:r>
              <a:rPr dirty="0"/>
              <a:t>hệ</a:t>
            </a:r>
            <a:r>
              <a:rPr spc="525" dirty="0"/>
              <a:t> </a:t>
            </a:r>
            <a:r>
              <a:rPr dirty="0"/>
              <a:t>điều</a:t>
            </a:r>
            <a:r>
              <a:rPr spc="509" dirty="0"/>
              <a:t> </a:t>
            </a:r>
            <a:r>
              <a:rPr dirty="0"/>
              <a:t>hành</a:t>
            </a:r>
            <a:r>
              <a:rPr spc="520" dirty="0"/>
              <a:t> </a:t>
            </a:r>
            <a:r>
              <a:rPr dirty="0"/>
              <a:t>vốn</a:t>
            </a:r>
            <a:r>
              <a:rPr spc="520" dirty="0"/>
              <a:t> </a:t>
            </a:r>
            <a:r>
              <a:rPr dirty="0"/>
              <a:t>dĩ</a:t>
            </a:r>
            <a:r>
              <a:rPr spc="505" dirty="0"/>
              <a:t> </a:t>
            </a:r>
            <a:r>
              <a:rPr dirty="0"/>
              <a:t>dành</a:t>
            </a:r>
            <a:r>
              <a:rPr spc="515" dirty="0"/>
              <a:t> </a:t>
            </a:r>
            <a:r>
              <a:rPr spc="-25" dirty="0"/>
              <a:t>cho </a:t>
            </a:r>
            <a:r>
              <a:rPr dirty="0"/>
              <a:t>những</a:t>
            </a:r>
            <a:r>
              <a:rPr spc="-30" dirty="0"/>
              <a:t> </a:t>
            </a:r>
            <a:r>
              <a:rPr dirty="0"/>
              <a:t>chức</a:t>
            </a:r>
            <a:r>
              <a:rPr spc="-20" dirty="0"/>
              <a:t> </a:t>
            </a:r>
            <a:r>
              <a:rPr dirty="0"/>
              <a:t>năng</a:t>
            </a:r>
            <a:r>
              <a:rPr spc="-25" dirty="0"/>
              <a:t> đó.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Ví</a:t>
            </a:r>
            <a:r>
              <a:rPr spc="160" dirty="0"/>
              <a:t> </a:t>
            </a:r>
            <a:r>
              <a:rPr dirty="0"/>
              <a:t>dụ:</a:t>
            </a:r>
            <a:r>
              <a:rPr spc="165" dirty="0"/>
              <a:t> </a:t>
            </a:r>
            <a:r>
              <a:rPr dirty="0"/>
              <a:t>người</a:t>
            </a:r>
            <a:r>
              <a:rPr spc="150" dirty="0"/>
              <a:t> </a:t>
            </a:r>
            <a:r>
              <a:rPr dirty="0"/>
              <a:t>dùng</a:t>
            </a:r>
            <a:r>
              <a:rPr spc="160" dirty="0"/>
              <a:t> </a:t>
            </a:r>
            <a:r>
              <a:rPr dirty="0"/>
              <a:t>có</a:t>
            </a:r>
            <a:r>
              <a:rPr spc="175" dirty="0"/>
              <a:t> </a:t>
            </a:r>
            <a:r>
              <a:rPr dirty="0"/>
              <a:t>thể</a:t>
            </a:r>
            <a:r>
              <a:rPr spc="165" dirty="0"/>
              <a:t> </a:t>
            </a:r>
            <a:r>
              <a:rPr dirty="0"/>
              <a:t>chạy</a:t>
            </a:r>
            <a:r>
              <a:rPr spc="165" dirty="0"/>
              <a:t> </a:t>
            </a:r>
            <a:r>
              <a:rPr dirty="0"/>
              <a:t>ứng</a:t>
            </a:r>
            <a:r>
              <a:rPr spc="170" dirty="0"/>
              <a:t> </a:t>
            </a:r>
            <a:r>
              <a:rPr dirty="0"/>
              <a:t>dụng</a:t>
            </a:r>
            <a:r>
              <a:rPr spc="175" dirty="0"/>
              <a:t> </a:t>
            </a:r>
            <a:r>
              <a:rPr dirty="0"/>
              <a:t>Microsoft</a:t>
            </a:r>
            <a:r>
              <a:rPr spc="160" dirty="0"/>
              <a:t> </a:t>
            </a:r>
            <a:r>
              <a:rPr dirty="0"/>
              <a:t>Windows</a:t>
            </a:r>
            <a:r>
              <a:rPr spc="175" dirty="0"/>
              <a:t> </a:t>
            </a:r>
            <a:r>
              <a:rPr spc="-20" dirty="0"/>
              <a:t>trên </a:t>
            </a:r>
            <a:r>
              <a:rPr dirty="0"/>
              <a:t>máy</a:t>
            </a:r>
            <a:r>
              <a:rPr spc="-10" dirty="0"/>
              <a:t> </a:t>
            </a:r>
            <a:r>
              <a:rPr dirty="0"/>
              <a:t>Linux</a:t>
            </a:r>
            <a:r>
              <a:rPr spc="-25" dirty="0"/>
              <a:t> </a:t>
            </a:r>
            <a:r>
              <a:rPr dirty="0"/>
              <a:t>mà</a:t>
            </a:r>
            <a:r>
              <a:rPr spc="-5" dirty="0"/>
              <a:t> </a:t>
            </a:r>
            <a:r>
              <a:rPr dirty="0"/>
              <a:t>không</a:t>
            </a:r>
            <a:r>
              <a:rPr spc="-45" dirty="0"/>
              <a:t> </a:t>
            </a:r>
            <a:r>
              <a:rPr dirty="0"/>
              <a:t>cần</a:t>
            </a:r>
            <a:r>
              <a:rPr spc="-5" dirty="0"/>
              <a:t> </a:t>
            </a:r>
            <a:r>
              <a:rPr dirty="0"/>
              <a:t>thay</a:t>
            </a:r>
            <a:r>
              <a:rPr spc="-5" dirty="0"/>
              <a:t> </a:t>
            </a:r>
            <a:r>
              <a:rPr dirty="0"/>
              <a:t>đổi</a:t>
            </a:r>
            <a:r>
              <a:rPr spc="-30" dirty="0"/>
              <a:t> </a:t>
            </a:r>
            <a:r>
              <a:rPr dirty="0"/>
              <a:t>cấu</a:t>
            </a:r>
            <a:r>
              <a:rPr spc="-10" dirty="0"/>
              <a:t> </a:t>
            </a:r>
            <a:r>
              <a:rPr dirty="0"/>
              <a:t>hình</a:t>
            </a:r>
            <a:r>
              <a:rPr spc="-30" dirty="0"/>
              <a:t> </a:t>
            </a:r>
            <a:r>
              <a:rPr spc="-20" dirty="0"/>
              <a:t>máy.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4D18C-4256-1139-E670-16D4E0FA09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22098" y="2518880"/>
              <a:ext cx="6306185" cy="4099560"/>
            </a:xfrm>
            <a:custGeom>
              <a:avLst/>
              <a:gdLst/>
              <a:ahLst/>
              <a:cxnLst/>
              <a:rect l="l" t="t" r="r" b="b"/>
              <a:pathLst>
                <a:path w="6306185" h="4099559">
                  <a:moveTo>
                    <a:pt x="457631" y="2867443"/>
                  </a:moveTo>
                  <a:lnTo>
                    <a:pt x="457631" y="2857410"/>
                  </a:lnTo>
                  <a:lnTo>
                    <a:pt x="444169" y="2857410"/>
                  </a:lnTo>
                  <a:lnTo>
                    <a:pt x="444169" y="2847250"/>
                  </a:lnTo>
                  <a:lnTo>
                    <a:pt x="444169" y="2837217"/>
                  </a:lnTo>
                  <a:lnTo>
                    <a:pt x="430720" y="2827057"/>
                  </a:lnTo>
                  <a:lnTo>
                    <a:pt x="390126" y="2789038"/>
                  </a:lnTo>
                  <a:lnTo>
                    <a:pt x="348273" y="2765223"/>
                  </a:lnTo>
                  <a:lnTo>
                    <a:pt x="303899" y="2754673"/>
                  </a:lnTo>
                  <a:lnTo>
                    <a:pt x="255739" y="2756445"/>
                  </a:lnTo>
                  <a:lnTo>
                    <a:pt x="207368" y="2767460"/>
                  </a:lnTo>
                  <a:lnTo>
                    <a:pt x="161518" y="2784178"/>
                  </a:lnTo>
                  <a:lnTo>
                    <a:pt x="115669" y="2804683"/>
                  </a:lnTo>
                  <a:lnTo>
                    <a:pt x="67298" y="2827057"/>
                  </a:lnTo>
                  <a:lnTo>
                    <a:pt x="49212" y="2834657"/>
                  </a:lnTo>
                  <a:lnTo>
                    <a:pt x="33649" y="2842233"/>
                  </a:lnTo>
                  <a:lnTo>
                    <a:pt x="18086" y="2849809"/>
                  </a:lnTo>
                  <a:lnTo>
                    <a:pt x="0" y="2857410"/>
                  </a:lnTo>
                  <a:lnTo>
                    <a:pt x="0" y="4099089"/>
                  </a:lnTo>
                  <a:lnTo>
                    <a:pt x="269201" y="4099089"/>
                  </a:lnTo>
                  <a:lnTo>
                    <a:pt x="279080" y="4050193"/>
                  </a:lnTo>
                  <a:lnTo>
                    <a:pt x="287701" y="3995617"/>
                  </a:lnTo>
                  <a:lnTo>
                    <a:pt x="293799" y="3937252"/>
                  </a:lnTo>
                  <a:lnTo>
                    <a:pt x="296113" y="3876991"/>
                  </a:lnTo>
                  <a:lnTo>
                    <a:pt x="296050" y="3818106"/>
                  </a:lnTo>
                  <a:lnTo>
                    <a:pt x="295614" y="3762586"/>
                  </a:lnTo>
                  <a:lnTo>
                    <a:pt x="294430" y="3710429"/>
                  </a:lnTo>
                  <a:lnTo>
                    <a:pt x="292124" y="3661637"/>
                  </a:lnTo>
                  <a:lnTo>
                    <a:pt x="288322" y="3616209"/>
                  </a:lnTo>
                  <a:lnTo>
                    <a:pt x="282651" y="3574147"/>
                  </a:lnTo>
                  <a:lnTo>
                    <a:pt x="297081" y="3580284"/>
                  </a:lnTo>
                  <a:lnTo>
                    <a:pt x="323785" y="3599019"/>
                  </a:lnTo>
                  <a:lnTo>
                    <a:pt x="362119" y="3630838"/>
                  </a:lnTo>
                  <a:lnTo>
                    <a:pt x="411437" y="3676225"/>
                  </a:lnTo>
                  <a:lnTo>
                    <a:pt x="471093" y="3735665"/>
                  </a:lnTo>
                  <a:lnTo>
                    <a:pt x="505134" y="3763190"/>
                  </a:lnTo>
                  <a:lnTo>
                    <a:pt x="541175" y="3790670"/>
                  </a:lnTo>
                  <a:lnTo>
                    <a:pt x="579219" y="3818058"/>
                  </a:lnTo>
                  <a:lnTo>
                    <a:pt x="619264" y="3845310"/>
                  </a:lnTo>
                  <a:lnTo>
                    <a:pt x="661312" y="3872379"/>
                  </a:lnTo>
                  <a:lnTo>
                    <a:pt x="705362" y="3899222"/>
                  </a:lnTo>
                  <a:lnTo>
                    <a:pt x="751414" y="3925791"/>
                  </a:lnTo>
                  <a:lnTo>
                    <a:pt x="799468" y="3952041"/>
                  </a:lnTo>
                  <a:lnTo>
                    <a:pt x="849526" y="3977927"/>
                  </a:lnTo>
                  <a:lnTo>
                    <a:pt x="901586" y="4003404"/>
                  </a:lnTo>
                  <a:lnTo>
                    <a:pt x="955649" y="4028426"/>
                  </a:lnTo>
                  <a:lnTo>
                    <a:pt x="945763" y="4049400"/>
                  </a:lnTo>
                  <a:lnTo>
                    <a:pt x="937139" y="4067539"/>
                  </a:lnTo>
                  <a:lnTo>
                    <a:pt x="931039" y="4083786"/>
                  </a:lnTo>
                  <a:lnTo>
                    <a:pt x="928725" y="4099089"/>
                  </a:lnTo>
                  <a:lnTo>
                    <a:pt x="1009484" y="4099089"/>
                  </a:lnTo>
                  <a:lnTo>
                    <a:pt x="1011588" y="4091358"/>
                  </a:lnTo>
                  <a:lnTo>
                    <a:pt x="1016215" y="4082682"/>
                  </a:lnTo>
                  <a:lnTo>
                    <a:pt x="1020843" y="4072112"/>
                  </a:lnTo>
                  <a:lnTo>
                    <a:pt x="1022946" y="4058703"/>
                  </a:lnTo>
                  <a:lnTo>
                    <a:pt x="1051130" y="4072112"/>
                  </a:lnTo>
                  <a:lnTo>
                    <a:pt x="1076788" y="4082682"/>
                  </a:lnTo>
                  <a:lnTo>
                    <a:pt x="1102446" y="4091358"/>
                  </a:lnTo>
                  <a:lnTo>
                    <a:pt x="1130630" y="4099089"/>
                  </a:lnTo>
                  <a:lnTo>
                    <a:pt x="1305560" y="4099089"/>
                  </a:lnTo>
                  <a:lnTo>
                    <a:pt x="1250559" y="4080835"/>
                  </a:lnTo>
                  <a:lnTo>
                    <a:pt x="1198134" y="4062099"/>
                  </a:lnTo>
                  <a:lnTo>
                    <a:pt x="1147640" y="4042395"/>
                  </a:lnTo>
                  <a:lnTo>
                    <a:pt x="1098433" y="4021236"/>
                  </a:lnTo>
                  <a:lnTo>
                    <a:pt x="1049870" y="3998136"/>
                  </a:lnTo>
                  <a:lnTo>
                    <a:pt x="1074528" y="3949359"/>
                  </a:lnTo>
                  <a:lnTo>
                    <a:pt x="1098240" y="3901290"/>
                  </a:lnTo>
                  <a:lnTo>
                    <a:pt x="1121320" y="3853693"/>
                  </a:lnTo>
                  <a:lnTo>
                    <a:pt x="1144085" y="3806333"/>
                  </a:lnTo>
                  <a:lnTo>
                    <a:pt x="1166850" y="3758972"/>
                  </a:lnTo>
                  <a:lnTo>
                    <a:pt x="1189931" y="3711374"/>
                  </a:lnTo>
                  <a:lnTo>
                    <a:pt x="1213642" y="3663302"/>
                  </a:lnTo>
                  <a:lnTo>
                    <a:pt x="1238300" y="3614520"/>
                  </a:lnTo>
                  <a:lnTo>
                    <a:pt x="1264103" y="3568661"/>
                  </a:lnTo>
                  <a:lnTo>
                    <a:pt x="1290857" y="3522091"/>
                  </a:lnTo>
                  <a:lnTo>
                    <a:pt x="1318245" y="3475047"/>
                  </a:lnTo>
                  <a:lnTo>
                    <a:pt x="1345952" y="3427765"/>
                  </a:lnTo>
                  <a:lnTo>
                    <a:pt x="1373661" y="3380483"/>
                  </a:lnTo>
                  <a:lnTo>
                    <a:pt x="1401056" y="3333437"/>
                  </a:lnTo>
                  <a:lnTo>
                    <a:pt x="1427822" y="3286864"/>
                  </a:lnTo>
                  <a:lnTo>
                    <a:pt x="1453642" y="3241000"/>
                  </a:lnTo>
                  <a:lnTo>
                    <a:pt x="1494238" y="3257723"/>
                  </a:lnTo>
                  <a:lnTo>
                    <a:pt x="1536096" y="3276338"/>
                  </a:lnTo>
                  <a:lnTo>
                    <a:pt x="1580479" y="3294954"/>
                  </a:lnTo>
                  <a:lnTo>
                    <a:pt x="1628647" y="3311676"/>
                  </a:lnTo>
                  <a:lnTo>
                    <a:pt x="1669033" y="3332808"/>
                  </a:lnTo>
                  <a:lnTo>
                    <a:pt x="1709420" y="3352051"/>
                  </a:lnTo>
                  <a:lnTo>
                    <a:pt x="1749806" y="3371296"/>
                  </a:lnTo>
                  <a:lnTo>
                    <a:pt x="1790191" y="3392435"/>
                  </a:lnTo>
                  <a:lnTo>
                    <a:pt x="1767474" y="3422875"/>
                  </a:lnTo>
                  <a:lnTo>
                    <a:pt x="1739709" y="3454264"/>
                  </a:lnTo>
                  <a:lnTo>
                    <a:pt x="1706895" y="3487545"/>
                  </a:lnTo>
                  <a:lnTo>
                    <a:pt x="1669033" y="3523664"/>
                  </a:lnTo>
                  <a:lnTo>
                    <a:pt x="1630751" y="3554110"/>
                  </a:lnTo>
                  <a:lnTo>
                    <a:pt x="1594993" y="3585499"/>
                  </a:lnTo>
                  <a:lnTo>
                    <a:pt x="1559234" y="3618782"/>
                  </a:lnTo>
                  <a:lnTo>
                    <a:pt x="1520952" y="3654906"/>
                  </a:lnTo>
                  <a:lnTo>
                    <a:pt x="1493817" y="3696862"/>
                  </a:lnTo>
                  <a:lnTo>
                    <a:pt x="1475517" y="3733141"/>
                  </a:lnTo>
                  <a:lnTo>
                    <a:pt x="1469838" y="3765634"/>
                  </a:lnTo>
                  <a:lnTo>
                    <a:pt x="1480566" y="3796232"/>
                  </a:lnTo>
                  <a:lnTo>
                    <a:pt x="1490452" y="3828255"/>
                  </a:lnTo>
                  <a:lnTo>
                    <a:pt x="1499076" y="3863115"/>
                  </a:lnTo>
                  <a:lnTo>
                    <a:pt x="1505176" y="3899868"/>
                  </a:lnTo>
                  <a:lnTo>
                    <a:pt x="1507490" y="3937570"/>
                  </a:lnTo>
                  <a:lnTo>
                    <a:pt x="1669033" y="4099089"/>
                  </a:lnTo>
                  <a:lnTo>
                    <a:pt x="2772664" y="4099089"/>
                  </a:lnTo>
                  <a:lnTo>
                    <a:pt x="2822527" y="4082207"/>
                  </a:lnTo>
                  <a:lnTo>
                    <a:pt x="2874329" y="4068234"/>
                  </a:lnTo>
                  <a:lnTo>
                    <a:pt x="2926776" y="4057653"/>
                  </a:lnTo>
                  <a:lnTo>
                    <a:pt x="2978578" y="4050948"/>
                  </a:lnTo>
                  <a:lnTo>
                    <a:pt x="3028441" y="4048606"/>
                  </a:lnTo>
                  <a:lnTo>
                    <a:pt x="3074597" y="4050491"/>
                  </a:lnTo>
                  <a:lnTo>
                    <a:pt x="3120752" y="4047608"/>
                  </a:lnTo>
                  <a:lnTo>
                    <a:pt x="3166908" y="4040134"/>
                  </a:lnTo>
                  <a:lnTo>
                    <a:pt x="3213063" y="4028244"/>
                  </a:lnTo>
                  <a:lnTo>
                    <a:pt x="3259219" y="4012116"/>
                  </a:lnTo>
                  <a:lnTo>
                    <a:pt x="3305374" y="3991925"/>
                  </a:lnTo>
                  <a:lnTo>
                    <a:pt x="3351529" y="3967847"/>
                  </a:lnTo>
                  <a:lnTo>
                    <a:pt x="3387288" y="3951132"/>
                  </a:lnTo>
                  <a:lnTo>
                    <a:pt x="3438612" y="3913906"/>
                  </a:lnTo>
                  <a:lnTo>
                    <a:pt x="3479419" y="3874474"/>
                  </a:lnTo>
                  <a:lnTo>
                    <a:pt x="3519805" y="3829045"/>
                  </a:lnTo>
                  <a:lnTo>
                    <a:pt x="3539998" y="3806328"/>
                  </a:lnTo>
                  <a:lnTo>
                    <a:pt x="3533204" y="3856056"/>
                  </a:lnTo>
                  <a:lnTo>
                    <a:pt x="3526037" y="3904663"/>
                  </a:lnTo>
                  <a:lnTo>
                    <a:pt x="3518122" y="3952708"/>
                  </a:lnTo>
                  <a:lnTo>
                    <a:pt x="3509085" y="4000754"/>
                  </a:lnTo>
                  <a:lnTo>
                    <a:pt x="3498552" y="4049360"/>
                  </a:lnTo>
                  <a:lnTo>
                    <a:pt x="3486150" y="4099089"/>
                  </a:lnTo>
                  <a:lnTo>
                    <a:pt x="3566794" y="4099089"/>
                  </a:lnTo>
                  <a:lnTo>
                    <a:pt x="3578294" y="4051526"/>
                  </a:lnTo>
                  <a:lnTo>
                    <a:pt x="3589558" y="4004140"/>
                  </a:lnTo>
                  <a:lnTo>
                    <a:pt x="3600351" y="3957107"/>
                  </a:lnTo>
                  <a:lnTo>
                    <a:pt x="3610438" y="3910605"/>
                  </a:lnTo>
                  <a:lnTo>
                    <a:pt x="3619583" y="3864811"/>
                  </a:lnTo>
                  <a:lnTo>
                    <a:pt x="3627550" y="3819901"/>
                  </a:lnTo>
                  <a:lnTo>
                    <a:pt x="3634104" y="3776051"/>
                  </a:lnTo>
                  <a:lnTo>
                    <a:pt x="3650259" y="3775001"/>
                  </a:lnTo>
                  <a:lnTo>
                    <a:pt x="3682568" y="3772497"/>
                  </a:lnTo>
                  <a:lnTo>
                    <a:pt x="3731031" y="3769509"/>
                  </a:lnTo>
                  <a:lnTo>
                    <a:pt x="3795649" y="3767005"/>
                  </a:lnTo>
                  <a:lnTo>
                    <a:pt x="3876421" y="3765955"/>
                  </a:lnTo>
                  <a:lnTo>
                    <a:pt x="3917494" y="3762708"/>
                  </a:lnTo>
                  <a:lnTo>
                    <a:pt x="3960024" y="3758506"/>
                  </a:lnTo>
                  <a:lnTo>
                    <a:pt x="4004130" y="3753393"/>
                  </a:lnTo>
                  <a:lnTo>
                    <a:pt x="4049934" y="3747416"/>
                  </a:lnTo>
                  <a:lnTo>
                    <a:pt x="4097556" y="3740619"/>
                  </a:lnTo>
                  <a:lnTo>
                    <a:pt x="4147117" y="3733048"/>
                  </a:lnTo>
                  <a:lnTo>
                    <a:pt x="4198737" y="3724750"/>
                  </a:lnTo>
                  <a:lnTo>
                    <a:pt x="4252539" y="3715768"/>
                  </a:lnTo>
                  <a:lnTo>
                    <a:pt x="4308642" y="3706150"/>
                  </a:lnTo>
                  <a:lnTo>
                    <a:pt x="4367167" y="3695939"/>
                  </a:lnTo>
                  <a:lnTo>
                    <a:pt x="4428236" y="3685183"/>
                  </a:lnTo>
                  <a:lnTo>
                    <a:pt x="4432705" y="3731066"/>
                  </a:lnTo>
                  <a:lnTo>
                    <a:pt x="4436229" y="3777777"/>
                  </a:lnTo>
                  <a:lnTo>
                    <a:pt x="4439121" y="3825198"/>
                  </a:lnTo>
                  <a:lnTo>
                    <a:pt x="4441698" y="3873210"/>
                  </a:lnTo>
                  <a:lnTo>
                    <a:pt x="4444274" y="3921694"/>
                  </a:lnTo>
                  <a:lnTo>
                    <a:pt x="4447166" y="3970533"/>
                  </a:lnTo>
                  <a:lnTo>
                    <a:pt x="4450690" y="4019607"/>
                  </a:lnTo>
                  <a:lnTo>
                    <a:pt x="4455160" y="4068799"/>
                  </a:lnTo>
                  <a:lnTo>
                    <a:pt x="4455160" y="4076371"/>
                  </a:lnTo>
                  <a:lnTo>
                    <a:pt x="4455160" y="4083944"/>
                  </a:lnTo>
                  <a:lnTo>
                    <a:pt x="4455160" y="4091516"/>
                  </a:lnTo>
                  <a:lnTo>
                    <a:pt x="4455160" y="4099089"/>
                  </a:lnTo>
                  <a:lnTo>
                    <a:pt x="4535932" y="4099089"/>
                  </a:lnTo>
                  <a:lnTo>
                    <a:pt x="4535932" y="4089781"/>
                  </a:lnTo>
                  <a:lnTo>
                    <a:pt x="4535932" y="4077634"/>
                  </a:lnTo>
                  <a:lnTo>
                    <a:pt x="4535932" y="4063593"/>
                  </a:lnTo>
                  <a:lnTo>
                    <a:pt x="4535932" y="4048606"/>
                  </a:lnTo>
                  <a:lnTo>
                    <a:pt x="4531462" y="3999414"/>
                  </a:lnTo>
                  <a:lnTo>
                    <a:pt x="4527938" y="3950340"/>
                  </a:lnTo>
                  <a:lnTo>
                    <a:pt x="4525046" y="3901502"/>
                  </a:lnTo>
                  <a:lnTo>
                    <a:pt x="4522469" y="3853018"/>
                  </a:lnTo>
                  <a:lnTo>
                    <a:pt x="4519893" y="3805008"/>
                  </a:lnTo>
                  <a:lnTo>
                    <a:pt x="4517001" y="3757589"/>
                  </a:lnTo>
                  <a:lnTo>
                    <a:pt x="4513477" y="3710881"/>
                  </a:lnTo>
                  <a:lnTo>
                    <a:pt x="4509008" y="3665003"/>
                  </a:lnTo>
                  <a:lnTo>
                    <a:pt x="4554841" y="3651513"/>
                  </a:lnTo>
                  <a:lnTo>
                    <a:pt x="4602447" y="3637859"/>
                  </a:lnTo>
                  <a:lnTo>
                    <a:pt x="4651605" y="3623872"/>
                  </a:lnTo>
                  <a:lnTo>
                    <a:pt x="4702092" y="3609387"/>
                  </a:lnTo>
                  <a:lnTo>
                    <a:pt x="4753687" y="3594238"/>
                  </a:lnTo>
                  <a:lnTo>
                    <a:pt x="4806169" y="3578257"/>
                  </a:lnTo>
                  <a:lnTo>
                    <a:pt x="4859315" y="3561279"/>
                  </a:lnTo>
                  <a:lnTo>
                    <a:pt x="4912904" y="3543137"/>
                  </a:lnTo>
                  <a:lnTo>
                    <a:pt x="4966716" y="3523664"/>
                  </a:lnTo>
                  <a:lnTo>
                    <a:pt x="5011397" y="3509399"/>
                  </a:lnTo>
                  <a:lnTo>
                    <a:pt x="5057166" y="3494133"/>
                  </a:lnTo>
                  <a:lnTo>
                    <a:pt x="5103780" y="3477865"/>
                  </a:lnTo>
                  <a:lnTo>
                    <a:pt x="5150999" y="3460596"/>
                  </a:lnTo>
                  <a:lnTo>
                    <a:pt x="5198579" y="3442326"/>
                  </a:lnTo>
                  <a:lnTo>
                    <a:pt x="5246281" y="3423054"/>
                  </a:lnTo>
                  <a:lnTo>
                    <a:pt x="5293861" y="3402781"/>
                  </a:lnTo>
                  <a:lnTo>
                    <a:pt x="5341080" y="3381507"/>
                  </a:lnTo>
                  <a:lnTo>
                    <a:pt x="5387694" y="3359231"/>
                  </a:lnTo>
                  <a:lnTo>
                    <a:pt x="5433463" y="3335954"/>
                  </a:lnTo>
                  <a:lnTo>
                    <a:pt x="5478145" y="3311676"/>
                  </a:lnTo>
                  <a:lnTo>
                    <a:pt x="5497733" y="3353788"/>
                  </a:lnTo>
                  <a:lnTo>
                    <a:pt x="5516217" y="3396848"/>
                  </a:lnTo>
                  <a:lnTo>
                    <a:pt x="5533754" y="3440856"/>
                  </a:lnTo>
                  <a:lnTo>
                    <a:pt x="5550503" y="3485810"/>
                  </a:lnTo>
                  <a:lnTo>
                    <a:pt x="5566620" y="3531712"/>
                  </a:lnTo>
                  <a:lnTo>
                    <a:pt x="5582265" y="3578561"/>
                  </a:lnTo>
                  <a:lnTo>
                    <a:pt x="5597593" y="3626357"/>
                  </a:lnTo>
                  <a:lnTo>
                    <a:pt x="5612765" y="3675099"/>
                  </a:lnTo>
                  <a:lnTo>
                    <a:pt x="5623413" y="3724330"/>
                  </a:lnTo>
                  <a:lnTo>
                    <a:pt x="5634851" y="3773681"/>
                  </a:lnTo>
                  <a:lnTo>
                    <a:pt x="5646604" y="3823268"/>
                  </a:lnTo>
                  <a:lnTo>
                    <a:pt x="5658199" y="3873211"/>
                  </a:lnTo>
                  <a:lnTo>
                    <a:pt x="5669163" y="3923627"/>
                  </a:lnTo>
                  <a:lnTo>
                    <a:pt x="5679023" y="3974635"/>
                  </a:lnTo>
                  <a:lnTo>
                    <a:pt x="5687305" y="4026351"/>
                  </a:lnTo>
                  <a:lnTo>
                    <a:pt x="5693537" y="4078896"/>
                  </a:lnTo>
                  <a:lnTo>
                    <a:pt x="5683440" y="4086310"/>
                  </a:lnTo>
                  <a:lnTo>
                    <a:pt x="5673344" y="4092778"/>
                  </a:lnTo>
                  <a:lnTo>
                    <a:pt x="5663247" y="4097353"/>
                  </a:lnTo>
                  <a:lnTo>
                    <a:pt x="5653151" y="4099089"/>
                  </a:lnTo>
                  <a:lnTo>
                    <a:pt x="5801233" y="4099089"/>
                  </a:lnTo>
                  <a:lnTo>
                    <a:pt x="5834937" y="4056538"/>
                  </a:lnTo>
                  <a:lnTo>
                    <a:pt x="5867431" y="4013684"/>
                  </a:lnTo>
                  <a:lnTo>
                    <a:pt x="5898716" y="3970527"/>
                  </a:lnTo>
                  <a:lnTo>
                    <a:pt x="5928790" y="3927067"/>
                  </a:lnTo>
                  <a:lnTo>
                    <a:pt x="5957655" y="3883305"/>
                  </a:lnTo>
                  <a:lnTo>
                    <a:pt x="5985309" y="3839239"/>
                  </a:lnTo>
                  <a:lnTo>
                    <a:pt x="6011753" y="3794871"/>
                  </a:lnTo>
                  <a:lnTo>
                    <a:pt x="6036987" y="3750200"/>
                  </a:lnTo>
                  <a:lnTo>
                    <a:pt x="6061011" y="3705226"/>
                  </a:lnTo>
                  <a:lnTo>
                    <a:pt x="6083823" y="3659950"/>
                  </a:lnTo>
                  <a:lnTo>
                    <a:pt x="6105426" y="3614370"/>
                  </a:lnTo>
                  <a:lnTo>
                    <a:pt x="6125817" y="3568488"/>
                  </a:lnTo>
                  <a:lnTo>
                    <a:pt x="6144998" y="3522303"/>
                  </a:lnTo>
                  <a:lnTo>
                    <a:pt x="6162967" y="3475815"/>
                  </a:lnTo>
                  <a:lnTo>
                    <a:pt x="6179726" y="3429024"/>
                  </a:lnTo>
                  <a:lnTo>
                    <a:pt x="6195274" y="3381931"/>
                  </a:lnTo>
                  <a:lnTo>
                    <a:pt x="6209610" y="3334535"/>
                  </a:lnTo>
                  <a:lnTo>
                    <a:pt x="6222735" y="3286836"/>
                  </a:lnTo>
                  <a:lnTo>
                    <a:pt x="6234649" y="3238835"/>
                  </a:lnTo>
                  <a:lnTo>
                    <a:pt x="6245352" y="3190531"/>
                  </a:lnTo>
                  <a:lnTo>
                    <a:pt x="6257434" y="3139597"/>
                  </a:lnTo>
                  <a:lnTo>
                    <a:pt x="6268174" y="3088805"/>
                  </a:lnTo>
                  <a:lnTo>
                    <a:pt x="6277571" y="3038129"/>
                  </a:lnTo>
                  <a:lnTo>
                    <a:pt x="6285626" y="2987543"/>
                  </a:lnTo>
                  <a:lnTo>
                    <a:pt x="6292338" y="2937019"/>
                  </a:lnTo>
                  <a:lnTo>
                    <a:pt x="6297708" y="2886531"/>
                  </a:lnTo>
                  <a:lnTo>
                    <a:pt x="6301735" y="2836053"/>
                  </a:lnTo>
                  <a:lnTo>
                    <a:pt x="6304420" y="2785557"/>
                  </a:lnTo>
                  <a:lnTo>
                    <a:pt x="6305763" y="2735018"/>
                  </a:lnTo>
                  <a:lnTo>
                    <a:pt x="6305763" y="2684410"/>
                  </a:lnTo>
                  <a:lnTo>
                    <a:pt x="6304420" y="2633704"/>
                  </a:lnTo>
                  <a:lnTo>
                    <a:pt x="6301735" y="2582875"/>
                  </a:lnTo>
                  <a:lnTo>
                    <a:pt x="6297708" y="2531897"/>
                  </a:lnTo>
                  <a:lnTo>
                    <a:pt x="6292338" y="2480742"/>
                  </a:lnTo>
                  <a:lnTo>
                    <a:pt x="6285626" y="2429384"/>
                  </a:lnTo>
                  <a:lnTo>
                    <a:pt x="6277571" y="2377797"/>
                  </a:lnTo>
                  <a:lnTo>
                    <a:pt x="6268174" y="2325954"/>
                  </a:lnTo>
                  <a:lnTo>
                    <a:pt x="6257434" y="2273828"/>
                  </a:lnTo>
                  <a:lnTo>
                    <a:pt x="6245352" y="2221394"/>
                  </a:lnTo>
                  <a:lnTo>
                    <a:pt x="6232731" y="2174605"/>
                  </a:lnTo>
                  <a:lnTo>
                    <a:pt x="6219101" y="2128111"/>
                  </a:lnTo>
                  <a:lnTo>
                    <a:pt x="6204461" y="2081905"/>
                  </a:lnTo>
                  <a:lnTo>
                    <a:pt x="6188812" y="2035979"/>
                  </a:lnTo>
                  <a:lnTo>
                    <a:pt x="6172154" y="1990325"/>
                  </a:lnTo>
                  <a:lnTo>
                    <a:pt x="6154486" y="1944936"/>
                  </a:lnTo>
                  <a:lnTo>
                    <a:pt x="6135810" y="1899804"/>
                  </a:lnTo>
                  <a:lnTo>
                    <a:pt x="6116124" y="1854922"/>
                  </a:lnTo>
                  <a:lnTo>
                    <a:pt x="6095430" y="1810282"/>
                  </a:lnTo>
                  <a:lnTo>
                    <a:pt x="6073727" y="1765876"/>
                  </a:lnTo>
                  <a:lnTo>
                    <a:pt x="6051015" y="1721697"/>
                  </a:lnTo>
                  <a:lnTo>
                    <a:pt x="6027295" y="1677737"/>
                  </a:lnTo>
                  <a:lnTo>
                    <a:pt x="6002566" y="1633988"/>
                  </a:lnTo>
                  <a:lnTo>
                    <a:pt x="5976828" y="1590444"/>
                  </a:lnTo>
                  <a:lnTo>
                    <a:pt x="5950082" y="1547095"/>
                  </a:lnTo>
                  <a:lnTo>
                    <a:pt x="5922329" y="1503935"/>
                  </a:lnTo>
                  <a:lnTo>
                    <a:pt x="5893566" y="1460956"/>
                  </a:lnTo>
                  <a:lnTo>
                    <a:pt x="5863796" y="1418150"/>
                  </a:lnTo>
                  <a:lnTo>
                    <a:pt x="5833018" y="1375510"/>
                  </a:lnTo>
                  <a:lnTo>
                    <a:pt x="5801233" y="1333029"/>
                  </a:lnTo>
                  <a:lnTo>
                    <a:pt x="5788822" y="1310339"/>
                  </a:lnTo>
                  <a:lnTo>
                    <a:pt x="5753905" y="1264913"/>
                  </a:lnTo>
                  <a:lnTo>
                    <a:pt x="5713730" y="1219479"/>
                  </a:lnTo>
                  <a:lnTo>
                    <a:pt x="5693536" y="1196758"/>
                  </a:lnTo>
                  <a:lnTo>
                    <a:pt x="5673343" y="1174036"/>
                  </a:lnTo>
                  <a:lnTo>
                    <a:pt x="5616413" y="1114964"/>
                  </a:lnTo>
                  <a:lnTo>
                    <a:pt x="5578948" y="1078759"/>
                  </a:lnTo>
                  <a:lnTo>
                    <a:pt x="5540837" y="1042798"/>
                  </a:lnTo>
                  <a:lnTo>
                    <a:pt x="5502161" y="1007202"/>
                  </a:lnTo>
                  <a:lnTo>
                    <a:pt x="5463000" y="972095"/>
                  </a:lnTo>
                  <a:lnTo>
                    <a:pt x="5423435" y="937596"/>
                  </a:lnTo>
                  <a:lnTo>
                    <a:pt x="5383547" y="903830"/>
                  </a:lnTo>
                  <a:lnTo>
                    <a:pt x="5343417" y="870916"/>
                  </a:lnTo>
                  <a:lnTo>
                    <a:pt x="5303125" y="838978"/>
                  </a:lnTo>
                  <a:lnTo>
                    <a:pt x="5262753" y="808138"/>
                  </a:lnTo>
                  <a:lnTo>
                    <a:pt x="5219040" y="778090"/>
                  </a:lnTo>
                  <a:lnTo>
                    <a:pt x="5175868" y="748592"/>
                  </a:lnTo>
                  <a:lnTo>
                    <a:pt x="5133116" y="719688"/>
                  </a:lnTo>
                  <a:lnTo>
                    <a:pt x="5090663" y="691423"/>
                  </a:lnTo>
                  <a:lnTo>
                    <a:pt x="5048387" y="663843"/>
                  </a:lnTo>
                  <a:lnTo>
                    <a:pt x="5006169" y="636993"/>
                  </a:lnTo>
                  <a:lnTo>
                    <a:pt x="4963888" y="610919"/>
                  </a:lnTo>
                  <a:lnTo>
                    <a:pt x="4921422" y="585664"/>
                  </a:lnTo>
                  <a:lnTo>
                    <a:pt x="4878650" y="561275"/>
                  </a:lnTo>
                  <a:lnTo>
                    <a:pt x="4835453" y="537797"/>
                  </a:lnTo>
                  <a:lnTo>
                    <a:pt x="4791710" y="515276"/>
                  </a:lnTo>
                  <a:lnTo>
                    <a:pt x="4791710" y="505243"/>
                  </a:lnTo>
                  <a:lnTo>
                    <a:pt x="4778248" y="505243"/>
                  </a:lnTo>
                  <a:lnTo>
                    <a:pt x="4735861" y="482963"/>
                  </a:lnTo>
                  <a:lnTo>
                    <a:pt x="4693212" y="461207"/>
                  </a:lnTo>
                  <a:lnTo>
                    <a:pt x="4650301" y="439972"/>
                  </a:lnTo>
                  <a:lnTo>
                    <a:pt x="4607128" y="419256"/>
                  </a:lnTo>
                  <a:lnTo>
                    <a:pt x="4563693" y="399058"/>
                  </a:lnTo>
                  <a:lnTo>
                    <a:pt x="4519996" y="379377"/>
                  </a:lnTo>
                  <a:lnTo>
                    <a:pt x="4476037" y="360211"/>
                  </a:lnTo>
                  <a:lnTo>
                    <a:pt x="4431816" y="341559"/>
                  </a:lnTo>
                  <a:lnTo>
                    <a:pt x="4387332" y="323419"/>
                  </a:lnTo>
                  <a:lnTo>
                    <a:pt x="4342587" y="305789"/>
                  </a:lnTo>
                  <a:lnTo>
                    <a:pt x="4297579" y="288668"/>
                  </a:lnTo>
                  <a:lnTo>
                    <a:pt x="4252309" y="272055"/>
                  </a:lnTo>
                  <a:lnTo>
                    <a:pt x="4206777" y="255947"/>
                  </a:lnTo>
                  <a:lnTo>
                    <a:pt x="4160983" y="240344"/>
                  </a:lnTo>
                  <a:lnTo>
                    <a:pt x="4114927" y="225244"/>
                  </a:lnTo>
                  <a:lnTo>
                    <a:pt x="4068609" y="210645"/>
                  </a:lnTo>
                  <a:lnTo>
                    <a:pt x="4022029" y="196546"/>
                  </a:lnTo>
                  <a:lnTo>
                    <a:pt x="3975186" y="182945"/>
                  </a:lnTo>
                  <a:lnTo>
                    <a:pt x="3928082" y="169841"/>
                  </a:lnTo>
                  <a:lnTo>
                    <a:pt x="3880715" y="157232"/>
                  </a:lnTo>
                  <a:lnTo>
                    <a:pt x="3833087" y="145117"/>
                  </a:lnTo>
                  <a:lnTo>
                    <a:pt x="3785196" y="133494"/>
                  </a:lnTo>
                  <a:lnTo>
                    <a:pt x="3737043" y="122362"/>
                  </a:lnTo>
                  <a:lnTo>
                    <a:pt x="3688628" y="111719"/>
                  </a:lnTo>
                  <a:lnTo>
                    <a:pt x="3639951" y="101564"/>
                  </a:lnTo>
                  <a:lnTo>
                    <a:pt x="3591012" y="91895"/>
                  </a:lnTo>
                  <a:lnTo>
                    <a:pt x="3541810" y="82710"/>
                  </a:lnTo>
                  <a:lnTo>
                    <a:pt x="3492347" y="74009"/>
                  </a:lnTo>
                  <a:lnTo>
                    <a:pt x="3442621" y="65789"/>
                  </a:lnTo>
                  <a:lnTo>
                    <a:pt x="3392634" y="58049"/>
                  </a:lnTo>
                  <a:lnTo>
                    <a:pt x="3342384" y="50787"/>
                  </a:lnTo>
                  <a:lnTo>
                    <a:pt x="3291872" y="44003"/>
                  </a:lnTo>
                  <a:lnTo>
                    <a:pt x="3241098" y="37694"/>
                  </a:lnTo>
                  <a:lnTo>
                    <a:pt x="3190062" y="31859"/>
                  </a:lnTo>
                  <a:lnTo>
                    <a:pt x="3138764" y="26496"/>
                  </a:lnTo>
                  <a:lnTo>
                    <a:pt x="3087203" y="21604"/>
                  </a:lnTo>
                  <a:lnTo>
                    <a:pt x="3035381" y="17182"/>
                  </a:lnTo>
                  <a:lnTo>
                    <a:pt x="2983297" y="13227"/>
                  </a:lnTo>
                  <a:lnTo>
                    <a:pt x="2930950" y="9739"/>
                  </a:lnTo>
                  <a:lnTo>
                    <a:pt x="2878341" y="6715"/>
                  </a:lnTo>
                  <a:lnTo>
                    <a:pt x="2825470" y="4155"/>
                  </a:lnTo>
                  <a:lnTo>
                    <a:pt x="2772338" y="2056"/>
                  </a:lnTo>
                  <a:lnTo>
                    <a:pt x="2718943" y="418"/>
                  </a:lnTo>
                  <a:lnTo>
                    <a:pt x="2666737" y="0"/>
                  </a:lnTo>
                  <a:lnTo>
                    <a:pt x="2614739" y="114"/>
                  </a:lnTo>
                  <a:lnTo>
                    <a:pt x="2562947" y="761"/>
                  </a:lnTo>
                  <a:lnTo>
                    <a:pt x="2511360" y="1943"/>
                  </a:lnTo>
                  <a:lnTo>
                    <a:pt x="2459978" y="3659"/>
                  </a:lnTo>
                  <a:lnTo>
                    <a:pt x="2408799" y="5910"/>
                  </a:lnTo>
                  <a:lnTo>
                    <a:pt x="2357824" y="8697"/>
                  </a:lnTo>
                  <a:lnTo>
                    <a:pt x="2307049" y="12021"/>
                  </a:lnTo>
                  <a:lnTo>
                    <a:pt x="2256476" y="15883"/>
                  </a:lnTo>
                  <a:lnTo>
                    <a:pt x="2206103" y="20282"/>
                  </a:lnTo>
                  <a:lnTo>
                    <a:pt x="2155928" y="25220"/>
                  </a:lnTo>
                  <a:lnTo>
                    <a:pt x="2105952" y="30698"/>
                  </a:lnTo>
                  <a:lnTo>
                    <a:pt x="2056172" y="36716"/>
                  </a:lnTo>
                  <a:lnTo>
                    <a:pt x="2006589" y="43275"/>
                  </a:lnTo>
                  <a:lnTo>
                    <a:pt x="1957201" y="50376"/>
                  </a:lnTo>
                  <a:lnTo>
                    <a:pt x="1908007" y="58019"/>
                  </a:lnTo>
                  <a:lnTo>
                    <a:pt x="1859006" y="66204"/>
                  </a:lnTo>
                  <a:lnTo>
                    <a:pt x="1810198" y="74934"/>
                  </a:lnTo>
                  <a:lnTo>
                    <a:pt x="1761581" y="84208"/>
                  </a:lnTo>
                  <a:lnTo>
                    <a:pt x="1713155" y="94028"/>
                  </a:lnTo>
                  <a:lnTo>
                    <a:pt x="1664919" y="104393"/>
                  </a:lnTo>
                  <a:lnTo>
                    <a:pt x="1616871" y="115305"/>
                  </a:lnTo>
                  <a:lnTo>
                    <a:pt x="1569012" y="126764"/>
                  </a:lnTo>
                  <a:lnTo>
                    <a:pt x="1521339" y="138771"/>
                  </a:lnTo>
                  <a:lnTo>
                    <a:pt x="1473851" y="151327"/>
                  </a:lnTo>
                  <a:lnTo>
                    <a:pt x="1426549" y="164432"/>
                  </a:lnTo>
                  <a:lnTo>
                    <a:pt x="1379431" y="178088"/>
                  </a:lnTo>
                  <a:lnTo>
                    <a:pt x="1332496" y="192294"/>
                  </a:lnTo>
                  <a:lnTo>
                    <a:pt x="1285744" y="207052"/>
                  </a:lnTo>
                  <a:lnTo>
                    <a:pt x="1239172" y="222362"/>
                  </a:lnTo>
                  <a:lnTo>
                    <a:pt x="1192781" y="238225"/>
                  </a:lnTo>
                  <a:lnTo>
                    <a:pt x="1146570" y="254641"/>
                  </a:lnTo>
                  <a:lnTo>
                    <a:pt x="1100537" y="271612"/>
                  </a:lnTo>
                  <a:lnTo>
                    <a:pt x="1054681" y="289138"/>
                  </a:lnTo>
                  <a:lnTo>
                    <a:pt x="1009002" y="307220"/>
                  </a:lnTo>
                  <a:lnTo>
                    <a:pt x="963499" y="325858"/>
                  </a:lnTo>
                  <a:lnTo>
                    <a:pt x="918171" y="345054"/>
                  </a:lnTo>
                  <a:lnTo>
                    <a:pt x="873016" y="364807"/>
                  </a:lnTo>
                  <a:lnTo>
                    <a:pt x="828035" y="385119"/>
                  </a:lnTo>
                  <a:lnTo>
                    <a:pt x="783225" y="405990"/>
                  </a:lnTo>
                  <a:lnTo>
                    <a:pt x="738586" y="427422"/>
                  </a:lnTo>
                  <a:lnTo>
                    <a:pt x="694118" y="449414"/>
                  </a:lnTo>
                  <a:lnTo>
                    <a:pt x="649819" y="471967"/>
                  </a:lnTo>
                  <a:lnTo>
                    <a:pt x="605688" y="495083"/>
                  </a:lnTo>
                  <a:lnTo>
                    <a:pt x="557068" y="519347"/>
                  </a:lnTo>
                  <a:lnTo>
                    <a:pt x="509272" y="544470"/>
                  </a:lnTo>
                  <a:lnTo>
                    <a:pt x="462301" y="570386"/>
                  </a:lnTo>
                  <a:lnTo>
                    <a:pt x="416153" y="597030"/>
                  </a:lnTo>
                  <a:lnTo>
                    <a:pt x="370830" y="624334"/>
                  </a:lnTo>
                  <a:lnTo>
                    <a:pt x="326331" y="652233"/>
                  </a:lnTo>
                  <a:lnTo>
                    <a:pt x="282655" y="680661"/>
                  </a:lnTo>
                  <a:lnTo>
                    <a:pt x="239804" y="709552"/>
                  </a:lnTo>
                  <a:lnTo>
                    <a:pt x="197777" y="738839"/>
                  </a:lnTo>
                  <a:lnTo>
                    <a:pt x="156574" y="768457"/>
                  </a:lnTo>
                  <a:lnTo>
                    <a:pt x="116194" y="798338"/>
                  </a:lnTo>
                  <a:lnTo>
                    <a:pt x="76639" y="828419"/>
                  </a:lnTo>
                  <a:lnTo>
                    <a:pt x="37907" y="858631"/>
                  </a:lnTo>
                  <a:lnTo>
                    <a:pt x="0" y="888910"/>
                  </a:lnTo>
                  <a:lnTo>
                    <a:pt x="0" y="1888273"/>
                  </a:lnTo>
                  <a:lnTo>
                    <a:pt x="18086" y="1874695"/>
                  </a:lnTo>
                  <a:lnTo>
                    <a:pt x="33649" y="1863000"/>
                  </a:lnTo>
                  <a:lnTo>
                    <a:pt x="49212" y="1851304"/>
                  </a:lnTo>
                  <a:lnTo>
                    <a:pt x="67298" y="1837727"/>
                  </a:lnTo>
                  <a:lnTo>
                    <a:pt x="102417" y="1799595"/>
                  </a:lnTo>
                  <a:lnTo>
                    <a:pt x="126182" y="1759558"/>
                  </a:lnTo>
                  <a:lnTo>
                    <a:pt x="137329" y="1715711"/>
                  </a:lnTo>
                  <a:lnTo>
                    <a:pt x="134594" y="1666150"/>
                  </a:lnTo>
                  <a:lnTo>
                    <a:pt x="139440" y="1626031"/>
                  </a:lnTo>
                  <a:lnTo>
                    <a:pt x="153979" y="1589771"/>
                  </a:lnTo>
                  <a:lnTo>
                    <a:pt x="178208" y="1556412"/>
                  </a:lnTo>
                  <a:lnTo>
                    <a:pt x="212129" y="1524999"/>
                  </a:lnTo>
                  <a:lnTo>
                    <a:pt x="255739" y="1494573"/>
                  </a:lnTo>
                  <a:lnTo>
                    <a:pt x="308454" y="1471132"/>
                  </a:lnTo>
                  <a:lnTo>
                    <a:pt x="358926" y="1451915"/>
                  </a:lnTo>
                  <a:lnTo>
                    <a:pt x="407157" y="1437756"/>
                  </a:lnTo>
                  <a:lnTo>
                    <a:pt x="453144" y="1429492"/>
                  </a:lnTo>
                  <a:lnTo>
                    <a:pt x="496889" y="1427959"/>
                  </a:lnTo>
                  <a:lnTo>
                    <a:pt x="538391" y="1433994"/>
                  </a:lnTo>
                  <a:lnTo>
                    <a:pt x="590967" y="1439322"/>
                  </a:lnTo>
                  <a:lnTo>
                    <a:pt x="646068" y="1438994"/>
                  </a:lnTo>
                  <a:lnTo>
                    <a:pt x="701168" y="1431118"/>
                  </a:lnTo>
                  <a:lnTo>
                    <a:pt x="753745" y="1413801"/>
                  </a:lnTo>
                  <a:lnTo>
                    <a:pt x="771834" y="1430672"/>
                  </a:lnTo>
                  <a:lnTo>
                    <a:pt x="787400" y="1450377"/>
                  </a:lnTo>
                  <a:lnTo>
                    <a:pt x="802965" y="1471986"/>
                  </a:lnTo>
                  <a:lnTo>
                    <a:pt x="821055" y="1494573"/>
                  </a:lnTo>
                  <a:lnTo>
                    <a:pt x="843554" y="1524862"/>
                  </a:lnTo>
                  <a:lnTo>
                    <a:pt x="869842" y="1555152"/>
                  </a:lnTo>
                  <a:lnTo>
                    <a:pt x="898653" y="1585441"/>
                  </a:lnTo>
                  <a:lnTo>
                    <a:pt x="928725" y="1615731"/>
                  </a:lnTo>
                  <a:lnTo>
                    <a:pt x="884308" y="1637503"/>
                  </a:lnTo>
                  <a:lnTo>
                    <a:pt x="839891" y="1660373"/>
                  </a:lnTo>
                  <a:lnTo>
                    <a:pt x="795474" y="1684216"/>
                  </a:lnTo>
                  <a:lnTo>
                    <a:pt x="751057" y="1708910"/>
                  </a:lnTo>
                  <a:lnTo>
                    <a:pt x="706640" y="1734333"/>
                  </a:lnTo>
                  <a:lnTo>
                    <a:pt x="662223" y="1760361"/>
                  </a:lnTo>
                  <a:lnTo>
                    <a:pt x="617806" y="1786873"/>
                  </a:lnTo>
                  <a:lnTo>
                    <a:pt x="573389" y="1813745"/>
                  </a:lnTo>
                  <a:lnTo>
                    <a:pt x="528972" y="1840855"/>
                  </a:lnTo>
                  <a:lnTo>
                    <a:pt x="484555" y="1868080"/>
                  </a:lnTo>
                  <a:lnTo>
                    <a:pt x="440528" y="1895626"/>
                  </a:lnTo>
                  <a:lnTo>
                    <a:pt x="397228" y="1923782"/>
                  </a:lnTo>
                  <a:lnTo>
                    <a:pt x="354573" y="1952547"/>
                  </a:lnTo>
                  <a:lnTo>
                    <a:pt x="312483" y="1981922"/>
                  </a:lnTo>
                  <a:lnTo>
                    <a:pt x="270878" y="2011907"/>
                  </a:lnTo>
                  <a:lnTo>
                    <a:pt x="229677" y="2042501"/>
                  </a:lnTo>
                  <a:lnTo>
                    <a:pt x="188799" y="2073705"/>
                  </a:lnTo>
                  <a:lnTo>
                    <a:pt x="148163" y="2105519"/>
                  </a:lnTo>
                  <a:lnTo>
                    <a:pt x="107690" y="2137942"/>
                  </a:lnTo>
                  <a:lnTo>
                    <a:pt x="67298" y="2170975"/>
                  </a:lnTo>
                  <a:lnTo>
                    <a:pt x="47319" y="2149799"/>
                  </a:lnTo>
                  <a:lnTo>
                    <a:pt x="28601" y="2130541"/>
                  </a:lnTo>
                  <a:lnTo>
                    <a:pt x="12408" y="2111306"/>
                  </a:lnTo>
                  <a:lnTo>
                    <a:pt x="0" y="2090203"/>
                  </a:lnTo>
                  <a:lnTo>
                    <a:pt x="0" y="2322359"/>
                  </a:lnTo>
                  <a:lnTo>
                    <a:pt x="12197" y="2313173"/>
                  </a:lnTo>
                  <a:lnTo>
                    <a:pt x="26919" y="2302118"/>
                  </a:lnTo>
                  <a:lnTo>
                    <a:pt x="41641" y="2291087"/>
                  </a:lnTo>
                  <a:lnTo>
                    <a:pt x="53839" y="2281973"/>
                  </a:lnTo>
                  <a:lnTo>
                    <a:pt x="81944" y="2313099"/>
                  </a:lnTo>
                  <a:lnTo>
                    <a:pt x="112666" y="2345901"/>
                  </a:lnTo>
                  <a:lnTo>
                    <a:pt x="146379" y="2380382"/>
                  </a:lnTo>
                  <a:lnTo>
                    <a:pt x="183456" y="2416546"/>
                  </a:lnTo>
                  <a:lnTo>
                    <a:pt x="224272" y="2454396"/>
                  </a:lnTo>
                  <a:lnTo>
                    <a:pt x="269201" y="2493936"/>
                  </a:lnTo>
                  <a:lnTo>
                    <a:pt x="300721" y="2521345"/>
                  </a:lnTo>
                  <a:lnTo>
                    <a:pt x="334607" y="2550282"/>
                  </a:lnTo>
                  <a:lnTo>
                    <a:pt x="370700" y="2580395"/>
                  </a:lnTo>
                  <a:lnTo>
                    <a:pt x="408844" y="2611331"/>
                  </a:lnTo>
                  <a:lnTo>
                    <a:pt x="448881" y="2642738"/>
                  </a:lnTo>
                  <a:lnTo>
                    <a:pt x="490654" y="2674262"/>
                  </a:lnTo>
                  <a:lnTo>
                    <a:pt x="534005" y="2705551"/>
                  </a:lnTo>
                  <a:lnTo>
                    <a:pt x="578777" y="2736252"/>
                  </a:lnTo>
                  <a:lnTo>
                    <a:pt x="566577" y="2751553"/>
                  </a:lnTo>
                  <a:lnTo>
                    <a:pt x="551853" y="2767795"/>
                  </a:lnTo>
                  <a:lnTo>
                    <a:pt x="537129" y="2785918"/>
                  </a:lnTo>
                  <a:lnTo>
                    <a:pt x="524929" y="2806864"/>
                  </a:lnTo>
                  <a:lnTo>
                    <a:pt x="506846" y="2822008"/>
                  </a:lnTo>
                  <a:lnTo>
                    <a:pt x="491285" y="2837153"/>
                  </a:lnTo>
                  <a:lnTo>
                    <a:pt x="475721" y="2852298"/>
                  </a:lnTo>
                  <a:lnTo>
                    <a:pt x="457631" y="2867443"/>
                  </a:lnTo>
                  <a:close/>
                </a:path>
                <a:path w="6306185" h="4099559">
                  <a:moveTo>
                    <a:pt x="1426718" y="3150145"/>
                  </a:moveTo>
                  <a:lnTo>
                    <a:pt x="1377858" y="3126259"/>
                  </a:lnTo>
                  <a:lnTo>
                    <a:pt x="1330000" y="3101877"/>
                  </a:lnTo>
                  <a:lnTo>
                    <a:pt x="1283143" y="3077248"/>
                  </a:lnTo>
                  <a:lnTo>
                    <a:pt x="1237285" y="3052618"/>
                  </a:lnTo>
                  <a:lnTo>
                    <a:pt x="1192426" y="3028238"/>
                  </a:lnTo>
                  <a:lnTo>
                    <a:pt x="1148563" y="3004356"/>
                  </a:lnTo>
                  <a:lnTo>
                    <a:pt x="1105696" y="2981220"/>
                  </a:lnTo>
                  <a:lnTo>
                    <a:pt x="1063825" y="2959079"/>
                  </a:lnTo>
                  <a:lnTo>
                    <a:pt x="1022946" y="2938182"/>
                  </a:lnTo>
                  <a:lnTo>
                    <a:pt x="978152" y="2911660"/>
                  </a:lnTo>
                  <a:lnTo>
                    <a:pt x="934619" y="2885147"/>
                  </a:lnTo>
                  <a:lnTo>
                    <a:pt x="892347" y="2858640"/>
                  </a:lnTo>
                  <a:lnTo>
                    <a:pt x="851336" y="2832137"/>
                  </a:lnTo>
                  <a:lnTo>
                    <a:pt x="811587" y="2805633"/>
                  </a:lnTo>
                  <a:lnTo>
                    <a:pt x="773099" y="2779126"/>
                  </a:lnTo>
                  <a:lnTo>
                    <a:pt x="735873" y="2752613"/>
                  </a:lnTo>
                  <a:lnTo>
                    <a:pt x="699909" y="2726092"/>
                  </a:lnTo>
                  <a:lnTo>
                    <a:pt x="727950" y="2690832"/>
                  </a:lnTo>
                  <a:lnTo>
                    <a:pt x="758235" y="2655851"/>
                  </a:lnTo>
                  <a:lnTo>
                    <a:pt x="790765" y="2621428"/>
                  </a:lnTo>
                  <a:lnTo>
                    <a:pt x="825539" y="2587840"/>
                  </a:lnTo>
                  <a:lnTo>
                    <a:pt x="862555" y="2555368"/>
                  </a:lnTo>
                  <a:lnTo>
                    <a:pt x="901814" y="2524289"/>
                  </a:lnTo>
                  <a:lnTo>
                    <a:pt x="935525" y="2493906"/>
                  </a:lnTo>
                  <a:lnTo>
                    <a:pt x="969610" y="2462962"/>
                  </a:lnTo>
                  <a:lnTo>
                    <a:pt x="1004443" y="2430896"/>
                  </a:lnTo>
                  <a:lnTo>
                    <a:pt x="1040397" y="2397147"/>
                  </a:lnTo>
                  <a:lnTo>
                    <a:pt x="1077848" y="2361155"/>
                  </a:lnTo>
                  <a:lnTo>
                    <a:pt x="1117168" y="2322359"/>
                  </a:lnTo>
                  <a:lnTo>
                    <a:pt x="1117168" y="2362745"/>
                  </a:lnTo>
                  <a:lnTo>
                    <a:pt x="1426718" y="2706026"/>
                  </a:lnTo>
                  <a:lnTo>
                    <a:pt x="1434290" y="2748074"/>
                  </a:lnTo>
                  <a:lnTo>
                    <a:pt x="1436814" y="2785432"/>
                  </a:lnTo>
                  <a:lnTo>
                    <a:pt x="1434290" y="2820933"/>
                  </a:lnTo>
                  <a:lnTo>
                    <a:pt x="1426718" y="2857410"/>
                  </a:lnTo>
                  <a:lnTo>
                    <a:pt x="1421669" y="2887856"/>
                  </a:lnTo>
                  <a:lnTo>
                    <a:pt x="1441862" y="2952511"/>
                  </a:lnTo>
                  <a:lnTo>
                    <a:pt x="1467104" y="2988601"/>
                  </a:lnTo>
                  <a:lnTo>
                    <a:pt x="1485614" y="2998745"/>
                  </a:lnTo>
                  <a:lnTo>
                    <a:pt x="1491714" y="3002834"/>
                  </a:lnTo>
                  <a:lnTo>
                    <a:pt x="1494028" y="3008794"/>
                  </a:lnTo>
                  <a:lnTo>
                    <a:pt x="1507490" y="3008794"/>
                  </a:lnTo>
                  <a:lnTo>
                    <a:pt x="1507490" y="3018954"/>
                  </a:lnTo>
                  <a:lnTo>
                    <a:pt x="1503072" y="3034255"/>
                  </a:lnTo>
                  <a:lnTo>
                    <a:pt x="1492345" y="3050499"/>
                  </a:lnTo>
                  <a:lnTo>
                    <a:pt x="1479093" y="3068626"/>
                  </a:lnTo>
                  <a:lnTo>
                    <a:pt x="1467104" y="3089578"/>
                  </a:lnTo>
                  <a:lnTo>
                    <a:pt x="1457007" y="3104723"/>
                  </a:lnTo>
                  <a:lnTo>
                    <a:pt x="1446911" y="3119866"/>
                  </a:lnTo>
                  <a:lnTo>
                    <a:pt x="1436814" y="3135007"/>
                  </a:lnTo>
                  <a:lnTo>
                    <a:pt x="1426718" y="3150145"/>
                  </a:lnTo>
                  <a:close/>
                </a:path>
              </a:pathLst>
            </a:custGeom>
            <a:ln w="3175">
              <a:solidFill>
                <a:srgbClr val="CCE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385508" y="2963545"/>
            <a:ext cx="1022985" cy="273050"/>
          </a:xfrm>
          <a:custGeom>
            <a:avLst/>
            <a:gdLst/>
            <a:ahLst/>
            <a:cxnLst/>
            <a:rect l="l" t="t" r="r" b="b"/>
            <a:pathLst>
              <a:path w="1022985" h="273050">
                <a:moveTo>
                  <a:pt x="242277" y="141350"/>
                </a:moveTo>
                <a:lnTo>
                  <a:pt x="0" y="272541"/>
                </a:lnTo>
                <a:lnTo>
                  <a:pt x="32390" y="249852"/>
                </a:lnTo>
                <a:lnTo>
                  <a:pt x="67303" y="227139"/>
                </a:lnTo>
                <a:lnTo>
                  <a:pt x="102216" y="204426"/>
                </a:lnTo>
                <a:lnTo>
                  <a:pt x="134607" y="181737"/>
                </a:lnTo>
                <a:lnTo>
                  <a:pt x="174773" y="159150"/>
                </a:lnTo>
                <a:lnTo>
                  <a:pt x="213679" y="137540"/>
                </a:lnTo>
                <a:lnTo>
                  <a:pt x="250062" y="117836"/>
                </a:lnTo>
                <a:lnTo>
                  <a:pt x="282663" y="100964"/>
                </a:lnTo>
                <a:lnTo>
                  <a:pt x="310842" y="85977"/>
                </a:lnTo>
                <a:lnTo>
                  <a:pt x="336499" y="71929"/>
                </a:lnTo>
                <a:lnTo>
                  <a:pt x="362155" y="59763"/>
                </a:lnTo>
                <a:lnTo>
                  <a:pt x="390334" y="50418"/>
                </a:lnTo>
                <a:lnTo>
                  <a:pt x="412630" y="41147"/>
                </a:lnTo>
                <a:lnTo>
                  <a:pt x="437449" y="29019"/>
                </a:lnTo>
                <a:lnTo>
                  <a:pt x="462266" y="14986"/>
                </a:lnTo>
                <a:lnTo>
                  <a:pt x="484555" y="0"/>
                </a:lnTo>
                <a:lnTo>
                  <a:pt x="539688" y="0"/>
                </a:lnTo>
                <a:lnTo>
                  <a:pt x="592882" y="0"/>
                </a:lnTo>
                <a:lnTo>
                  <a:pt x="645430" y="0"/>
                </a:lnTo>
                <a:lnTo>
                  <a:pt x="698624" y="0"/>
                </a:lnTo>
                <a:lnTo>
                  <a:pt x="753757" y="0"/>
                </a:lnTo>
                <a:lnTo>
                  <a:pt x="808885" y="4977"/>
                </a:lnTo>
                <a:lnTo>
                  <a:pt x="862067" y="8516"/>
                </a:lnTo>
                <a:lnTo>
                  <a:pt x="914602" y="11585"/>
                </a:lnTo>
                <a:lnTo>
                  <a:pt x="967787" y="15154"/>
                </a:lnTo>
                <a:lnTo>
                  <a:pt x="1022921" y="20192"/>
                </a:lnTo>
                <a:lnTo>
                  <a:pt x="995997" y="20192"/>
                </a:lnTo>
                <a:lnTo>
                  <a:pt x="949022" y="28225"/>
                </a:lnTo>
                <a:lnTo>
                  <a:pt x="900405" y="35016"/>
                </a:lnTo>
                <a:lnTo>
                  <a:pt x="850144" y="40567"/>
                </a:lnTo>
                <a:lnTo>
                  <a:pt x="798237" y="44880"/>
                </a:lnTo>
                <a:lnTo>
                  <a:pt x="744680" y="47958"/>
                </a:lnTo>
                <a:lnTo>
                  <a:pt x="689473" y="49804"/>
                </a:lnTo>
                <a:lnTo>
                  <a:pt x="632612" y="50418"/>
                </a:lnTo>
                <a:lnTo>
                  <a:pt x="586582" y="48544"/>
                </a:lnTo>
                <a:lnTo>
                  <a:pt x="539448" y="50446"/>
                </a:lnTo>
                <a:lnTo>
                  <a:pt x="491368" y="56129"/>
                </a:lnTo>
                <a:lnTo>
                  <a:pt x="442498" y="65595"/>
                </a:lnTo>
                <a:lnTo>
                  <a:pt x="392996" y="78847"/>
                </a:lnTo>
                <a:lnTo>
                  <a:pt x="343020" y="95888"/>
                </a:lnTo>
                <a:lnTo>
                  <a:pt x="292728" y="116722"/>
                </a:lnTo>
                <a:lnTo>
                  <a:pt x="242277" y="141350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6602" y="3448050"/>
            <a:ext cx="1117600" cy="656590"/>
          </a:xfrm>
          <a:custGeom>
            <a:avLst/>
            <a:gdLst/>
            <a:ahLst/>
            <a:cxnLst/>
            <a:rect l="l" t="t" r="r" b="b"/>
            <a:pathLst>
              <a:path w="1117600" h="656589">
                <a:moveTo>
                  <a:pt x="53847" y="525018"/>
                </a:moveTo>
                <a:lnTo>
                  <a:pt x="34075" y="502431"/>
                </a:lnTo>
                <a:lnTo>
                  <a:pt x="16827" y="480822"/>
                </a:lnTo>
                <a:lnTo>
                  <a:pt x="4627" y="461117"/>
                </a:lnTo>
                <a:lnTo>
                  <a:pt x="0" y="444245"/>
                </a:lnTo>
                <a:lnTo>
                  <a:pt x="29866" y="425630"/>
                </a:lnTo>
                <a:lnTo>
                  <a:pt x="57207" y="401335"/>
                </a:lnTo>
                <a:lnTo>
                  <a:pt x="79499" y="373254"/>
                </a:lnTo>
                <a:lnTo>
                  <a:pt x="94221" y="343281"/>
                </a:lnTo>
                <a:lnTo>
                  <a:pt x="106841" y="315051"/>
                </a:lnTo>
                <a:lnTo>
                  <a:pt x="124509" y="291560"/>
                </a:lnTo>
                <a:lnTo>
                  <a:pt x="147222" y="273736"/>
                </a:lnTo>
                <a:lnTo>
                  <a:pt x="174980" y="262508"/>
                </a:lnTo>
                <a:lnTo>
                  <a:pt x="215575" y="241837"/>
                </a:lnTo>
                <a:lnTo>
                  <a:pt x="257464" y="227956"/>
                </a:lnTo>
                <a:lnTo>
                  <a:pt x="301936" y="220373"/>
                </a:lnTo>
                <a:lnTo>
                  <a:pt x="350284" y="218593"/>
                </a:lnTo>
                <a:lnTo>
                  <a:pt x="403796" y="222123"/>
                </a:lnTo>
                <a:lnTo>
                  <a:pt x="452234" y="224576"/>
                </a:lnTo>
                <a:lnTo>
                  <a:pt x="500683" y="219745"/>
                </a:lnTo>
                <a:lnTo>
                  <a:pt x="549138" y="207629"/>
                </a:lnTo>
                <a:lnTo>
                  <a:pt x="597598" y="188229"/>
                </a:lnTo>
                <a:lnTo>
                  <a:pt x="646061" y="161544"/>
                </a:lnTo>
                <a:lnTo>
                  <a:pt x="666254" y="152114"/>
                </a:lnTo>
                <a:lnTo>
                  <a:pt x="686447" y="138874"/>
                </a:lnTo>
                <a:lnTo>
                  <a:pt x="706640" y="121824"/>
                </a:lnTo>
                <a:lnTo>
                  <a:pt x="726833" y="100964"/>
                </a:lnTo>
                <a:lnTo>
                  <a:pt x="744923" y="84093"/>
                </a:lnTo>
                <a:lnTo>
                  <a:pt x="760488" y="64388"/>
                </a:lnTo>
                <a:lnTo>
                  <a:pt x="776054" y="42779"/>
                </a:lnTo>
                <a:lnTo>
                  <a:pt x="794143" y="20192"/>
                </a:lnTo>
                <a:lnTo>
                  <a:pt x="826536" y="14392"/>
                </a:lnTo>
                <a:lnTo>
                  <a:pt x="861453" y="11414"/>
                </a:lnTo>
                <a:lnTo>
                  <a:pt x="896370" y="10316"/>
                </a:lnTo>
                <a:lnTo>
                  <a:pt x="928763" y="10160"/>
                </a:lnTo>
                <a:lnTo>
                  <a:pt x="959263" y="4286"/>
                </a:lnTo>
                <a:lnTo>
                  <a:pt x="991025" y="1269"/>
                </a:lnTo>
                <a:lnTo>
                  <a:pt x="1025311" y="158"/>
                </a:lnTo>
                <a:lnTo>
                  <a:pt x="1063383" y="0"/>
                </a:lnTo>
                <a:lnTo>
                  <a:pt x="1055811" y="32033"/>
                </a:lnTo>
                <a:lnTo>
                  <a:pt x="1053287" y="66913"/>
                </a:lnTo>
                <a:lnTo>
                  <a:pt x="1063383" y="141350"/>
                </a:lnTo>
                <a:lnTo>
                  <a:pt x="1085259" y="212074"/>
                </a:lnTo>
                <a:lnTo>
                  <a:pt x="1117231" y="282701"/>
                </a:lnTo>
                <a:lnTo>
                  <a:pt x="1072416" y="297872"/>
                </a:lnTo>
                <a:lnTo>
                  <a:pt x="1026874" y="313096"/>
                </a:lnTo>
                <a:lnTo>
                  <a:pt x="980686" y="328436"/>
                </a:lnTo>
                <a:lnTo>
                  <a:pt x="933933" y="343954"/>
                </a:lnTo>
                <a:lnTo>
                  <a:pt x="886694" y="359711"/>
                </a:lnTo>
                <a:lnTo>
                  <a:pt x="839052" y="375769"/>
                </a:lnTo>
                <a:lnTo>
                  <a:pt x="791087" y="392190"/>
                </a:lnTo>
                <a:lnTo>
                  <a:pt x="742880" y="409035"/>
                </a:lnTo>
                <a:lnTo>
                  <a:pt x="694511" y="426366"/>
                </a:lnTo>
                <a:lnTo>
                  <a:pt x="646061" y="444245"/>
                </a:lnTo>
                <a:lnTo>
                  <a:pt x="597600" y="462720"/>
                </a:lnTo>
                <a:lnTo>
                  <a:pt x="549142" y="481798"/>
                </a:lnTo>
                <a:lnTo>
                  <a:pt x="500686" y="501479"/>
                </a:lnTo>
                <a:lnTo>
                  <a:pt x="452232" y="521764"/>
                </a:lnTo>
                <a:lnTo>
                  <a:pt x="403780" y="542655"/>
                </a:lnTo>
                <a:lnTo>
                  <a:pt x="355329" y="564151"/>
                </a:lnTo>
                <a:lnTo>
                  <a:pt x="306877" y="586253"/>
                </a:lnTo>
                <a:lnTo>
                  <a:pt x="258426" y="608963"/>
                </a:lnTo>
                <a:lnTo>
                  <a:pt x="209973" y="632282"/>
                </a:lnTo>
                <a:lnTo>
                  <a:pt x="161518" y="656208"/>
                </a:lnTo>
                <a:lnTo>
                  <a:pt x="131446" y="620119"/>
                </a:lnTo>
                <a:lnTo>
                  <a:pt x="102635" y="586851"/>
                </a:lnTo>
                <a:lnTo>
                  <a:pt x="76347" y="555464"/>
                </a:lnTo>
                <a:lnTo>
                  <a:pt x="53847" y="525018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781" y="4195190"/>
            <a:ext cx="1211580" cy="1009650"/>
          </a:xfrm>
          <a:custGeom>
            <a:avLst/>
            <a:gdLst/>
            <a:ahLst/>
            <a:cxnLst/>
            <a:rect l="l" t="t" r="r" b="b"/>
            <a:pathLst>
              <a:path w="1211580" h="1009650">
                <a:moveTo>
                  <a:pt x="215353" y="757046"/>
                </a:moveTo>
                <a:lnTo>
                  <a:pt x="170424" y="717507"/>
                </a:lnTo>
                <a:lnTo>
                  <a:pt x="129608" y="679656"/>
                </a:lnTo>
                <a:lnTo>
                  <a:pt x="92532" y="643493"/>
                </a:lnTo>
                <a:lnTo>
                  <a:pt x="58821" y="609012"/>
                </a:lnTo>
                <a:lnTo>
                  <a:pt x="28101" y="576210"/>
                </a:lnTo>
                <a:lnTo>
                  <a:pt x="0" y="545083"/>
                </a:lnTo>
                <a:lnTo>
                  <a:pt x="40755" y="512085"/>
                </a:lnTo>
                <a:lnTo>
                  <a:pt x="82156" y="479689"/>
                </a:lnTo>
                <a:lnTo>
                  <a:pt x="124042" y="447894"/>
                </a:lnTo>
                <a:lnTo>
                  <a:pt x="166252" y="416702"/>
                </a:lnTo>
                <a:lnTo>
                  <a:pt x="208622" y="386111"/>
                </a:lnTo>
                <a:lnTo>
                  <a:pt x="250993" y="356123"/>
                </a:lnTo>
                <a:lnTo>
                  <a:pt x="293202" y="326736"/>
                </a:lnTo>
                <a:lnTo>
                  <a:pt x="335088" y="297952"/>
                </a:lnTo>
                <a:lnTo>
                  <a:pt x="376490" y="269769"/>
                </a:lnTo>
                <a:lnTo>
                  <a:pt x="417245" y="242188"/>
                </a:lnTo>
                <a:lnTo>
                  <a:pt x="461663" y="215248"/>
                </a:lnTo>
                <a:lnTo>
                  <a:pt x="506081" y="188910"/>
                </a:lnTo>
                <a:lnTo>
                  <a:pt x="550499" y="163176"/>
                </a:lnTo>
                <a:lnTo>
                  <a:pt x="594918" y="138046"/>
                </a:lnTo>
                <a:lnTo>
                  <a:pt x="639337" y="113522"/>
                </a:lnTo>
                <a:lnTo>
                  <a:pt x="683755" y="89603"/>
                </a:lnTo>
                <a:lnTo>
                  <a:pt x="728174" y="66290"/>
                </a:lnTo>
                <a:lnTo>
                  <a:pt x="772593" y="43585"/>
                </a:lnTo>
                <a:lnTo>
                  <a:pt x="817010" y="21488"/>
                </a:lnTo>
                <a:lnTo>
                  <a:pt x="861428" y="0"/>
                </a:lnTo>
                <a:lnTo>
                  <a:pt x="901804" y="37990"/>
                </a:lnTo>
                <a:lnTo>
                  <a:pt x="942182" y="76946"/>
                </a:lnTo>
                <a:lnTo>
                  <a:pt x="982563" y="117782"/>
                </a:lnTo>
                <a:lnTo>
                  <a:pt x="1022946" y="161416"/>
                </a:lnTo>
                <a:lnTo>
                  <a:pt x="1056750" y="193911"/>
                </a:lnTo>
                <a:lnTo>
                  <a:pt x="1093132" y="229777"/>
                </a:lnTo>
                <a:lnTo>
                  <a:pt x="1131451" y="267569"/>
                </a:lnTo>
                <a:lnTo>
                  <a:pt x="1171067" y="305843"/>
                </a:lnTo>
                <a:lnTo>
                  <a:pt x="1211338" y="343153"/>
                </a:lnTo>
                <a:lnTo>
                  <a:pt x="1191146" y="359886"/>
                </a:lnTo>
                <a:lnTo>
                  <a:pt x="1170959" y="378523"/>
                </a:lnTo>
                <a:lnTo>
                  <a:pt x="1150781" y="397160"/>
                </a:lnTo>
                <a:lnTo>
                  <a:pt x="1130617" y="413892"/>
                </a:lnTo>
                <a:lnTo>
                  <a:pt x="1118424" y="436582"/>
                </a:lnTo>
                <a:lnTo>
                  <a:pt x="1103704" y="459295"/>
                </a:lnTo>
                <a:lnTo>
                  <a:pt x="1088981" y="482008"/>
                </a:lnTo>
                <a:lnTo>
                  <a:pt x="1076782" y="504697"/>
                </a:lnTo>
                <a:lnTo>
                  <a:pt x="1036401" y="535622"/>
                </a:lnTo>
                <a:lnTo>
                  <a:pt x="996021" y="567766"/>
                </a:lnTo>
                <a:lnTo>
                  <a:pt x="955641" y="601136"/>
                </a:lnTo>
                <a:lnTo>
                  <a:pt x="915262" y="635739"/>
                </a:lnTo>
                <a:lnTo>
                  <a:pt x="874884" y="671582"/>
                </a:lnTo>
                <a:lnTo>
                  <a:pt x="834506" y="708671"/>
                </a:lnTo>
                <a:lnTo>
                  <a:pt x="794130" y="747013"/>
                </a:lnTo>
                <a:lnTo>
                  <a:pt x="753789" y="785375"/>
                </a:lnTo>
                <a:lnTo>
                  <a:pt x="713683" y="822860"/>
                </a:lnTo>
                <a:lnTo>
                  <a:pt x="674049" y="859824"/>
                </a:lnTo>
                <a:lnTo>
                  <a:pt x="635120" y="896619"/>
                </a:lnTo>
                <a:lnTo>
                  <a:pt x="597134" y="933598"/>
                </a:lnTo>
                <a:lnTo>
                  <a:pt x="560325" y="971115"/>
                </a:lnTo>
                <a:lnTo>
                  <a:pt x="524929" y="1009522"/>
                </a:lnTo>
                <a:lnTo>
                  <a:pt x="480161" y="975879"/>
                </a:lnTo>
                <a:lnTo>
                  <a:pt x="436811" y="943070"/>
                </a:lnTo>
                <a:lnTo>
                  <a:pt x="395039" y="910974"/>
                </a:lnTo>
                <a:lnTo>
                  <a:pt x="355001" y="879474"/>
                </a:lnTo>
                <a:lnTo>
                  <a:pt x="316856" y="848451"/>
                </a:lnTo>
                <a:lnTo>
                  <a:pt x="280761" y="817784"/>
                </a:lnTo>
                <a:lnTo>
                  <a:pt x="246874" y="787356"/>
                </a:lnTo>
                <a:lnTo>
                  <a:pt x="215353" y="757046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749" y="5295519"/>
            <a:ext cx="1104265" cy="1191260"/>
          </a:xfrm>
          <a:custGeom>
            <a:avLst/>
            <a:gdLst/>
            <a:ahLst/>
            <a:cxnLst/>
            <a:rect l="l" t="t" r="r" b="b"/>
            <a:pathLst>
              <a:path w="1104265" h="1191260">
                <a:moveTo>
                  <a:pt x="363423" y="0"/>
                </a:moveTo>
                <a:lnTo>
                  <a:pt x="399412" y="26484"/>
                </a:lnTo>
                <a:lnTo>
                  <a:pt x="436821" y="52978"/>
                </a:lnTo>
                <a:lnTo>
                  <a:pt x="475807" y="79478"/>
                </a:lnTo>
                <a:lnTo>
                  <a:pt x="516528" y="105981"/>
                </a:lnTo>
                <a:lnTo>
                  <a:pt x="559141" y="132484"/>
                </a:lnTo>
                <a:lnTo>
                  <a:pt x="603806" y="158984"/>
                </a:lnTo>
                <a:lnTo>
                  <a:pt x="650680" y="185478"/>
                </a:lnTo>
                <a:lnTo>
                  <a:pt x="699922" y="211962"/>
                </a:lnTo>
                <a:lnTo>
                  <a:pt x="740798" y="235552"/>
                </a:lnTo>
                <a:lnTo>
                  <a:pt x="782671" y="259217"/>
                </a:lnTo>
                <a:lnTo>
                  <a:pt x="825541" y="283043"/>
                </a:lnTo>
                <a:lnTo>
                  <a:pt x="869407" y="307113"/>
                </a:lnTo>
                <a:lnTo>
                  <a:pt x="914270" y="331512"/>
                </a:lnTo>
                <a:lnTo>
                  <a:pt x="960129" y="356325"/>
                </a:lnTo>
                <a:lnTo>
                  <a:pt x="1006984" y="381635"/>
                </a:lnTo>
                <a:lnTo>
                  <a:pt x="1054834" y="407527"/>
                </a:lnTo>
                <a:lnTo>
                  <a:pt x="1103680" y="434085"/>
                </a:lnTo>
                <a:lnTo>
                  <a:pt x="1073998" y="479945"/>
                </a:lnTo>
                <a:lnTo>
                  <a:pt x="1045423" y="526515"/>
                </a:lnTo>
                <a:lnTo>
                  <a:pt x="1017798" y="573559"/>
                </a:lnTo>
                <a:lnTo>
                  <a:pt x="990963" y="620841"/>
                </a:lnTo>
                <a:lnTo>
                  <a:pt x="964760" y="668123"/>
                </a:lnTo>
                <a:lnTo>
                  <a:pt x="939029" y="715169"/>
                </a:lnTo>
                <a:lnTo>
                  <a:pt x="913613" y="761742"/>
                </a:lnTo>
                <a:lnTo>
                  <a:pt x="888352" y="807605"/>
                </a:lnTo>
                <a:lnTo>
                  <a:pt x="863142" y="853484"/>
                </a:lnTo>
                <a:lnTo>
                  <a:pt x="838089" y="900192"/>
                </a:lnTo>
                <a:lnTo>
                  <a:pt x="813352" y="947610"/>
                </a:lnTo>
                <a:lnTo>
                  <a:pt x="789089" y="995621"/>
                </a:lnTo>
                <a:lnTo>
                  <a:pt x="765456" y="1044104"/>
                </a:lnTo>
                <a:lnTo>
                  <a:pt x="742612" y="1092943"/>
                </a:lnTo>
                <a:lnTo>
                  <a:pt x="720715" y="1142017"/>
                </a:lnTo>
                <a:lnTo>
                  <a:pt x="699922" y="1191209"/>
                </a:lnTo>
                <a:lnTo>
                  <a:pt x="640754" y="1161141"/>
                </a:lnTo>
                <a:lnTo>
                  <a:pt x="584391" y="1131530"/>
                </a:lnTo>
                <a:lnTo>
                  <a:pt x="530832" y="1102408"/>
                </a:lnTo>
                <a:lnTo>
                  <a:pt x="480076" y="1073812"/>
                </a:lnTo>
                <a:lnTo>
                  <a:pt x="432125" y="1045776"/>
                </a:lnTo>
                <a:lnTo>
                  <a:pt x="386978" y="1018336"/>
                </a:lnTo>
                <a:lnTo>
                  <a:pt x="344635" y="991527"/>
                </a:lnTo>
                <a:lnTo>
                  <a:pt x="305096" y="965384"/>
                </a:lnTo>
                <a:lnTo>
                  <a:pt x="268361" y="939942"/>
                </a:lnTo>
                <a:lnTo>
                  <a:pt x="234430" y="915235"/>
                </a:lnTo>
                <a:lnTo>
                  <a:pt x="203303" y="891300"/>
                </a:lnTo>
                <a:lnTo>
                  <a:pt x="112097" y="801923"/>
                </a:lnTo>
                <a:lnTo>
                  <a:pt x="65619" y="754603"/>
                </a:lnTo>
                <a:lnTo>
                  <a:pt x="36807" y="726213"/>
                </a:lnTo>
                <a:lnTo>
                  <a:pt x="26924" y="716749"/>
                </a:lnTo>
                <a:lnTo>
                  <a:pt x="0" y="726833"/>
                </a:lnTo>
                <a:lnTo>
                  <a:pt x="9971" y="680658"/>
                </a:lnTo>
                <a:lnTo>
                  <a:pt x="25926" y="633363"/>
                </a:lnTo>
                <a:lnTo>
                  <a:pt x="47115" y="585508"/>
                </a:lnTo>
                <a:lnTo>
                  <a:pt x="72790" y="537652"/>
                </a:lnTo>
                <a:lnTo>
                  <a:pt x="102204" y="490357"/>
                </a:lnTo>
                <a:lnTo>
                  <a:pt x="134607" y="444182"/>
                </a:lnTo>
                <a:lnTo>
                  <a:pt x="170499" y="398710"/>
                </a:lnTo>
                <a:lnTo>
                  <a:pt x="197418" y="352962"/>
                </a:lnTo>
                <a:lnTo>
                  <a:pt x="215363" y="306654"/>
                </a:lnTo>
                <a:lnTo>
                  <a:pt x="224336" y="259503"/>
                </a:lnTo>
                <a:lnTo>
                  <a:pt x="224336" y="211228"/>
                </a:lnTo>
                <a:lnTo>
                  <a:pt x="215366" y="161543"/>
                </a:lnTo>
                <a:lnTo>
                  <a:pt x="233448" y="140368"/>
                </a:lnTo>
                <a:lnTo>
                  <a:pt x="249010" y="121110"/>
                </a:lnTo>
                <a:lnTo>
                  <a:pt x="264574" y="101875"/>
                </a:lnTo>
                <a:lnTo>
                  <a:pt x="282663" y="80771"/>
                </a:lnTo>
                <a:lnTo>
                  <a:pt x="302854" y="63882"/>
                </a:lnTo>
                <a:lnTo>
                  <a:pt x="323043" y="44148"/>
                </a:lnTo>
                <a:lnTo>
                  <a:pt x="343232" y="22532"/>
                </a:lnTo>
                <a:lnTo>
                  <a:pt x="363423" y="0"/>
                </a:lnTo>
                <a:close/>
              </a:path>
            </a:pathLst>
          </a:custGeom>
          <a:ln w="3175">
            <a:solidFill>
              <a:srgbClr val="CCEB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81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6.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15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ỨNG </a:t>
            </a:r>
            <a:r>
              <a:rPr sz="3600" spc="-20" dirty="0"/>
              <a:t>DỤNG</a:t>
            </a:r>
            <a:endParaRPr sz="3600"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0203" y="1066800"/>
            <a:ext cx="10756392" cy="54864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A037B0E-BA5C-65B6-0F7B-89582A4625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31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7.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VÀ </a:t>
            </a:r>
            <a:r>
              <a:rPr sz="3600" spc="-10" dirty="0"/>
              <a:t>CLOUD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17605" cy="3258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Điện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toán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đám mây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(Cloud)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 việc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phối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điện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toán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Internet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mức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dụng.</a:t>
            </a:r>
            <a:endParaRPr sz="3200">
              <a:latin typeface="Times New Roman"/>
              <a:cs typeface="Times New Roman"/>
            </a:endParaRPr>
          </a:p>
          <a:p>
            <a:pPr marL="355600" marR="11811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Thay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vì mua,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hữu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 trung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tâm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 vật lý,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người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dùng</a:t>
            </a:r>
            <a:r>
              <a:rPr sz="320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dịch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suất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điện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toán,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kho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 cơ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 từ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nhà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cần.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 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giúp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trở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nên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thi.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644E1-BA25-FB85-42E3-5DED54D29A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31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7.</a:t>
            </a:r>
            <a:r>
              <a:rPr sz="3600" spc="-5" dirty="0"/>
              <a:t> </a:t>
            </a:r>
            <a:r>
              <a:rPr sz="3600" dirty="0"/>
              <a:t>ẢO</a:t>
            </a:r>
            <a:r>
              <a:rPr sz="3600" spc="-20" dirty="0"/>
              <a:t> </a:t>
            </a:r>
            <a:r>
              <a:rPr sz="3600" dirty="0"/>
              <a:t>HÓA</a:t>
            </a:r>
            <a:r>
              <a:rPr sz="3600" spc="-5" dirty="0"/>
              <a:t> </a:t>
            </a:r>
            <a:r>
              <a:rPr sz="3600" dirty="0"/>
              <a:t>VÀ </a:t>
            </a:r>
            <a:r>
              <a:rPr sz="3600" spc="-10" dirty="0"/>
              <a:t>CLOUD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955" cy="4386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Nhà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lập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duy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tâm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của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họ.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môi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trường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nguyên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sở.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Người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dung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lập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mình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những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tài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nguyên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cloud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API.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nhu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sở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hạ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tầng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đáp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ứng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dưới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dạng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dịch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vụ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phần.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89EB8-530F-DEA9-340D-AE0FFD7B99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III.</a:t>
            </a:r>
            <a:r>
              <a:rPr spc="-75" dirty="0"/>
              <a:t> </a:t>
            </a:r>
            <a:r>
              <a:rPr dirty="0"/>
              <a:t>KHẢ</a:t>
            </a:r>
            <a:r>
              <a:rPr spc="-60" dirty="0"/>
              <a:t> </a:t>
            </a:r>
            <a:r>
              <a:rPr dirty="0"/>
              <a:t>NĂNG</a:t>
            </a:r>
            <a:r>
              <a:rPr spc="-60" dirty="0"/>
              <a:t> </a:t>
            </a:r>
            <a:r>
              <a:rPr dirty="0"/>
              <a:t>SỬ</a:t>
            </a:r>
            <a:r>
              <a:rPr spc="-75" dirty="0"/>
              <a:t> </a:t>
            </a:r>
            <a:r>
              <a:rPr dirty="0"/>
              <a:t>DỤNG</a:t>
            </a:r>
            <a:r>
              <a:rPr spc="-50" dirty="0"/>
              <a:t> </a:t>
            </a:r>
            <a:r>
              <a:rPr dirty="0"/>
              <a:t>HỆ</a:t>
            </a:r>
            <a:r>
              <a:rPr spc="-80" dirty="0"/>
              <a:t> </a:t>
            </a:r>
            <a:r>
              <a:rPr dirty="0"/>
              <a:t>THỐNG</a:t>
            </a:r>
            <a:r>
              <a:rPr spc="-75" dirty="0"/>
              <a:t> </a:t>
            </a:r>
            <a:r>
              <a:rPr dirty="0"/>
              <a:t>ẢO</a:t>
            </a:r>
            <a:r>
              <a:rPr spc="-70" dirty="0"/>
              <a:t> </a:t>
            </a:r>
            <a:r>
              <a:rPr dirty="0"/>
              <a:t>CỦA</a:t>
            </a:r>
            <a:r>
              <a:rPr spc="-65" dirty="0"/>
              <a:t> </a:t>
            </a:r>
            <a:r>
              <a:rPr dirty="0"/>
              <a:t>DOANH</a:t>
            </a:r>
            <a:r>
              <a:rPr spc="-75" dirty="0"/>
              <a:t> </a:t>
            </a:r>
            <a:r>
              <a:rPr spc="-10" dirty="0"/>
              <a:t>NGHIỆP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8488" y="1066800"/>
            <a:ext cx="9259823" cy="54864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795C4-6223-0FC0-02D5-038557F4FB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7491" y="1857755"/>
            <a:ext cx="11481816" cy="390448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III.</a:t>
            </a:r>
            <a:r>
              <a:rPr spc="-75" dirty="0"/>
              <a:t> </a:t>
            </a:r>
            <a:r>
              <a:rPr dirty="0"/>
              <a:t>KHẢ</a:t>
            </a:r>
            <a:r>
              <a:rPr spc="-60" dirty="0"/>
              <a:t> </a:t>
            </a:r>
            <a:r>
              <a:rPr dirty="0"/>
              <a:t>NĂNG</a:t>
            </a:r>
            <a:r>
              <a:rPr spc="-60" dirty="0"/>
              <a:t> </a:t>
            </a:r>
            <a:r>
              <a:rPr dirty="0"/>
              <a:t>SỬ</a:t>
            </a:r>
            <a:r>
              <a:rPr spc="-75" dirty="0"/>
              <a:t> </a:t>
            </a:r>
            <a:r>
              <a:rPr dirty="0"/>
              <a:t>DỤNG</a:t>
            </a:r>
            <a:r>
              <a:rPr spc="-50" dirty="0"/>
              <a:t> </a:t>
            </a:r>
            <a:r>
              <a:rPr dirty="0"/>
              <a:t>HỆ</a:t>
            </a:r>
            <a:r>
              <a:rPr spc="-80" dirty="0"/>
              <a:t> </a:t>
            </a:r>
            <a:r>
              <a:rPr dirty="0"/>
              <a:t>THỐNG</a:t>
            </a:r>
            <a:r>
              <a:rPr spc="-75" dirty="0"/>
              <a:t> </a:t>
            </a:r>
            <a:r>
              <a:rPr dirty="0"/>
              <a:t>ẢO</a:t>
            </a:r>
            <a:r>
              <a:rPr spc="-70" dirty="0"/>
              <a:t> </a:t>
            </a:r>
            <a:r>
              <a:rPr dirty="0"/>
              <a:t>CỦA</a:t>
            </a:r>
            <a:r>
              <a:rPr spc="-65" dirty="0"/>
              <a:t> </a:t>
            </a:r>
            <a:r>
              <a:rPr dirty="0"/>
              <a:t>DOANH</a:t>
            </a:r>
            <a:r>
              <a:rPr spc="-75" dirty="0"/>
              <a:t> </a:t>
            </a:r>
            <a:r>
              <a:rPr spc="-10" dirty="0"/>
              <a:t>NGHIỆP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844A8F-81DE-CADC-52E6-B5746F01B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0203" y="1066800"/>
            <a:ext cx="10756392" cy="5486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III.</a:t>
            </a:r>
            <a:r>
              <a:rPr spc="-75" dirty="0"/>
              <a:t> </a:t>
            </a:r>
            <a:r>
              <a:rPr dirty="0"/>
              <a:t>KHẢ</a:t>
            </a:r>
            <a:r>
              <a:rPr spc="-60" dirty="0"/>
              <a:t> </a:t>
            </a:r>
            <a:r>
              <a:rPr dirty="0"/>
              <a:t>NĂNG</a:t>
            </a:r>
            <a:r>
              <a:rPr spc="-60" dirty="0"/>
              <a:t> </a:t>
            </a:r>
            <a:r>
              <a:rPr dirty="0"/>
              <a:t>SỬ</a:t>
            </a:r>
            <a:r>
              <a:rPr spc="-75" dirty="0"/>
              <a:t> </a:t>
            </a:r>
            <a:r>
              <a:rPr dirty="0"/>
              <a:t>DỤNG</a:t>
            </a:r>
            <a:r>
              <a:rPr spc="-50" dirty="0"/>
              <a:t> </a:t>
            </a:r>
            <a:r>
              <a:rPr dirty="0"/>
              <a:t>HỆ</a:t>
            </a:r>
            <a:r>
              <a:rPr spc="-80" dirty="0"/>
              <a:t> </a:t>
            </a:r>
            <a:r>
              <a:rPr dirty="0"/>
              <a:t>THỐNG</a:t>
            </a:r>
            <a:r>
              <a:rPr spc="-75" dirty="0"/>
              <a:t> </a:t>
            </a:r>
            <a:r>
              <a:rPr dirty="0"/>
              <a:t>ẢO</a:t>
            </a:r>
            <a:r>
              <a:rPr spc="-70" dirty="0"/>
              <a:t> </a:t>
            </a:r>
            <a:r>
              <a:rPr dirty="0"/>
              <a:t>CỦA</a:t>
            </a:r>
            <a:r>
              <a:rPr spc="-65" dirty="0"/>
              <a:t> </a:t>
            </a:r>
            <a:r>
              <a:rPr dirty="0"/>
              <a:t>DOANH</a:t>
            </a:r>
            <a:r>
              <a:rPr spc="-75" dirty="0"/>
              <a:t> </a:t>
            </a:r>
            <a:r>
              <a:rPr spc="-10" dirty="0"/>
              <a:t>NGHIỆP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62D3F3-D504-F30C-5D8E-84A8D829D0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1327" y="1461516"/>
            <a:ext cx="9229344" cy="45247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III.</a:t>
            </a:r>
            <a:r>
              <a:rPr spc="-75" dirty="0"/>
              <a:t> </a:t>
            </a:r>
            <a:r>
              <a:rPr dirty="0"/>
              <a:t>KHẢ</a:t>
            </a:r>
            <a:r>
              <a:rPr spc="-60" dirty="0"/>
              <a:t> </a:t>
            </a:r>
            <a:r>
              <a:rPr dirty="0"/>
              <a:t>NĂNG</a:t>
            </a:r>
            <a:r>
              <a:rPr spc="-60" dirty="0"/>
              <a:t> </a:t>
            </a:r>
            <a:r>
              <a:rPr dirty="0"/>
              <a:t>SỬ</a:t>
            </a:r>
            <a:r>
              <a:rPr spc="-75" dirty="0"/>
              <a:t> </a:t>
            </a:r>
            <a:r>
              <a:rPr dirty="0"/>
              <a:t>DỤNG</a:t>
            </a:r>
            <a:r>
              <a:rPr spc="-50" dirty="0"/>
              <a:t> </a:t>
            </a:r>
            <a:r>
              <a:rPr dirty="0"/>
              <a:t>HỆ</a:t>
            </a:r>
            <a:r>
              <a:rPr spc="-80" dirty="0"/>
              <a:t> </a:t>
            </a:r>
            <a:r>
              <a:rPr dirty="0"/>
              <a:t>THỐNG</a:t>
            </a:r>
            <a:r>
              <a:rPr spc="-75" dirty="0"/>
              <a:t> </a:t>
            </a:r>
            <a:r>
              <a:rPr dirty="0"/>
              <a:t>ẢO</a:t>
            </a:r>
            <a:r>
              <a:rPr spc="-70" dirty="0"/>
              <a:t> </a:t>
            </a:r>
            <a:r>
              <a:rPr dirty="0"/>
              <a:t>CỦA</a:t>
            </a:r>
            <a:r>
              <a:rPr spc="-65" dirty="0"/>
              <a:t> </a:t>
            </a:r>
            <a:r>
              <a:rPr dirty="0"/>
              <a:t>DOANH</a:t>
            </a:r>
            <a:r>
              <a:rPr spc="-75" dirty="0"/>
              <a:t> </a:t>
            </a:r>
            <a:r>
              <a:rPr spc="-10" dirty="0"/>
              <a:t>NGHIỆP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C007498-A25D-7147-3D1E-D20E06D1B9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9890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9044" y="1028700"/>
            <a:ext cx="6524244" cy="5486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8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III.</a:t>
            </a:r>
            <a:r>
              <a:rPr spc="-75" dirty="0"/>
              <a:t> </a:t>
            </a:r>
            <a:r>
              <a:rPr dirty="0"/>
              <a:t>KHẢ</a:t>
            </a:r>
            <a:r>
              <a:rPr spc="-60" dirty="0"/>
              <a:t> </a:t>
            </a:r>
            <a:r>
              <a:rPr dirty="0"/>
              <a:t>NĂNG</a:t>
            </a:r>
            <a:r>
              <a:rPr spc="-60" dirty="0"/>
              <a:t> </a:t>
            </a:r>
            <a:r>
              <a:rPr dirty="0"/>
              <a:t>SỬ</a:t>
            </a:r>
            <a:r>
              <a:rPr spc="-75" dirty="0"/>
              <a:t> </a:t>
            </a:r>
            <a:r>
              <a:rPr dirty="0"/>
              <a:t>DỤNG</a:t>
            </a:r>
            <a:r>
              <a:rPr spc="-50" dirty="0"/>
              <a:t> </a:t>
            </a:r>
            <a:r>
              <a:rPr dirty="0"/>
              <a:t>HỆ</a:t>
            </a:r>
            <a:r>
              <a:rPr spc="-80" dirty="0"/>
              <a:t> </a:t>
            </a:r>
            <a:r>
              <a:rPr dirty="0"/>
              <a:t>THỐNG</a:t>
            </a:r>
            <a:r>
              <a:rPr spc="-75" dirty="0"/>
              <a:t> </a:t>
            </a:r>
            <a:r>
              <a:rPr dirty="0"/>
              <a:t>ẢO</a:t>
            </a:r>
            <a:r>
              <a:rPr spc="-70" dirty="0"/>
              <a:t> </a:t>
            </a:r>
            <a:r>
              <a:rPr dirty="0"/>
              <a:t>CỦA</a:t>
            </a:r>
            <a:r>
              <a:rPr spc="-65" dirty="0"/>
              <a:t> </a:t>
            </a:r>
            <a:r>
              <a:rPr dirty="0"/>
              <a:t>DOANH</a:t>
            </a:r>
            <a:r>
              <a:rPr spc="-75" dirty="0"/>
              <a:t> </a:t>
            </a:r>
            <a:r>
              <a:rPr spc="-10" dirty="0"/>
              <a:t>NGHIỆP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FD8012-69F0-BD39-A56C-9A825AD954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" y="6629398"/>
              <a:ext cx="12187427" cy="2285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38172" y="1066800"/>
            <a:ext cx="8220456" cy="54864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3C9B2-5757-E5B9-C385-4A0E888044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3006</Words>
  <Application>Microsoft Office PowerPoint</Application>
  <PresentationFormat>Widescreen</PresentationFormat>
  <Paragraphs>206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NỘI DUNG</vt:lpstr>
      <vt:lpstr>I. MỘT SỐ KHÁI NIỆM</vt:lpstr>
      <vt:lpstr>1. ẢO HÓA LÀ GÌ?</vt:lpstr>
      <vt:lpstr>1. ẢO HÓA LÀ GÌ?</vt:lpstr>
      <vt:lpstr>1. ẢO HÓA LÀ GÌ?</vt:lpstr>
      <vt:lpstr>1. ẢO HÓA LÀ GÌ?</vt:lpstr>
      <vt:lpstr>2. LỊCH SỬ ẢO HÓA</vt:lpstr>
      <vt:lpstr>2. LỊCH SỬ ẢO HÓA</vt:lpstr>
      <vt:lpstr>2. LỊCH SỬ ẢO HÓA</vt:lpstr>
      <vt:lpstr>2. LỊCH SỬ ẢO HÓA</vt:lpstr>
      <vt:lpstr>3. SỰ QUAN TRỌNG CỦA ẢO HÓA</vt:lpstr>
      <vt:lpstr>3. SỰ QUAN TRỌNG CỦA ẢO HÓA</vt:lpstr>
      <vt:lpstr>3. SỰ QUAN TRỌNG CỦA ẢO HÓA</vt:lpstr>
      <vt:lpstr>4. ƯU VÀ NHƯỢC ĐIỂM CỦA ẢO HÓA</vt:lpstr>
      <vt:lpstr>4. ƯU VÀ NHƯỢC ĐIỂM CỦA ẢO HÓA</vt:lpstr>
      <vt:lpstr>5. NGUYÊN LÝ HOẠT ĐỘNG</vt:lpstr>
      <vt:lpstr>5. NGUYÊN LÝ HOẠT ĐỘNG</vt:lpstr>
      <vt:lpstr>5. NGUYÊN LÝ HOẠT ĐỘNG</vt:lpstr>
      <vt:lpstr>ẢO HÓA CỦA VMWARE</vt:lpstr>
      <vt:lpstr>ẢO HÓA CỦA VMWARE</vt:lpstr>
      <vt:lpstr>5. NGUYÊN LÝ HOẠT ĐỘNG</vt:lpstr>
      <vt:lpstr>5. NGUYÊN LÝ HOẠT ĐỘNG</vt:lpstr>
      <vt:lpstr>5. NGUYÊN LÝ HOẠT ĐỘNG</vt:lpstr>
      <vt:lpstr>5. NGUYÊN LÝ HOẠT ĐỘNG</vt:lpstr>
      <vt:lpstr>II. CÁC LĨNH VỰC CỦA ẢO HÓA</vt:lpstr>
      <vt:lpstr>1. ẢO HÓA MẠNG</vt:lpstr>
      <vt:lpstr>1. ẢO HÓA MẠNG</vt:lpstr>
      <vt:lpstr>1. ẢO HÓA MẠNG</vt:lpstr>
      <vt:lpstr>1. ẢO HÓA MẠNG</vt:lpstr>
      <vt:lpstr>2. ẢO HÓA SERVER</vt:lpstr>
      <vt:lpstr>2. ẢO HÓA SERVER</vt:lpstr>
      <vt:lpstr>2. ẢO HÓA SERVER</vt:lpstr>
      <vt:lpstr>2. ẢO HÓA SERVER</vt:lpstr>
      <vt:lpstr>3. ẢO HÓA KHO LƯU TRỮ</vt:lpstr>
      <vt:lpstr>3. ẢO HÓA KHO LƯU TRỮ</vt:lpstr>
      <vt:lpstr>4. ẢO HÓA DỮ LIỆU</vt:lpstr>
      <vt:lpstr>4. ẢO HÓA DỮ LIỆU</vt:lpstr>
      <vt:lpstr>5. ẢO HÓA DESKTOP</vt:lpstr>
      <vt:lpstr>5. ẢO HÓA DESKTOP</vt:lpstr>
      <vt:lpstr>6. ẢO HÓA ỨNG DỤNG</vt:lpstr>
      <vt:lpstr>6. ẢO HÓA ỨNG DỤNG</vt:lpstr>
      <vt:lpstr>7. ẢO HÓA VÀ CLOUD</vt:lpstr>
      <vt:lpstr>7. ẢO HÓA VÀ CLOUD</vt:lpstr>
      <vt:lpstr>III. KHẢ NĂNG SỬ DỤNG HỆ THỐNG ẢO CỦA DOANH NGHIỆP</vt:lpstr>
      <vt:lpstr>III. KHẢ NĂNG SỬ DỤNG HỆ THỐNG ẢO CỦA DOANH NGHIỆP</vt:lpstr>
      <vt:lpstr>III. KHẢ NĂNG SỬ DỤNG HỆ THỐNG ẢO CỦA DOANH NGHIỆP</vt:lpstr>
      <vt:lpstr>III. KHẢ NĂNG SỬ DỤNG HỆ THỐNG ẢO CỦA DOANH NGHIỆP</vt:lpstr>
      <vt:lpstr>III. KHẢ NĂNG SỬ DỤNG HỆ THỐNG ẢO CỦA DOANH NGHIỆP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ẢO HÓA VÀ KHẢ NĂNG MỞ RỘNG DỮ LIỆU</dc:title>
  <dc:creator>huan luong</dc:creator>
  <cp:lastModifiedBy>Hoàng Đình Hạnh</cp:lastModifiedBy>
  <cp:revision>2</cp:revision>
  <dcterms:created xsi:type="dcterms:W3CDTF">2024-08-06T04:55:01Z</dcterms:created>
  <dcterms:modified xsi:type="dcterms:W3CDTF">2024-12-26T00:42:08Z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2024-08-06T00:00:00Z</vt:filetime>
  </property>
  <property fmtid="{D5CDD505-2E9C-101B-9397-08002B2CF9AE}" pid="5" name="Producer">
    <vt:lpwstr>3-Heights(TM) PDF Security Shell 4.8.25.2 (http://www.pdf-tools.com)</vt:lpwstr>
  </property>
</Properties>
</file>