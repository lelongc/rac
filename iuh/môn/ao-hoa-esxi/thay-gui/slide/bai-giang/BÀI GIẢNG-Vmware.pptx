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1.xml" ContentType="application/vnd.openxmlformats-officedocument.themeOverr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handoutMasterIdLst>
    <p:handoutMasterId r:id="rId75"/>
  </p:handoutMasterIdLst>
  <p:sldIdLst>
    <p:sldId id="263" r:id="rId2"/>
    <p:sldId id="258" r:id="rId3"/>
    <p:sldId id="259" r:id="rId4"/>
    <p:sldId id="260" r:id="rId5"/>
    <p:sldId id="270" r:id="rId6"/>
    <p:sldId id="271" r:id="rId7"/>
    <p:sldId id="284" r:id="rId8"/>
    <p:sldId id="282" r:id="rId9"/>
    <p:sldId id="285" r:id="rId10"/>
    <p:sldId id="286" r:id="rId11"/>
    <p:sldId id="289" r:id="rId12"/>
    <p:sldId id="287" r:id="rId13"/>
    <p:sldId id="288" r:id="rId14"/>
    <p:sldId id="290" r:id="rId15"/>
    <p:sldId id="267" r:id="rId16"/>
    <p:sldId id="291" r:id="rId17"/>
    <p:sldId id="292" r:id="rId18"/>
    <p:sldId id="293" r:id="rId19"/>
    <p:sldId id="294" r:id="rId20"/>
    <p:sldId id="268" r:id="rId21"/>
    <p:sldId id="310" r:id="rId22"/>
    <p:sldId id="334" r:id="rId23"/>
    <p:sldId id="335" r:id="rId24"/>
    <p:sldId id="336" r:id="rId25"/>
    <p:sldId id="275" r:id="rId26"/>
    <p:sldId id="276" r:id="rId27"/>
    <p:sldId id="295" r:id="rId28"/>
    <p:sldId id="297" r:id="rId29"/>
    <p:sldId id="298" r:id="rId30"/>
    <p:sldId id="299" r:id="rId31"/>
    <p:sldId id="300" r:id="rId32"/>
    <p:sldId id="301" r:id="rId33"/>
    <p:sldId id="302" r:id="rId34"/>
    <p:sldId id="303" r:id="rId35"/>
    <p:sldId id="304" r:id="rId36"/>
    <p:sldId id="305" r:id="rId37"/>
    <p:sldId id="277" r:id="rId38"/>
    <p:sldId id="306" r:id="rId39"/>
    <p:sldId id="278" r:id="rId40"/>
    <p:sldId id="307" r:id="rId41"/>
    <p:sldId id="308" r:id="rId42"/>
    <p:sldId id="309" r:id="rId43"/>
    <p:sldId id="311" r:id="rId44"/>
    <p:sldId id="316" r:id="rId45"/>
    <p:sldId id="317" r:id="rId46"/>
    <p:sldId id="312" r:id="rId47"/>
    <p:sldId id="318" r:id="rId48"/>
    <p:sldId id="313" r:id="rId49"/>
    <p:sldId id="319" r:id="rId50"/>
    <p:sldId id="320" r:id="rId51"/>
    <p:sldId id="314" r:id="rId52"/>
    <p:sldId id="315" r:id="rId53"/>
    <p:sldId id="337" r:id="rId54"/>
    <p:sldId id="280" r:id="rId55"/>
    <p:sldId id="273" r:id="rId56"/>
    <p:sldId id="322" r:id="rId57"/>
    <p:sldId id="321" r:id="rId58"/>
    <p:sldId id="323" r:id="rId59"/>
    <p:sldId id="341" r:id="rId60"/>
    <p:sldId id="340" r:id="rId61"/>
    <p:sldId id="324" r:id="rId62"/>
    <p:sldId id="338" r:id="rId63"/>
    <p:sldId id="325" r:id="rId64"/>
    <p:sldId id="327" r:id="rId65"/>
    <p:sldId id="329" r:id="rId66"/>
    <p:sldId id="328" r:id="rId67"/>
    <p:sldId id="330" r:id="rId68"/>
    <p:sldId id="331" r:id="rId69"/>
    <p:sldId id="332" r:id="rId70"/>
    <p:sldId id="333" r:id="rId71"/>
    <p:sldId id="339" r:id="rId72"/>
    <p:sldId id="262"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3262C89-4DEB-492B-82B7-098B3CD3C201}">
          <p14:sldIdLst>
            <p14:sldId id="263"/>
            <p14:sldId id="258"/>
            <p14:sldId id="259"/>
            <p14:sldId id="260"/>
            <p14:sldId id="270"/>
            <p14:sldId id="271"/>
            <p14:sldId id="284"/>
            <p14:sldId id="282"/>
            <p14:sldId id="285"/>
            <p14:sldId id="286"/>
            <p14:sldId id="289"/>
            <p14:sldId id="287"/>
            <p14:sldId id="288"/>
            <p14:sldId id="290"/>
            <p14:sldId id="267"/>
            <p14:sldId id="291"/>
            <p14:sldId id="292"/>
            <p14:sldId id="293"/>
            <p14:sldId id="294"/>
            <p14:sldId id="268"/>
            <p14:sldId id="310"/>
            <p14:sldId id="334"/>
            <p14:sldId id="335"/>
            <p14:sldId id="336"/>
            <p14:sldId id="275"/>
            <p14:sldId id="276"/>
            <p14:sldId id="295"/>
            <p14:sldId id="297"/>
            <p14:sldId id="298"/>
            <p14:sldId id="299"/>
            <p14:sldId id="300"/>
            <p14:sldId id="301"/>
            <p14:sldId id="302"/>
            <p14:sldId id="303"/>
            <p14:sldId id="304"/>
            <p14:sldId id="305"/>
            <p14:sldId id="277"/>
            <p14:sldId id="306"/>
            <p14:sldId id="278"/>
            <p14:sldId id="307"/>
            <p14:sldId id="308"/>
            <p14:sldId id="309"/>
            <p14:sldId id="311"/>
            <p14:sldId id="316"/>
            <p14:sldId id="317"/>
            <p14:sldId id="312"/>
            <p14:sldId id="318"/>
            <p14:sldId id="313"/>
            <p14:sldId id="319"/>
            <p14:sldId id="320"/>
            <p14:sldId id="314"/>
            <p14:sldId id="315"/>
            <p14:sldId id="337"/>
            <p14:sldId id="280"/>
            <p14:sldId id="273"/>
            <p14:sldId id="322"/>
            <p14:sldId id="321"/>
            <p14:sldId id="323"/>
            <p14:sldId id="341"/>
            <p14:sldId id="340"/>
            <p14:sldId id="324"/>
            <p14:sldId id="338"/>
            <p14:sldId id="325"/>
            <p14:sldId id="327"/>
            <p14:sldId id="329"/>
            <p14:sldId id="328"/>
            <p14:sldId id="330"/>
            <p14:sldId id="331"/>
            <p14:sldId id="332"/>
            <p14:sldId id="333"/>
            <p14:sldId id="339"/>
            <p14:sldId id="26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39933"/>
    <a:srgbClr val="005FAF"/>
    <a:srgbClr val="226AB2"/>
    <a:srgbClr val="0063B5"/>
    <a:srgbClr val="0060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065511-A5E3-4F49-9DB7-F2378F48ADA8}" v="249" dt="2022-09-22T07:23:25.481"/>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66" d="100"/>
          <a:sy n="66" d="100"/>
        </p:scale>
        <p:origin x="547" y="48"/>
      </p:cViewPr>
      <p:guideLst>
        <p:guide orient="horz" pos="2160"/>
        <p:guide pos="3840"/>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o Nguyen Thai Hoang" userId="93dd8769-9521-4484-97a9-0773a126d2d7" providerId="ADAL" clId="{2706DC88-44B0-4ED2-AC37-35F290E1629D}"/>
    <pc:docChg chg="custSel modSld">
      <pc:chgData name="Ngo Nguyen Thai Hoang" userId="93dd8769-9521-4484-97a9-0773a126d2d7" providerId="ADAL" clId="{2706DC88-44B0-4ED2-AC37-35F290E1629D}" dt="2022-09-22T07:57:55.178" v="0" actId="478"/>
      <pc:docMkLst>
        <pc:docMk/>
      </pc:docMkLst>
      <pc:sldChg chg="delSp mod delAnim">
        <pc:chgData name="Ngo Nguyen Thai Hoang" userId="93dd8769-9521-4484-97a9-0773a126d2d7" providerId="ADAL" clId="{2706DC88-44B0-4ED2-AC37-35F290E1629D}" dt="2022-09-22T07:57:55.178" v="0" actId="478"/>
        <pc:sldMkLst>
          <pc:docMk/>
          <pc:sldMk cId="451527363" sldId="263"/>
        </pc:sldMkLst>
        <pc:picChg chg="del">
          <ac:chgData name="Ngo Nguyen Thai Hoang" userId="93dd8769-9521-4484-97a9-0773a126d2d7" providerId="ADAL" clId="{2706DC88-44B0-4ED2-AC37-35F290E1629D}" dt="2022-09-22T07:57:55.178" v="0" actId="478"/>
          <ac:picMkLst>
            <pc:docMk/>
            <pc:sldMk cId="451527363" sldId="263"/>
            <ac:picMk id="9" creationId="{010140EA-C1BD-D1A0-E59B-79EC50DCB87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18C872-5321-4E62-B4CC-16D9A0FF2BAF}" type="doc">
      <dgm:prSet loTypeId="urn:microsoft.com/office/officeart/2008/layout/VerticalCurvedList" loCatId="list" qsTypeId="urn:microsoft.com/office/officeart/2005/8/quickstyle/3d1" qsCatId="3D" csTypeId="urn:microsoft.com/office/officeart/2005/8/colors/accent1_2" csCatId="accent1" phldr="1"/>
      <dgm:spPr/>
      <dgm:t>
        <a:bodyPr/>
        <a:lstStyle/>
        <a:p>
          <a:endParaRPr lang="en-US"/>
        </a:p>
      </dgm:t>
    </dgm:pt>
    <dgm:pt modelId="{F284E1D7-934B-4CCF-B1A5-7D393957E493}">
      <dgm:prSet phldrT="[Text]" custT="1"/>
      <dgm:spPr>
        <a:xfrm>
          <a:off x="495045" y="328637"/>
          <a:ext cx="6952041" cy="657696"/>
        </a:xfrm>
        <a:prstGeom prst="rect">
          <a:avLst/>
        </a:prstGeom>
        <a:scene3d>
          <a:camera prst="orthographicFront"/>
          <a:lightRig rig="flat" dir="t"/>
        </a:scene3d>
        <a:sp3d prstMaterial="plastic">
          <a:bevelT w="120900" h="88900"/>
          <a:bevelB w="88900" h="31750" prst="angle"/>
        </a:sp3d>
      </dgm:spPr>
      <dgm:t>
        <a:bodyPr/>
        <a:lstStyle/>
        <a:p>
          <a:pPr>
            <a:buNone/>
          </a:pPr>
          <a:r>
            <a:rPr lang="en-US" sz="2000" dirty="0" err="1">
              <a:latin typeface="+mn-lt"/>
              <a:ea typeface="+mn-ea"/>
              <a:cs typeface="+mn-cs"/>
            </a:rPr>
            <a:t>Hiểu</a:t>
          </a:r>
          <a:r>
            <a:rPr lang="en-US" sz="2000" dirty="0">
              <a:latin typeface="+mn-lt"/>
              <a:ea typeface="+mn-ea"/>
              <a:cs typeface="+mn-cs"/>
            </a:rPr>
            <a:t> </a:t>
          </a:r>
          <a:r>
            <a:rPr lang="en-US" sz="2000" dirty="0" err="1">
              <a:latin typeface="+mn-lt"/>
              <a:ea typeface="+mn-ea"/>
              <a:cs typeface="+mn-cs"/>
            </a:rPr>
            <a:t>được</a:t>
          </a:r>
          <a:r>
            <a:rPr lang="en-US" sz="2000" dirty="0">
              <a:latin typeface="+mn-lt"/>
              <a:ea typeface="+mn-ea"/>
              <a:cs typeface="+mn-cs"/>
            </a:rPr>
            <a:t> </a:t>
          </a:r>
          <a:r>
            <a:rPr lang="en-US" sz="2000" dirty="0" err="1">
              <a:latin typeface="+mn-lt"/>
              <a:ea typeface="+mn-ea"/>
              <a:cs typeface="+mn-cs"/>
            </a:rPr>
            <a:t>công</a:t>
          </a:r>
          <a:r>
            <a:rPr lang="en-US" sz="2000" dirty="0">
              <a:latin typeface="+mn-lt"/>
              <a:ea typeface="+mn-ea"/>
              <a:cs typeface="+mn-cs"/>
            </a:rPr>
            <a:t> </a:t>
          </a:r>
          <a:r>
            <a:rPr lang="en-US" sz="2000" dirty="0" err="1">
              <a:latin typeface="+mn-lt"/>
              <a:ea typeface="+mn-ea"/>
              <a:cs typeface="+mn-cs"/>
            </a:rPr>
            <a:t>nghệ</a:t>
          </a:r>
          <a:r>
            <a:rPr lang="en-US" sz="2000" dirty="0">
              <a:latin typeface="+mn-lt"/>
              <a:ea typeface="+mn-ea"/>
              <a:cs typeface="+mn-cs"/>
            </a:rPr>
            <a:t> </a:t>
          </a:r>
          <a:r>
            <a:rPr lang="en-US" sz="2000" dirty="0" err="1">
              <a:latin typeface="+mn-lt"/>
              <a:ea typeface="+mn-ea"/>
              <a:cs typeface="+mn-cs"/>
            </a:rPr>
            <a:t>ảo</a:t>
          </a:r>
          <a:r>
            <a:rPr lang="en-US" sz="2000" dirty="0">
              <a:latin typeface="+mn-lt"/>
              <a:ea typeface="+mn-ea"/>
              <a:cs typeface="+mn-cs"/>
            </a:rPr>
            <a:t> </a:t>
          </a:r>
          <a:r>
            <a:rPr lang="en-US" sz="2000" dirty="0" err="1">
              <a:latin typeface="+mn-lt"/>
              <a:ea typeface="+mn-ea"/>
              <a:cs typeface="+mn-cs"/>
            </a:rPr>
            <a:t>hóa</a:t>
          </a:r>
          <a:r>
            <a:rPr lang="en-US" sz="2000" dirty="0">
              <a:latin typeface="+mn-lt"/>
              <a:ea typeface="+mn-ea"/>
              <a:cs typeface="+mn-cs"/>
            </a:rPr>
            <a:t> </a:t>
          </a:r>
          <a:r>
            <a:rPr lang="en-US" sz="2000" dirty="0" err="1">
              <a:latin typeface="+mn-lt"/>
              <a:ea typeface="+mn-ea"/>
              <a:cs typeface="+mn-cs"/>
            </a:rPr>
            <a:t>và</a:t>
          </a:r>
          <a:r>
            <a:rPr lang="en-US" sz="2000" dirty="0">
              <a:latin typeface="+mn-lt"/>
              <a:ea typeface="+mn-ea"/>
              <a:cs typeface="+mn-cs"/>
            </a:rPr>
            <a:t> </a:t>
          </a:r>
          <a:r>
            <a:rPr lang="en-US" sz="2000" dirty="0" err="1">
              <a:latin typeface="+mn-lt"/>
              <a:ea typeface="+mn-ea"/>
              <a:cs typeface="+mn-cs"/>
            </a:rPr>
            <a:t>máy</a:t>
          </a:r>
          <a:r>
            <a:rPr lang="en-US" sz="2000" dirty="0">
              <a:latin typeface="+mn-lt"/>
              <a:ea typeface="+mn-ea"/>
              <a:cs typeface="+mn-cs"/>
            </a:rPr>
            <a:t> </a:t>
          </a:r>
          <a:r>
            <a:rPr lang="en-US" sz="2000" dirty="0" err="1">
              <a:latin typeface="+mn-lt"/>
              <a:ea typeface="+mn-ea"/>
              <a:cs typeface="+mn-cs"/>
            </a:rPr>
            <a:t>ảo</a:t>
          </a:r>
          <a:endParaRPr lang="en-US" sz="2000" b="0" dirty="0">
            <a:latin typeface="+mn-lt"/>
            <a:ea typeface="+mn-ea"/>
            <a:cs typeface="+mn-cs"/>
          </a:endParaRPr>
        </a:p>
      </dgm:t>
    </dgm:pt>
    <dgm:pt modelId="{3BA75D24-094F-4578-AD78-26FB116FBE0D}" type="parTrans" cxnId="{FEB77023-03B5-411F-B8B6-CFCF19173CA4}">
      <dgm:prSet/>
      <dgm:spPr/>
      <dgm:t>
        <a:bodyPr/>
        <a:lstStyle/>
        <a:p>
          <a:endParaRPr lang="en-US" sz="2400"/>
        </a:p>
      </dgm:t>
    </dgm:pt>
    <dgm:pt modelId="{3031653A-D13D-44B8-A107-BCBD97F0BA1D}" type="sibTrans" cxnId="{FEB77023-03B5-411F-B8B6-CFCF19173CA4}">
      <dgm:prSet/>
      <dgm:spPr>
        <a:xfrm>
          <a:off x="-5947342" y="-910100"/>
          <a:ext cx="7080090" cy="7080090"/>
        </a:xfrm>
        <a:prstGeom prst="blockArc">
          <a:avLst>
            <a:gd name="adj1" fmla="val 18900000"/>
            <a:gd name="adj2" fmla="val 2700000"/>
            <a:gd name="adj3" fmla="val 305"/>
          </a:avLst>
        </a:prstGeom>
        <a:scene3d>
          <a:camera prst="orthographicFront"/>
          <a:lightRig rig="flat" dir="t"/>
        </a:scene3d>
        <a:sp3d prstMaterial="matte"/>
      </dgm:spPr>
      <dgm:t>
        <a:bodyPr/>
        <a:lstStyle/>
        <a:p>
          <a:endParaRPr lang="en-US" sz="2400"/>
        </a:p>
      </dgm:t>
    </dgm:pt>
    <dgm:pt modelId="{D57A994D-AF5C-41E6-A026-1A3916986EA8}">
      <dgm:prSet phldrT="[Text]" custT="1"/>
      <dgm:spPr>
        <a:xfrm>
          <a:off x="966331" y="1314867"/>
          <a:ext cx="6480754" cy="657696"/>
        </a:xfrm>
        <a:prstGeom prst="rect">
          <a:avLst/>
        </a:prstGeom>
        <a:scene3d>
          <a:camera prst="orthographicFront"/>
          <a:lightRig rig="flat" dir="t"/>
        </a:scene3d>
        <a:sp3d prstMaterial="plastic">
          <a:bevelT w="120900" h="88900"/>
          <a:bevelB w="88900" h="31750" prst="angle"/>
        </a:sp3d>
      </dgm:spPr>
      <dgm:t>
        <a:bodyPr/>
        <a:lstStyle/>
        <a:p>
          <a:pPr>
            <a:buNone/>
          </a:pPr>
          <a:r>
            <a:rPr lang="vi-VN" sz="2000" b="0" kern="1200" dirty="0">
              <a:latin typeface="+mn-lt"/>
              <a:ea typeface="+mn-ea"/>
              <a:cs typeface="+mn-cs"/>
            </a:rPr>
            <a:t>Giải thích được được các khái niệm ảo hóa server, network và storage</a:t>
          </a:r>
          <a:endParaRPr lang="en-US" sz="2000" b="0" kern="1200" dirty="0">
            <a:latin typeface="+mn-lt"/>
            <a:ea typeface="+mn-ea"/>
            <a:cs typeface="+mn-cs"/>
          </a:endParaRPr>
        </a:p>
      </dgm:t>
    </dgm:pt>
    <dgm:pt modelId="{1B719179-E41A-427C-98F6-0767E0D76D8A}" type="parTrans" cxnId="{4C3677C6-B438-45EB-8E09-828FEFC036BB}">
      <dgm:prSet/>
      <dgm:spPr/>
      <dgm:t>
        <a:bodyPr/>
        <a:lstStyle/>
        <a:p>
          <a:endParaRPr lang="en-US" sz="2400"/>
        </a:p>
      </dgm:t>
    </dgm:pt>
    <dgm:pt modelId="{FCFF89B4-675E-4FF8-B667-F22E3A6AAF98}" type="sibTrans" cxnId="{4C3677C6-B438-45EB-8E09-828FEFC036BB}">
      <dgm:prSet/>
      <dgm:spPr/>
      <dgm:t>
        <a:bodyPr/>
        <a:lstStyle/>
        <a:p>
          <a:endParaRPr lang="en-US" sz="2400"/>
        </a:p>
      </dgm:t>
    </dgm:pt>
    <dgm:pt modelId="{E93C7B7C-03FB-499C-A4F7-96C187E0BACA}">
      <dgm:prSet phldrT="[Text]" custT="1"/>
      <dgm:spPr>
        <a:xfrm>
          <a:off x="966331" y="3287325"/>
          <a:ext cx="6480754" cy="657696"/>
        </a:xfrm>
        <a:prstGeom prst="rect">
          <a:avLst/>
        </a:prstGeom>
        <a:scene3d>
          <a:camera prst="orthographicFront"/>
          <a:lightRig rig="flat" dir="t"/>
        </a:scene3d>
        <a:sp3d prstMaterial="plastic">
          <a:bevelT w="120900" h="88900"/>
          <a:bevelB w="88900" h="31750" prst="angle"/>
        </a:sp3d>
      </dgm:spPr>
      <dgm:t>
        <a:bodyPr/>
        <a:lstStyle/>
        <a:p>
          <a:pPr>
            <a:buNone/>
          </a:pPr>
          <a:r>
            <a:rPr lang="en-US" sz="2000" err="1">
              <a:latin typeface="+mn-lt"/>
              <a:ea typeface="+mn-ea"/>
              <a:cs typeface="+mn-cs"/>
            </a:rPr>
            <a:t>Sử</a:t>
          </a:r>
          <a:r>
            <a:rPr lang="en-US" sz="2000">
              <a:latin typeface="+mn-lt"/>
              <a:ea typeface="+mn-ea"/>
              <a:cs typeface="+mn-cs"/>
            </a:rPr>
            <a:t> </a:t>
          </a:r>
          <a:r>
            <a:rPr lang="en-US" sz="2000" err="1">
              <a:latin typeface="+mn-lt"/>
              <a:ea typeface="+mn-ea"/>
              <a:cs typeface="+mn-cs"/>
            </a:rPr>
            <a:t>dụng</a:t>
          </a:r>
          <a:r>
            <a:rPr lang="en-US" sz="2000">
              <a:latin typeface="+mn-lt"/>
              <a:ea typeface="+mn-ea"/>
              <a:cs typeface="+mn-cs"/>
            </a:rPr>
            <a:t> </a:t>
          </a:r>
          <a:r>
            <a:rPr lang="en-US" sz="2000" err="1">
              <a:latin typeface="+mn-lt"/>
              <a:ea typeface="+mn-ea"/>
              <a:cs typeface="+mn-cs"/>
            </a:rPr>
            <a:t>vsphere</a:t>
          </a:r>
          <a:r>
            <a:rPr lang="en-US" sz="2000">
              <a:latin typeface="+mn-lt"/>
              <a:ea typeface="+mn-ea"/>
              <a:cs typeface="+mn-cs"/>
            </a:rPr>
            <a:t> client </a:t>
          </a:r>
          <a:r>
            <a:rPr lang="en-US" sz="2000" err="1">
              <a:latin typeface="+mn-lt"/>
              <a:ea typeface="+mn-ea"/>
              <a:cs typeface="+mn-cs"/>
            </a:rPr>
            <a:t>để</a:t>
          </a:r>
          <a:r>
            <a:rPr lang="en-US" sz="2000">
              <a:latin typeface="+mn-lt"/>
              <a:ea typeface="+mn-ea"/>
              <a:cs typeface="+mn-cs"/>
            </a:rPr>
            <a:t> </a:t>
          </a:r>
          <a:r>
            <a:rPr lang="en-US" sz="2000" err="1">
              <a:latin typeface="+mn-lt"/>
              <a:ea typeface="+mn-ea"/>
              <a:cs typeface="+mn-cs"/>
            </a:rPr>
            <a:t>quản</a:t>
          </a:r>
          <a:r>
            <a:rPr lang="en-US" sz="2000">
              <a:latin typeface="+mn-lt"/>
              <a:ea typeface="+mn-ea"/>
              <a:cs typeface="+mn-cs"/>
            </a:rPr>
            <a:t> </a:t>
          </a:r>
          <a:r>
            <a:rPr lang="en-US" sz="2000" err="1">
              <a:latin typeface="+mn-lt"/>
              <a:ea typeface="+mn-ea"/>
              <a:cs typeface="+mn-cs"/>
            </a:rPr>
            <a:t>lý</a:t>
          </a:r>
          <a:r>
            <a:rPr lang="en-US" sz="2000">
              <a:latin typeface="+mn-lt"/>
              <a:ea typeface="+mn-ea"/>
              <a:cs typeface="+mn-cs"/>
            </a:rPr>
            <a:t>, </a:t>
          </a:r>
          <a:r>
            <a:rPr lang="en-US" sz="2000" err="1">
              <a:latin typeface="+mn-lt"/>
              <a:ea typeface="+mn-ea"/>
              <a:cs typeface="+mn-cs"/>
            </a:rPr>
            <a:t>cấu</a:t>
          </a:r>
          <a:r>
            <a:rPr lang="en-US" sz="2000">
              <a:latin typeface="+mn-lt"/>
              <a:ea typeface="+mn-ea"/>
              <a:cs typeface="+mn-cs"/>
            </a:rPr>
            <a:t> </a:t>
          </a:r>
          <a:r>
            <a:rPr lang="en-US" sz="2000" err="1">
              <a:latin typeface="+mn-lt"/>
              <a:ea typeface="+mn-ea"/>
              <a:cs typeface="+mn-cs"/>
            </a:rPr>
            <a:t>hình</a:t>
          </a:r>
          <a:r>
            <a:rPr lang="en-US" sz="2000">
              <a:latin typeface="+mn-lt"/>
              <a:ea typeface="+mn-ea"/>
              <a:cs typeface="+mn-cs"/>
            </a:rPr>
            <a:t>, </a:t>
          </a:r>
          <a:r>
            <a:rPr lang="en-US" sz="2000" err="1">
              <a:latin typeface="+mn-lt"/>
              <a:ea typeface="+mn-ea"/>
              <a:cs typeface="+mn-cs"/>
            </a:rPr>
            <a:t>giám</a:t>
          </a:r>
          <a:r>
            <a:rPr lang="en-US" sz="2000">
              <a:latin typeface="+mn-lt"/>
              <a:ea typeface="+mn-ea"/>
              <a:cs typeface="+mn-cs"/>
            </a:rPr>
            <a:t> </a:t>
          </a:r>
          <a:r>
            <a:rPr lang="en-US" sz="2000" err="1">
              <a:latin typeface="+mn-lt"/>
              <a:ea typeface="+mn-ea"/>
              <a:cs typeface="+mn-cs"/>
            </a:rPr>
            <a:t>sát</a:t>
          </a:r>
          <a:r>
            <a:rPr lang="en-US" sz="2000">
              <a:latin typeface="+mn-lt"/>
              <a:ea typeface="+mn-ea"/>
              <a:cs typeface="+mn-cs"/>
            </a:rPr>
            <a:t> </a:t>
          </a:r>
          <a:r>
            <a:rPr lang="en-US" sz="2000" err="1">
              <a:latin typeface="+mn-lt"/>
              <a:ea typeface="+mn-ea"/>
              <a:cs typeface="+mn-cs"/>
            </a:rPr>
            <a:t>máy</a:t>
          </a:r>
          <a:r>
            <a:rPr lang="en-US" sz="2000">
              <a:latin typeface="+mn-lt"/>
              <a:ea typeface="+mn-ea"/>
              <a:cs typeface="+mn-cs"/>
            </a:rPr>
            <a:t> </a:t>
          </a:r>
          <a:r>
            <a:rPr lang="en-US" sz="2000" err="1">
              <a:latin typeface="+mn-lt"/>
              <a:ea typeface="+mn-ea"/>
              <a:cs typeface="+mn-cs"/>
            </a:rPr>
            <a:t>ảo</a:t>
          </a:r>
          <a:endParaRPr lang="en-US" sz="2000">
            <a:latin typeface="+mn-lt"/>
            <a:ea typeface="+mn-ea"/>
            <a:cs typeface="+mn-cs"/>
          </a:endParaRPr>
        </a:p>
      </dgm:t>
    </dgm:pt>
    <dgm:pt modelId="{F1F9FEF4-4E9D-4607-81D7-A3A0368536EA}" type="parTrans" cxnId="{CBE65229-13F5-4C6C-9092-DC5ABDABD601}">
      <dgm:prSet/>
      <dgm:spPr/>
      <dgm:t>
        <a:bodyPr/>
        <a:lstStyle/>
        <a:p>
          <a:endParaRPr lang="en-US" sz="2400"/>
        </a:p>
      </dgm:t>
    </dgm:pt>
    <dgm:pt modelId="{C747DF0D-A506-4152-941F-5EBF963C8478}" type="sibTrans" cxnId="{CBE65229-13F5-4C6C-9092-DC5ABDABD601}">
      <dgm:prSet/>
      <dgm:spPr/>
      <dgm:t>
        <a:bodyPr/>
        <a:lstStyle/>
        <a:p>
          <a:endParaRPr lang="en-US" sz="2400"/>
        </a:p>
      </dgm:t>
    </dgm:pt>
    <dgm:pt modelId="{0FEAE07C-7212-49CE-B10B-CB5526E5E63C}">
      <dgm:prSet custT="1"/>
      <dgm:spPr>
        <a:xfrm>
          <a:off x="1110978" y="2301096"/>
          <a:ext cx="6336108" cy="657696"/>
        </a:xfrm>
        <a:prstGeom prst="rect">
          <a:avLst/>
        </a:prstGeom>
        <a:scene3d>
          <a:camera prst="orthographicFront"/>
          <a:lightRig rig="flat" dir="t"/>
        </a:scene3d>
        <a:sp3d prstMaterial="plastic">
          <a:bevelT w="120900" h="88900"/>
          <a:bevelB w="88900" h="31750" prst="angle"/>
        </a:sp3d>
      </dgm:spPr>
      <dgm:t>
        <a:bodyPr/>
        <a:lstStyle/>
        <a:p>
          <a:pPr>
            <a:buNone/>
          </a:pPr>
          <a:r>
            <a:rPr lang="en-US" sz="2000" kern="1200" dirty="0" err="1">
              <a:latin typeface="+mn-lt"/>
              <a:ea typeface="+mn-ea"/>
              <a:cs typeface="+mn-cs"/>
            </a:rPr>
            <a:t>Nắm</a:t>
          </a:r>
          <a:r>
            <a:rPr lang="en-US" sz="2000" kern="1200" dirty="0">
              <a:latin typeface="+mn-lt"/>
              <a:ea typeface="+mn-ea"/>
              <a:cs typeface="+mn-cs"/>
            </a:rPr>
            <a:t> </a:t>
          </a:r>
          <a:r>
            <a:rPr lang="en-US" sz="2000" kern="1200" dirty="0" err="1">
              <a:latin typeface="+mn-lt"/>
              <a:ea typeface="+mn-ea"/>
              <a:cs typeface="+mn-cs"/>
            </a:rPr>
            <a:t>được</a:t>
          </a:r>
          <a:r>
            <a:rPr lang="en-US" sz="2000" kern="1200" dirty="0">
              <a:latin typeface="+mn-lt"/>
              <a:ea typeface="+mn-ea"/>
              <a:cs typeface="+mn-cs"/>
            </a:rPr>
            <a:t> </a:t>
          </a:r>
          <a:r>
            <a:rPr lang="en-US" sz="2000" kern="1200" dirty="0" err="1">
              <a:latin typeface="+mn-lt"/>
              <a:ea typeface="+mn-ea"/>
              <a:cs typeface="+mn-cs"/>
            </a:rPr>
            <a:t>công</a:t>
          </a:r>
          <a:r>
            <a:rPr lang="en-US" sz="2000" kern="1200" dirty="0">
              <a:latin typeface="+mn-lt"/>
              <a:ea typeface="+mn-ea"/>
              <a:cs typeface="+mn-cs"/>
            </a:rPr>
            <a:t> </a:t>
          </a:r>
          <a:r>
            <a:rPr lang="en-US" sz="2000" kern="1200" dirty="0" err="1">
              <a:latin typeface="+mn-lt"/>
              <a:ea typeface="+mn-ea"/>
              <a:cs typeface="+mn-cs"/>
            </a:rPr>
            <a:t>cụ</a:t>
          </a:r>
          <a:r>
            <a:rPr lang="en-US" sz="2000" kern="1200" dirty="0">
              <a:latin typeface="+mn-lt"/>
              <a:ea typeface="+mn-ea"/>
              <a:cs typeface="+mn-cs"/>
            </a:rPr>
            <a:t> </a:t>
          </a:r>
          <a:r>
            <a:rPr lang="en-US" sz="2000" kern="1200" dirty="0" err="1">
              <a:latin typeface="+mn-lt"/>
              <a:ea typeface="+mn-ea"/>
              <a:cs typeface="+mn-cs"/>
            </a:rPr>
            <a:t>Vmware</a:t>
          </a:r>
          <a:r>
            <a:rPr lang="en-US" sz="2000" kern="1200" dirty="0">
              <a:latin typeface="+mn-lt"/>
              <a:ea typeface="+mn-ea"/>
              <a:cs typeface="+mn-cs"/>
            </a:rPr>
            <a:t> </a:t>
          </a:r>
          <a:r>
            <a:rPr lang="en-US" sz="2000" kern="1200" dirty="0" err="1">
              <a:latin typeface="+mn-lt"/>
              <a:ea typeface="+mn-ea"/>
              <a:cs typeface="+mn-cs"/>
            </a:rPr>
            <a:t>vsphere</a:t>
          </a:r>
          <a:r>
            <a:rPr lang="en-US" sz="2000" kern="1200" dirty="0">
              <a:latin typeface="+mn-lt"/>
              <a:ea typeface="+mn-ea"/>
              <a:cs typeface="+mn-cs"/>
            </a:rPr>
            <a:t> </a:t>
          </a:r>
          <a:r>
            <a:rPr lang="en-US" sz="2000" kern="1200" dirty="0" err="1">
              <a:latin typeface="+mn-lt"/>
              <a:ea typeface="+mn-ea"/>
              <a:cs typeface="+mn-cs"/>
            </a:rPr>
            <a:t>và</a:t>
          </a:r>
          <a:r>
            <a:rPr lang="en-US" sz="2000" kern="1200" dirty="0">
              <a:latin typeface="+mn-lt"/>
              <a:ea typeface="+mn-ea"/>
              <a:cs typeface="+mn-cs"/>
            </a:rPr>
            <a:t> </a:t>
          </a:r>
          <a:r>
            <a:rPr lang="en-US" sz="2000" kern="1200" dirty="0" err="1">
              <a:latin typeface="+mn-lt"/>
              <a:ea typeface="+mn-ea"/>
              <a:cs typeface="+mn-cs"/>
            </a:rPr>
            <a:t>các</a:t>
          </a:r>
          <a:r>
            <a:rPr lang="en-US" sz="2000" kern="1200" dirty="0">
              <a:latin typeface="+mn-lt"/>
              <a:ea typeface="+mn-ea"/>
              <a:cs typeface="+mn-cs"/>
            </a:rPr>
            <a:t> </a:t>
          </a:r>
          <a:r>
            <a:rPr lang="en-US" sz="2000" kern="1200" dirty="0" err="1">
              <a:latin typeface="+mn-lt"/>
              <a:ea typeface="+mn-ea"/>
              <a:cs typeface="+mn-cs"/>
            </a:rPr>
            <a:t>thành</a:t>
          </a:r>
          <a:r>
            <a:rPr lang="en-US" sz="2000" kern="1200" dirty="0">
              <a:latin typeface="+mn-lt"/>
              <a:ea typeface="+mn-ea"/>
              <a:cs typeface="+mn-cs"/>
            </a:rPr>
            <a:t> </a:t>
          </a:r>
          <a:r>
            <a:rPr lang="en-US" sz="2000" kern="1200" dirty="0" err="1">
              <a:latin typeface="+mn-lt"/>
              <a:ea typeface="+mn-ea"/>
              <a:cs typeface="+mn-cs"/>
            </a:rPr>
            <a:t>phần</a:t>
          </a:r>
          <a:r>
            <a:rPr lang="en-US" sz="2000" kern="1200" dirty="0">
              <a:latin typeface="+mn-lt"/>
              <a:ea typeface="+mn-ea"/>
              <a:cs typeface="+mn-cs"/>
            </a:rPr>
            <a:t> </a:t>
          </a:r>
          <a:r>
            <a:rPr lang="en-US" sz="2000" kern="1200" dirty="0" err="1">
              <a:latin typeface="+mn-lt"/>
              <a:ea typeface="+mn-ea"/>
              <a:cs typeface="+mn-cs"/>
            </a:rPr>
            <a:t>của</a:t>
          </a:r>
          <a:r>
            <a:rPr lang="en-US" sz="2000" kern="1200" dirty="0">
              <a:latin typeface="+mn-lt"/>
              <a:ea typeface="+mn-ea"/>
              <a:cs typeface="+mn-cs"/>
            </a:rPr>
            <a:t> </a:t>
          </a:r>
          <a:r>
            <a:rPr lang="en-US" sz="2000" kern="1200" dirty="0" err="1">
              <a:latin typeface="+mn-lt"/>
              <a:ea typeface="+mn-ea"/>
              <a:cs typeface="+mn-cs"/>
            </a:rPr>
            <a:t>nó</a:t>
          </a:r>
          <a:endParaRPr lang="en-US" sz="2000" b="0" kern="1200" dirty="0">
            <a:latin typeface="+mn-lt"/>
            <a:ea typeface="+mn-ea"/>
            <a:cs typeface="+mn-cs"/>
          </a:endParaRPr>
        </a:p>
      </dgm:t>
    </dgm:pt>
    <dgm:pt modelId="{B31F56D0-578D-4E5F-A9D4-F8082099A43A}" type="parTrans" cxnId="{3FEA8B74-25A1-468C-A674-1DCA72E2AEFE}">
      <dgm:prSet/>
      <dgm:spPr/>
      <dgm:t>
        <a:bodyPr/>
        <a:lstStyle/>
        <a:p>
          <a:endParaRPr lang="en-US" sz="2400"/>
        </a:p>
      </dgm:t>
    </dgm:pt>
    <dgm:pt modelId="{27732A38-8EC1-44FD-8449-2293BA27981F}" type="sibTrans" cxnId="{3FEA8B74-25A1-468C-A674-1DCA72E2AEFE}">
      <dgm:prSet/>
      <dgm:spPr/>
      <dgm:t>
        <a:bodyPr/>
        <a:lstStyle/>
        <a:p>
          <a:endParaRPr lang="en-US" sz="2400"/>
        </a:p>
      </dgm:t>
    </dgm:pt>
    <dgm:pt modelId="{5AF0D773-F5F0-4783-BAFE-C0C1746DA554}">
      <dgm:prSet custT="1"/>
      <dgm:spPr>
        <a:xfrm>
          <a:off x="495045" y="4273554"/>
          <a:ext cx="6952041" cy="657696"/>
        </a:xfrm>
        <a:prstGeom prst="rect">
          <a:avLst/>
        </a:prstGeom>
        <a:scene3d>
          <a:camera prst="orthographicFront"/>
          <a:lightRig rig="flat" dir="t"/>
        </a:scene3d>
        <a:sp3d prstMaterial="plastic">
          <a:bevelT w="120900" h="88900"/>
          <a:bevelB w="88900" h="31750" prst="angle"/>
        </a:sp3d>
      </dgm:spPr>
      <dgm:t>
        <a:bodyPr/>
        <a:lstStyle/>
        <a:p>
          <a:pPr>
            <a:buNone/>
          </a:pPr>
          <a:r>
            <a:rPr lang="en-US" sz="2000" dirty="0" err="1">
              <a:latin typeface="+mn-lt"/>
              <a:ea typeface="+mn-ea"/>
              <a:cs typeface="+mn-cs"/>
            </a:rPr>
            <a:t>Hiểu</a:t>
          </a:r>
          <a:r>
            <a:rPr lang="en-US" sz="2000" dirty="0">
              <a:latin typeface="+mn-lt"/>
              <a:ea typeface="+mn-ea"/>
              <a:cs typeface="+mn-cs"/>
            </a:rPr>
            <a:t> </a:t>
          </a:r>
          <a:r>
            <a:rPr lang="en-US" sz="2000" dirty="0" err="1">
              <a:latin typeface="+mn-lt"/>
              <a:ea typeface="+mn-ea"/>
              <a:cs typeface="+mn-cs"/>
            </a:rPr>
            <a:t>được</a:t>
          </a:r>
          <a:r>
            <a:rPr lang="en-US" sz="2000" dirty="0">
              <a:latin typeface="+mn-lt"/>
              <a:ea typeface="+mn-ea"/>
              <a:cs typeface="+mn-cs"/>
            </a:rPr>
            <a:t> </a:t>
          </a:r>
          <a:r>
            <a:rPr lang="en-US" sz="2000" dirty="0" err="1">
              <a:latin typeface="+mn-lt"/>
              <a:ea typeface="+mn-ea"/>
              <a:cs typeface="+mn-cs"/>
            </a:rPr>
            <a:t>tính</a:t>
          </a:r>
          <a:r>
            <a:rPr lang="en-US" sz="2000" dirty="0">
              <a:latin typeface="+mn-lt"/>
              <a:ea typeface="+mn-ea"/>
              <a:cs typeface="+mn-cs"/>
            </a:rPr>
            <a:t> </a:t>
          </a:r>
          <a:r>
            <a:rPr lang="en-US" sz="2000" dirty="0" err="1">
              <a:latin typeface="+mn-lt"/>
              <a:ea typeface="+mn-ea"/>
              <a:cs typeface="+mn-cs"/>
            </a:rPr>
            <a:t>năng</a:t>
          </a:r>
          <a:r>
            <a:rPr lang="en-US" sz="2000" dirty="0">
              <a:latin typeface="+mn-lt"/>
              <a:ea typeface="+mn-ea"/>
              <a:cs typeface="+mn-cs"/>
            </a:rPr>
            <a:t> vSphere DRS, HA, FT </a:t>
          </a:r>
          <a:r>
            <a:rPr lang="en-US" sz="2000" dirty="0" err="1">
              <a:latin typeface="+mn-lt"/>
              <a:ea typeface="+mn-ea"/>
              <a:cs typeface="+mn-cs"/>
            </a:rPr>
            <a:t>để</a:t>
          </a:r>
          <a:r>
            <a:rPr lang="en-US" sz="2000" dirty="0">
              <a:latin typeface="+mn-lt"/>
              <a:ea typeface="+mn-ea"/>
              <a:cs typeface="+mn-cs"/>
            </a:rPr>
            <a:t> </a:t>
          </a:r>
          <a:r>
            <a:rPr lang="en-US" sz="2000" dirty="0" err="1">
              <a:latin typeface="+mn-lt"/>
              <a:ea typeface="+mn-ea"/>
              <a:cs typeface="+mn-cs"/>
            </a:rPr>
            <a:t>tăng</a:t>
          </a:r>
          <a:r>
            <a:rPr lang="en-US" sz="2000" dirty="0">
              <a:latin typeface="+mn-lt"/>
              <a:ea typeface="+mn-ea"/>
              <a:cs typeface="+mn-cs"/>
            </a:rPr>
            <a:t> </a:t>
          </a:r>
          <a:r>
            <a:rPr lang="en-US" sz="2000" dirty="0" err="1">
              <a:latin typeface="+mn-lt"/>
              <a:ea typeface="+mn-ea"/>
              <a:cs typeface="+mn-cs"/>
            </a:rPr>
            <a:t>tính</a:t>
          </a:r>
          <a:r>
            <a:rPr lang="en-US" sz="2000" dirty="0">
              <a:latin typeface="+mn-lt"/>
              <a:ea typeface="+mn-ea"/>
              <a:cs typeface="+mn-cs"/>
            </a:rPr>
            <a:t> </a:t>
          </a:r>
          <a:r>
            <a:rPr lang="en-US" sz="2000" dirty="0" err="1">
              <a:latin typeface="+mn-lt"/>
              <a:ea typeface="+mn-ea"/>
              <a:cs typeface="+mn-cs"/>
            </a:rPr>
            <a:t>dự</a:t>
          </a:r>
          <a:r>
            <a:rPr lang="en-US" sz="2000" dirty="0">
              <a:latin typeface="+mn-lt"/>
              <a:ea typeface="+mn-ea"/>
              <a:cs typeface="+mn-cs"/>
            </a:rPr>
            <a:t> </a:t>
          </a:r>
          <a:r>
            <a:rPr lang="en-US" sz="2000" dirty="0" err="1">
              <a:latin typeface="+mn-lt"/>
              <a:ea typeface="+mn-ea"/>
              <a:cs typeface="+mn-cs"/>
            </a:rPr>
            <a:t>phòng</a:t>
          </a:r>
          <a:r>
            <a:rPr lang="en-US" sz="2000" dirty="0">
              <a:latin typeface="+mn-lt"/>
              <a:ea typeface="+mn-ea"/>
              <a:cs typeface="+mn-cs"/>
            </a:rPr>
            <a:t> </a:t>
          </a:r>
          <a:r>
            <a:rPr lang="en-US" sz="2000" dirty="0" err="1">
              <a:latin typeface="+mn-lt"/>
              <a:ea typeface="+mn-ea"/>
              <a:cs typeface="+mn-cs"/>
            </a:rPr>
            <a:t>hệ</a:t>
          </a:r>
          <a:r>
            <a:rPr lang="en-US" sz="2000" dirty="0">
              <a:latin typeface="+mn-lt"/>
              <a:ea typeface="+mn-ea"/>
              <a:cs typeface="+mn-cs"/>
            </a:rPr>
            <a:t> </a:t>
          </a:r>
          <a:r>
            <a:rPr lang="en-US" sz="2000" dirty="0" err="1">
              <a:latin typeface="+mn-lt"/>
              <a:ea typeface="+mn-ea"/>
              <a:cs typeface="+mn-cs"/>
            </a:rPr>
            <a:t>thống</a:t>
          </a:r>
          <a:endParaRPr lang="en-US" sz="2000" dirty="0">
            <a:latin typeface="+mn-lt"/>
            <a:ea typeface="+mn-ea"/>
            <a:cs typeface="+mn-cs"/>
          </a:endParaRPr>
        </a:p>
      </dgm:t>
    </dgm:pt>
    <dgm:pt modelId="{DB3DDDC1-2482-4C5A-845C-67D524F3A284}" type="parTrans" cxnId="{79878A46-DA53-4D05-AFBD-A1E8AB4A8AE3}">
      <dgm:prSet/>
      <dgm:spPr/>
      <dgm:t>
        <a:bodyPr/>
        <a:lstStyle/>
        <a:p>
          <a:endParaRPr lang="en-US" sz="2400"/>
        </a:p>
      </dgm:t>
    </dgm:pt>
    <dgm:pt modelId="{65555312-50E3-40C2-BBDC-B40002FD8F86}" type="sibTrans" cxnId="{79878A46-DA53-4D05-AFBD-A1E8AB4A8AE3}">
      <dgm:prSet/>
      <dgm:spPr/>
      <dgm:t>
        <a:bodyPr/>
        <a:lstStyle/>
        <a:p>
          <a:endParaRPr lang="en-US" sz="2400"/>
        </a:p>
      </dgm:t>
    </dgm:pt>
    <dgm:pt modelId="{62176EC7-06EF-46BD-9D6E-2C26D05E1AD9}" type="pres">
      <dgm:prSet presAssocID="{3218C872-5321-4E62-B4CC-16D9A0FF2BAF}" presName="Name0" presStyleCnt="0">
        <dgm:presLayoutVars>
          <dgm:chMax val="7"/>
          <dgm:chPref val="7"/>
          <dgm:dir/>
        </dgm:presLayoutVars>
      </dgm:prSet>
      <dgm:spPr/>
    </dgm:pt>
    <dgm:pt modelId="{9C16C918-7CF7-4DAC-A20C-5392F445E6A6}" type="pres">
      <dgm:prSet presAssocID="{3218C872-5321-4E62-B4CC-16D9A0FF2BAF}" presName="Name1" presStyleCnt="0"/>
      <dgm:spPr/>
    </dgm:pt>
    <dgm:pt modelId="{AAD4D0EE-3184-4529-A555-CD12BC7F69CC}" type="pres">
      <dgm:prSet presAssocID="{3218C872-5321-4E62-B4CC-16D9A0FF2BAF}" presName="cycle" presStyleCnt="0"/>
      <dgm:spPr/>
    </dgm:pt>
    <dgm:pt modelId="{DD5D7A2B-7C7D-405A-8656-7AF0939E473F}" type="pres">
      <dgm:prSet presAssocID="{3218C872-5321-4E62-B4CC-16D9A0FF2BAF}" presName="srcNode" presStyleLbl="node1" presStyleIdx="0" presStyleCnt="5"/>
      <dgm:spPr/>
    </dgm:pt>
    <dgm:pt modelId="{EC990138-FA43-4B9E-A474-2F3A4EFF73DB}" type="pres">
      <dgm:prSet presAssocID="{3218C872-5321-4E62-B4CC-16D9A0FF2BAF}" presName="conn" presStyleLbl="parChTrans1D2" presStyleIdx="0" presStyleCnt="1"/>
      <dgm:spPr/>
    </dgm:pt>
    <dgm:pt modelId="{C1E5E89F-C321-49F9-9B4F-96B844558D5C}" type="pres">
      <dgm:prSet presAssocID="{3218C872-5321-4E62-B4CC-16D9A0FF2BAF}" presName="extraNode" presStyleLbl="node1" presStyleIdx="0" presStyleCnt="5"/>
      <dgm:spPr/>
    </dgm:pt>
    <dgm:pt modelId="{52932618-0A96-4BD1-AB61-777705B287F0}" type="pres">
      <dgm:prSet presAssocID="{3218C872-5321-4E62-B4CC-16D9A0FF2BAF}" presName="dstNode" presStyleLbl="node1" presStyleIdx="0" presStyleCnt="5"/>
      <dgm:spPr/>
    </dgm:pt>
    <dgm:pt modelId="{176C7159-0780-476D-AB26-A804BAB99C90}" type="pres">
      <dgm:prSet presAssocID="{F284E1D7-934B-4CCF-B1A5-7D393957E493}" presName="text_1" presStyleLbl="node1" presStyleIdx="0" presStyleCnt="5">
        <dgm:presLayoutVars>
          <dgm:bulletEnabled val="1"/>
        </dgm:presLayoutVars>
      </dgm:prSet>
      <dgm:spPr/>
    </dgm:pt>
    <dgm:pt modelId="{1F569289-AF5F-46FF-825E-274E0695EE13}" type="pres">
      <dgm:prSet presAssocID="{F284E1D7-934B-4CCF-B1A5-7D393957E493}" presName="accent_1" presStyleCnt="0"/>
      <dgm:spPr/>
    </dgm:pt>
    <dgm:pt modelId="{92E3FF69-761A-4D70-8694-19A1FEF80E4F}" type="pres">
      <dgm:prSet presAssocID="{F284E1D7-934B-4CCF-B1A5-7D393957E493}" presName="accentRepeatNode" presStyleLbl="solidFgAcc1" presStyleIdx="0" presStyleCnt="5"/>
      <dgm:spPr>
        <a:xfrm>
          <a:off x="83985" y="246425"/>
          <a:ext cx="822120" cy="822120"/>
        </a:xfrm>
        <a:prstGeom prst="ellipse">
          <a:avLst/>
        </a:prstGeom>
        <a:scene3d>
          <a:camera prst="orthographicFront"/>
          <a:lightRig rig="flat" dir="t"/>
        </a:scene3d>
        <a:sp3d z="190500" extrusionH="12700" prstMaterial="plastic">
          <a:bevelT w="50800" h="50800"/>
        </a:sp3d>
      </dgm:spPr>
    </dgm:pt>
    <dgm:pt modelId="{8D9F2CE6-F9BC-41BD-A990-D13AA91CFA00}" type="pres">
      <dgm:prSet presAssocID="{D57A994D-AF5C-41E6-A026-1A3916986EA8}" presName="text_2" presStyleLbl="node1" presStyleIdx="1" presStyleCnt="5">
        <dgm:presLayoutVars>
          <dgm:bulletEnabled val="1"/>
        </dgm:presLayoutVars>
      </dgm:prSet>
      <dgm:spPr/>
    </dgm:pt>
    <dgm:pt modelId="{63459152-9DE0-48ED-B6CA-9F9B878FFD89}" type="pres">
      <dgm:prSet presAssocID="{D57A994D-AF5C-41E6-A026-1A3916986EA8}" presName="accent_2" presStyleCnt="0"/>
      <dgm:spPr/>
    </dgm:pt>
    <dgm:pt modelId="{FF6048FB-00F7-4115-A8CB-89C949A97F54}" type="pres">
      <dgm:prSet presAssocID="{D57A994D-AF5C-41E6-A026-1A3916986EA8}" presName="accentRepeatNode" presStyleLbl="solidFgAcc1" presStyleIdx="1" presStyleCnt="5"/>
      <dgm:spPr>
        <a:xfrm>
          <a:off x="555271" y="1232654"/>
          <a:ext cx="822120" cy="822120"/>
        </a:xfrm>
        <a:prstGeom prst="ellipse">
          <a:avLst/>
        </a:prstGeom>
        <a:scene3d>
          <a:camera prst="orthographicFront"/>
          <a:lightRig rig="flat" dir="t"/>
        </a:scene3d>
        <a:sp3d z="190500" extrusionH="12700" prstMaterial="plastic">
          <a:bevelT w="50800" h="50800"/>
        </a:sp3d>
      </dgm:spPr>
    </dgm:pt>
    <dgm:pt modelId="{CF655BB4-8663-4BE5-8ED6-A7CE46C7B702}" type="pres">
      <dgm:prSet presAssocID="{0FEAE07C-7212-49CE-B10B-CB5526E5E63C}" presName="text_3" presStyleLbl="node1" presStyleIdx="2" presStyleCnt="5">
        <dgm:presLayoutVars>
          <dgm:bulletEnabled val="1"/>
        </dgm:presLayoutVars>
      </dgm:prSet>
      <dgm:spPr/>
    </dgm:pt>
    <dgm:pt modelId="{E9F3FDE2-4C8F-46E3-9CB2-DD6F312185F1}" type="pres">
      <dgm:prSet presAssocID="{0FEAE07C-7212-49CE-B10B-CB5526E5E63C}" presName="accent_3" presStyleCnt="0"/>
      <dgm:spPr/>
    </dgm:pt>
    <dgm:pt modelId="{A00EA942-801B-4B4D-8F2C-586C9FBCCE7F}" type="pres">
      <dgm:prSet presAssocID="{0FEAE07C-7212-49CE-B10B-CB5526E5E63C}" presName="accentRepeatNode" presStyleLbl="solidFgAcc1" presStyleIdx="2" presStyleCnt="5"/>
      <dgm:spPr>
        <a:xfrm>
          <a:off x="699918" y="2218884"/>
          <a:ext cx="822120" cy="822120"/>
        </a:xfrm>
        <a:prstGeom prst="ellipse">
          <a:avLst/>
        </a:prstGeom>
        <a:scene3d>
          <a:camera prst="orthographicFront"/>
          <a:lightRig rig="flat" dir="t"/>
        </a:scene3d>
        <a:sp3d z="190500" extrusionH="12700" prstMaterial="plastic">
          <a:bevelT w="50800" h="50800"/>
        </a:sp3d>
      </dgm:spPr>
    </dgm:pt>
    <dgm:pt modelId="{B8D05CC7-95CD-445A-BE16-A912D054E50C}" type="pres">
      <dgm:prSet presAssocID="{E93C7B7C-03FB-499C-A4F7-96C187E0BACA}" presName="text_4" presStyleLbl="node1" presStyleIdx="3" presStyleCnt="5">
        <dgm:presLayoutVars>
          <dgm:bulletEnabled val="1"/>
        </dgm:presLayoutVars>
      </dgm:prSet>
      <dgm:spPr/>
    </dgm:pt>
    <dgm:pt modelId="{526982E8-5378-4562-B4C1-493DADEEAE5C}" type="pres">
      <dgm:prSet presAssocID="{E93C7B7C-03FB-499C-A4F7-96C187E0BACA}" presName="accent_4" presStyleCnt="0"/>
      <dgm:spPr/>
    </dgm:pt>
    <dgm:pt modelId="{A3B2DFAC-5F04-4000-8674-1B2D4CBC31A5}" type="pres">
      <dgm:prSet presAssocID="{E93C7B7C-03FB-499C-A4F7-96C187E0BACA}" presName="accentRepeatNode" presStyleLbl="solidFgAcc1" presStyleIdx="3" presStyleCnt="5"/>
      <dgm:spPr>
        <a:xfrm>
          <a:off x="555271" y="3205113"/>
          <a:ext cx="822120" cy="822120"/>
        </a:xfrm>
        <a:prstGeom prst="ellipse">
          <a:avLst/>
        </a:prstGeom>
        <a:scene3d>
          <a:camera prst="orthographicFront"/>
          <a:lightRig rig="flat" dir="t"/>
        </a:scene3d>
        <a:sp3d z="190500" extrusionH="12700" prstMaterial="plastic">
          <a:bevelT w="50800" h="50800"/>
        </a:sp3d>
      </dgm:spPr>
    </dgm:pt>
    <dgm:pt modelId="{2C387450-2A2A-4381-8361-F933A0A3C0F5}" type="pres">
      <dgm:prSet presAssocID="{5AF0D773-F5F0-4783-BAFE-C0C1746DA554}" presName="text_5" presStyleLbl="node1" presStyleIdx="4" presStyleCnt="5">
        <dgm:presLayoutVars>
          <dgm:bulletEnabled val="1"/>
        </dgm:presLayoutVars>
      </dgm:prSet>
      <dgm:spPr/>
    </dgm:pt>
    <dgm:pt modelId="{C0769998-556C-4060-98B0-C9184391E530}" type="pres">
      <dgm:prSet presAssocID="{5AF0D773-F5F0-4783-BAFE-C0C1746DA554}" presName="accent_5" presStyleCnt="0"/>
      <dgm:spPr/>
    </dgm:pt>
    <dgm:pt modelId="{1EF910B9-A0AB-4922-A273-54203E39D29B}" type="pres">
      <dgm:prSet presAssocID="{5AF0D773-F5F0-4783-BAFE-C0C1746DA554}" presName="accentRepeatNode" presStyleLbl="solidFgAcc1" presStyleIdx="4" presStyleCnt="5"/>
      <dgm:spPr>
        <a:xfrm>
          <a:off x="83985" y="4191342"/>
          <a:ext cx="822120" cy="822120"/>
        </a:xfrm>
        <a:prstGeom prst="ellipse">
          <a:avLst/>
        </a:prstGeom>
        <a:scene3d>
          <a:camera prst="orthographicFront"/>
          <a:lightRig rig="flat" dir="t"/>
        </a:scene3d>
        <a:sp3d z="190500" extrusionH="12700" prstMaterial="plastic">
          <a:bevelT w="50800" h="50800"/>
        </a:sp3d>
      </dgm:spPr>
    </dgm:pt>
  </dgm:ptLst>
  <dgm:cxnLst>
    <dgm:cxn modelId="{FEB77023-03B5-411F-B8B6-CFCF19173CA4}" srcId="{3218C872-5321-4E62-B4CC-16D9A0FF2BAF}" destId="{F284E1D7-934B-4CCF-B1A5-7D393957E493}" srcOrd="0" destOrd="0" parTransId="{3BA75D24-094F-4578-AD78-26FB116FBE0D}" sibTransId="{3031653A-D13D-44B8-A107-BCBD97F0BA1D}"/>
    <dgm:cxn modelId="{CBE65229-13F5-4C6C-9092-DC5ABDABD601}" srcId="{3218C872-5321-4E62-B4CC-16D9A0FF2BAF}" destId="{E93C7B7C-03FB-499C-A4F7-96C187E0BACA}" srcOrd="3" destOrd="0" parTransId="{F1F9FEF4-4E9D-4607-81D7-A3A0368536EA}" sibTransId="{C747DF0D-A506-4152-941F-5EBF963C8478}"/>
    <dgm:cxn modelId="{F7DCF933-7338-495F-898A-D78DA2774215}" type="presOf" srcId="{E93C7B7C-03FB-499C-A4F7-96C187E0BACA}" destId="{B8D05CC7-95CD-445A-BE16-A912D054E50C}" srcOrd="0" destOrd="0" presId="urn:microsoft.com/office/officeart/2008/layout/VerticalCurvedList"/>
    <dgm:cxn modelId="{7F2DEB38-0E6F-416E-945D-1494019F9BE8}" type="presOf" srcId="{D57A994D-AF5C-41E6-A026-1A3916986EA8}" destId="{8D9F2CE6-F9BC-41BD-A990-D13AA91CFA00}" srcOrd="0" destOrd="0" presId="urn:microsoft.com/office/officeart/2008/layout/VerticalCurvedList"/>
    <dgm:cxn modelId="{29333264-CD0A-4268-84EC-D42D34ABB725}" type="presOf" srcId="{0FEAE07C-7212-49CE-B10B-CB5526E5E63C}" destId="{CF655BB4-8663-4BE5-8ED6-A7CE46C7B702}" srcOrd="0" destOrd="0" presId="urn:microsoft.com/office/officeart/2008/layout/VerticalCurvedList"/>
    <dgm:cxn modelId="{79878A46-DA53-4D05-AFBD-A1E8AB4A8AE3}" srcId="{3218C872-5321-4E62-B4CC-16D9A0FF2BAF}" destId="{5AF0D773-F5F0-4783-BAFE-C0C1746DA554}" srcOrd="4" destOrd="0" parTransId="{DB3DDDC1-2482-4C5A-845C-67D524F3A284}" sibTransId="{65555312-50E3-40C2-BBDC-B40002FD8F86}"/>
    <dgm:cxn modelId="{EEF6D770-F2C9-49D8-8243-89717B36F637}" type="presOf" srcId="{5AF0D773-F5F0-4783-BAFE-C0C1746DA554}" destId="{2C387450-2A2A-4381-8361-F933A0A3C0F5}" srcOrd="0" destOrd="0" presId="urn:microsoft.com/office/officeart/2008/layout/VerticalCurvedList"/>
    <dgm:cxn modelId="{3FEA8B74-25A1-468C-A674-1DCA72E2AEFE}" srcId="{3218C872-5321-4E62-B4CC-16D9A0FF2BAF}" destId="{0FEAE07C-7212-49CE-B10B-CB5526E5E63C}" srcOrd="2" destOrd="0" parTransId="{B31F56D0-578D-4E5F-A9D4-F8082099A43A}" sibTransId="{27732A38-8EC1-44FD-8449-2293BA27981F}"/>
    <dgm:cxn modelId="{1C654F84-9B1D-48CB-9839-AC48F31F8FFD}" type="presOf" srcId="{3031653A-D13D-44B8-A107-BCBD97F0BA1D}" destId="{EC990138-FA43-4B9E-A474-2F3A4EFF73DB}" srcOrd="0" destOrd="0" presId="urn:microsoft.com/office/officeart/2008/layout/VerticalCurvedList"/>
    <dgm:cxn modelId="{10BD29B1-5545-488F-A670-ACFD072E96E3}" type="presOf" srcId="{3218C872-5321-4E62-B4CC-16D9A0FF2BAF}" destId="{62176EC7-06EF-46BD-9D6E-2C26D05E1AD9}" srcOrd="0" destOrd="0" presId="urn:microsoft.com/office/officeart/2008/layout/VerticalCurvedList"/>
    <dgm:cxn modelId="{4C3677C6-B438-45EB-8E09-828FEFC036BB}" srcId="{3218C872-5321-4E62-B4CC-16D9A0FF2BAF}" destId="{D57A994D-AF5C-41E6-A026-1A3916986EA8}" srcOrd="1" destOrd="0" parTransId="{1B719179-E41A-427C-98F6-0767E0D76D8A}" sibTransId="{FCFF89B4-675E-4FF8-B667-F22E3A6AAF98}"/>
    <dgm:cxn modelId="{0CABB1F1-A523-430A-8880-73ACB41961D1}" type="presOf" srcId="{F284E1D7-934B-4CCF-B1A5-7D393957E493}" destId="{176C7159-0780-476D-AB26-A804BAB99C90}" srcOrd="0" destOrd="0" presId="urn:microsoft.com/office/officeart/2008/layout/VerticalCurvedList"/>
    <dgm:cxn modelId="{ED45D6C3-6E8D-4406-8208-80637C6A04D4}" type="presParOf" srcId="{62176EC7-06EF-46BD-9D6E-2C26D05E1AD9}" destId="{9C16C918-7CF7-4DAC-A20C-5392F445E6A6}" srcOrd="0" destOrd="0" presId="urn:microsoft.com/office/officeart/2008/layout/VerticalCurvedList"/>
    <dgm:cxn modelId="{C6ECCA11-6849-41DB-8C3D-87BBF967D732}" type="presParOf" srcId="{9C16C918-7CF7-4DAC-A20C-5392F445E6A6}" destId="{AAD4D0EE-3184-4529-A555-CD12BC7F69CC}" srcOrd="0" destOrd="0" presId="urn:microsoft.com/office/officeart/2008/layout/VerticalCurvedList"/>
    <dgm:cxn modelId="{D7990A42-3778-47D3-8257-8B57875DC97D}" type="presParOf" srcId="{AAD4D0EE-3184-4529-A555-CD12BC7F69CC}" destId="{DD5D7A2B-7C7D-405A-8656-7AF0939E473F}" srcOrd="0" destOrd="0" presId="urn:microsoft.com/office/officeart/2008/layout/VerticalCurvedList"/>
    <dgm:cxn modelId="{9C652B39-AD4B-4E8B-99D7-D4B4BBE8258E}" type="presParOf" srcId="{AAD4D0EE-3184-4529-A555-CD12BC7F69CC}" destId="{EC990138-FA43-4B9E-A474-2F3A4EFF73DB}" srcOrd="1" destOrd="0" presId="urn:microsoft.com/office/officeart/2008/layout/VerticalCurvedList"/>
    <dgm:cxn modelId="{97AA95BF-8C25-472E-9572-2CF19370674D}" type="presParOf" srcId="{AAD4D0EE-3184-4529-A555-CD12BC7F69CC}" destId="{C1E5E89F-C321-49F9-9B4F-96B844558D5C}" srcOrd="2" destOrd="0" presId="urn:microsoft.com/office/officeart/2008/layout/VerticalCurvedList"/>
    <dgm:cxn modelId="{1F3AFD20-2F45-4F76-B300-F956C8755B31}" type="presParOf" srcId="{AAD4D0EE-3184-4529-A555-CD12BC7F69CC}" destId="{52932618-0A96-4BD1-AB61-777705B287F0}" srcOrd="3" destOrd="0" presId="urn:microsoft.com/office/officeart/2008/layout/VerticalCurvedList"/>
    <dgm:cxn modelId="{DCFC7320-1CE1-404B-98A1-6844B5767A86}" type="presParOf" srcId="{9C16C918-7CF7-4DAC-A20C-5392F445E6A6}" destId="{176C7159-0780-476D-AB26-A804BAB99C90}" srcOrd="1" destOrd="0" presId="urn:microsoft.com/office/officeart/2008/layout/VerticalCurvedList"/>
    <dgm:cxn modelId="{FB597FE4-6621-42D1-806C-C027B35E9331}" type="presParOf" srcId="{9C16C918-7CF7-4DAC-A20C-5392F445E6A6}" destId="{1F569289-AF5F-46FF-825E-274E0695EE13}" srcOrd="2" destOrd="0" presId="urn:microsoft.com/office/officeart/2008/layout/VerticalCurvedList"/>
    <dgm:cxn modelId="{6E7221B3-3E80-4325-8028-4694C20B2109}" type="presParOf" srcId="{1F569289-AF5F-46FF-825E-274E0695EE13}" destId="{92E3FF69-761A-4D70-8694-19A1FEF80E4F}" srcOrd="0" destOrd="0" presId="urn:microsoft.com/office/officeart/2008/layout/VerticalCurvedList"/>
    <dgm:cxn modelId="{0F5A8D6B-CE88-455C-9AE4-4C4A74A0BC35}" type="presParOf" srcId="{9C16C918-7CF7-4DAC-A20C-5392F445E6A6}" destId="{8D9F2CE6-F9BC-41BD-A990-D13AA91CFA00}" srcOrd="3" destOrd="0" presId="urn:microsoft.com/office/officeart/2008/layout/VerticalCurvedList"/>
    <dgm:cxn modelId="{F99A11E2-9B90-4626-82C9-F922ED032214}" type="presParOf" srcId="{9C16C918-7CF7-4DAC-A20C-5392F445E6A6}" destId="{63459152-9DE0-48ED-B6CA-9F9B878FFD89}" srcOrd="4" destOrd="0" presId="urn:microsoft.com/office/officeart/2008/layout/VerticalCurvedList"/>
    <dgm:cxn modelId="{4766B2CC-3069-4DC2-B5C2-B6926B51F32F}" type="presParOf" srcId="{63459152-9DE0-48ED-B6CA-9F9B878FFD89}" destId="{FF6048FB-00F7-4115-A8CB-89C949A97F54}" srcOrd="0" destOrd="0" presId="urn:microsoft.com/office/officeart/2008/layout/VerticalCurvedList"/>
    <dgm:cxn modelId="{CC3387DC-07B4-4489-ADFE-ADDC417B38C1}" type="presParOf" srcId="{9C16C918-7CF7-4DAC-A20C-5392F445E6A6}" destId="{CF655BB4-8663-4BE5-8ED6-A7CE46C7B702}" srcOrd="5" destOrd="0" presId="urn:microsoft.com/office/officeart/2008/layout/VerticalCurvedList"/>
    <dgm:cxn modelId="{D714E552-2891-45D4-BCCB-4315BFEEC13B}" type="presParOf" srcId="{9C16C918-7CF7-4DAC-A20C-5392F445E6A6}" destId="{E9F3FDE2-4C8F-46E3-9CB2-DD6F312185F1}" srcOrd="6" destOrd="0" presId="urn:microsoft.com/office/officeart/2008/layout/VerticalCurvedList"/>
    <dgm:cxn modelId="{48DFE7AF-F998-4291-B93C-218C1930BF5F}" type="presParOf" srcId="{E9F3FDE2-4C8F-46E3-9CB2-DD6F312185F1}" destId="{A00EA942-801B-4B4D-8F2C-586C9FBCCE7F}" srcOrd="0" destOrd="0" presId="urn:microsoft.com/office/officeart/2008/layout/VerticalCurvedList"/>
    <dgm:cxn modelId="{3419AD7C-0C25-4E0F-ADE4-F7CFDDF487A9}" type="presParOf" srcId="{9C16C918-7CF7-4DAC-A20C-5392F445E6A6}" destId="{B8D05CC7-95CD-445A-BE16-A912D054E50C}" srcOrd="7" destOrd="0" presId="urn:microsoft.com/office/officeart/2008/layout/VerticalCurvedList"/>
    <dgm:cxn modelId="{ECFB355C-B938-46E5-AB98-3DC28FAC02DE}" type="presParOf" srcId="{9C16C918-7CF7-4DAC-A20C-5392F445E6A6}" destId="{526982E8-5378-4562-B4C1-493DADEEAE5C}" srcOrd="8" destOrd="0" presId="urn:microsoft.com/office/officeart/2008/layout/VerticalCurvedList"/>
    <dgm:cxn modelId="{3980B60A-A60F-4228-B984-7E720ACC10EF}" type="presParOf" srcId="{526982E8-5378-4562-B4C1-493DADEEAE5C}" destId="{A3B2DFAC-5F04-4000-8674-1B2D4CBC31A5}" srcOrd="0" destOrd="0" presId="urn:microsoft.com/office/officeart/2008/layout/VerticalCurvedList"/>
    <dgm:cxn modelId="{71620521-8D7F-45B0-BEF1-9FAB88AB0120}" type="presParOf" srcId="{9C16C918-7CF7-4DAC-A20C-5392F445E6A6}" destId="{2C387450-2A2A-4381-8361-F933A0A3C0F5}" srcOrd="9" destOrd="0" presId="urn:microsoft.com/office/officeart/2008/layout/VerticalCurvedList"/>
    <dgm:cxn modelId="{87487104-6F78-4FAF-B1AB-0B2DA078CF57}" type="presParOf" srcId="{9C16C918-7CF7-4DAC-A20C-5392F445E6A6}" destId="{C0769998-556C-4060-98B0-C9184391E530}" srcOrd="10" destOrd="0" presId="urn:microsoft.com/office/officeart/2008/layout/VerticalCurvedList"/>
    <dgm:cxn modelId="{06F9DC5C-4D37-45E4-AFA7-39B416020737}" type="presParOf" srcId="{C0769998-556C-4060-98B0-C9184391E530}" destId="{1EF910B9-A0AB-4922-A273-54203E39D29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37E0D1-D147-4D77-BBF5-3CD558D09B9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39D8D56-2A1A-45B3-B52C-E5505E38EC3A}">
      <dgm:prSet phldrT="[Text]" custT="1"/>
      <dgm:spPr/>
      <dgm:t>
        <a:bodyPr/>
        <a:lstStyle/>
        <a:p>
          <a:r>
            <a:rPr lang="en-US" sz="2800" err="1"/>
            <a:t>Đối</a:t>
          </a:r>
          <a:r>
            <a:rPr lang="en-US" sz="2800"/>
            <a:t> </a:t>
          </a:r>
          <a:r>
            <a:rPr lang="en-US" sz="2800" err="1"/>
            <a:t>tượng</a:t>
          </a:r>
          <a:endParaRPr lang="en-US" sz="2800"/>
        </a:p>
      </dgm:t>
    </dgm:pt>
    <dgm:pt modelId="{9454377B-93FB-4615-B83D-E40210EFD4BF}" type="parTrans" cxnId="{8C968784-CEA4-491C-80F2-E21ADBE7172E}">
      <dgm:prSet/>
      <dgm:spPr/>
      <dgm:t>
        <a:bodyPr/>
        <a:lstStyle/>
        <a:p>
          <a:endParaRPr lang="en-US"/>
        </a:p>
      </dgm:t>
    </dgm:pt>
    <dgm:pt modelId="{E4017627-B92C-4DD6-9439-5BAA9E0461B3}" type="sibTrans" cxnId="{8C968784-CEA4-491C-80F2-E21ADBE7172E}">
      <dgm:prSet/>
      <dgm:spPr/>
      <dgm:t>
        <a:bodyPr/>
        <a:lstStyle/>
        <a:p>
          <a:endParaRPr lang="en-US"/>
        </a:p>
      </dgm:t>
    </dgm:pt>
    <dgm:pt modelId="{21B8957F-3840-407B-8D9E-5B975A0BAC78}">
      <dgm:prSet phldrT="[Text]" custT="1"/>
      <dgm:spPr/>
      <dgm:t>
        <a:bodyPr/>
        <a:lstStyle/>
        <a:p>
          <a:r>
            <a:rPr lang="en-US" sz="2400" dirty="0" err="1"/>
            <a:t>Người</a:t>
          </a:r>
          <a:r>
            <a:rPr lang="en-US" sz="2400" dirty="0"/>
            <a:t> </a:t>
          </a:r>
          <a:r>
            <a:rPr lang="en-US" sz="2400" dirty="0" err="1"/>
            <a:t>quản</a:t>
          </a:r>
          <a:r>
            <a:rPr lang="en-US" sz="2400" dirty="0"/>
            <a:t> </a:t>
          </a:r>
          <a:r>
            <a:rPr lang="en-US" sz="2400" dirty="0" err="1"/>
            <a:t>trị</a:t>
          </a:r>
          <a:r>
            <a:rPr lang="en-US" sz="2400" dirty="0"/>
            <a:t> </a:t>
          </a:r>
          <a:r>
            <a:rPr lang="en-US" sz="2400" dirty="0" err="1"/>
            <a:t>hệ</a:t>
          </a:r>
          <a:r>
            <a:rPr lang="en-US" sz="2400" dirty="0"/>
            <a:t> </a:t>
          </a:r>
          <a:r>
            <a:rPr lang="en-US" sz="2400" dirty="0" err="1"/>
            <a:t>thống</a:t>
          </a:r>
          <a:r>
            <a:rPr lang="en-US" sz="2400" dirty="0"/>
            <a:t> </a:t>
          </a:r>
          <a:r>
            <a:rPr lang="en-US" sz="2400" dirty="0" err="1"/>
            <a:t>và</a:t>
          </a:r>
          <a:r>
            <a:rPr lang="en-US" sz="2400" dirty="0"/>
            <a:t> </a:t>
          </a:r>
          <a:r>
            <a:rPr lang="en-US" sz="2400" dirty="0" err="1"/>
            <a:t>người</a:t>
          </a:r>
          <a:r>
            <a:rPr lang="en-US" sz="2400" dirty="0"/>
            <a:t> </a:t>
          </a:r>
          <a:r>
            <a:rPr lang="en-US" sz="2400" dirty="0" err="1"/>
            <a:t>vận</a:t>
          </a:r>
          <a:r>
            <a:rPr lang="en-US" sz="2400" dirty="0"/>
            <a:t> hành </a:t>
          </a:r>
          <a:r>
            <a:rPr lang="en-US" sz="2400" dirty="0" err="1"/>
            <a:t>quản</a:t>
          </a:r>
          <a:r>
            <a:rPr lang="en-US" sz="2400" dirty="0"/>
            <a:t> </a:t>
          </a:r>
          <a:r>
            <a:rPr lang="en-US" sz="2400" dirty="0" err="1"/>
            <a:t>lý</a:t>
          </a:r>
          <a:r>
            <a:rPr lang="en-US" sz="2400" dirty="0"/>
            <a:t> </a:t>
          </a:r>
          <a:r>
            <a:rPr lang="en-US" sz="2400" dirty="0" err="1"/>
            <a:t>máy</a:t>
          </a:r>
          <a:r>
            <a:rPr lang="en-US" sz="2400" dirty="0"/>
            <a:t> </a:t>
          </a:r>
          <a:r>
            <a:rPr lang="en-US" sz="2400" dirty="0" err="1"/>
            <a:t>ảo</a:t>
          </a:r>
          <a:r>
            <a:rPr lang="en-US" sz="2400" dirty="0"/>
            <a:t> </a:t>
          </a:r>
          <a:r>
            <a:rPr lang="en-US" sz="2400" dirty="0" err="1"/>
            <a:t>sử</a:t>
          </a:r>
          <a:r>
            <a:rPr lang="en-US" sz="2400" dirty="0"/>
            <a:t> </a:t>
          </a:r>
          <a:r>
            <a:rPr lang="en-US" sz="2400" dirty="0" err="1"/>
            <a:t>dụng</a:t>
          </a:r>
          <a:r>
            <a:rPr lang="en-US" sz="2400" dirty="0"/>
            <a:t> </a:t>
          </a:r>
          <a:r>
            <a:rPr lang="en-US" sz="2400" dirty="0" err="1"/>
            <a:t>Vmware</a:t>
          </a:r>
          <a:r>
            <a:rPr lang="en-US" sz="2400" dirty="0"/>
            <a:t> ESXI </a:t>
          </a:r>
          <a:r>
            <a:rPr lang="en-US" sz="2400" dirty="0" err="1"/>
            <a:t>và</a:t>
          </a:r>
          <a:r>
            <a:rPr lang="en-US" sz="2400" dirty="0"/>
            <a:t> </a:t>
          </a:r>
          <a:r>
            <a:rPr lang="en-US" sz="2400" dirty="0" err="1"/>
            <a:t>Vmware</a:t>
          </a:r>
          <a:r>
            <a:rPr lang="en-US" sz="2400" dirty="0"/>
            <a:t> vCenter Server</a:t>
          </a:r>
        </a:p>
      </dgm:t>
    </dgm:pt>
    <dgm:pt modelId="{240A1238-A4A1-4C67-B5E7-88067CC47A69}" type="parTrans" cxnId="{E6512D99-BF3C-4EE1-95F2-B267C49B2666}">
      <dgm:prSet/>
      <dgm:spPr/>
      <dgm:t>
        <a:bodyPr/>
        <a:lstStyle/>
        <a:p>
          <a:endParaRPr lang="en-US"/>
        </a:p>
      </dgm:t>
    </dgm:pt>
    <dgm:pt modelId="{7E7B6B3A-5559-4154-8317-9C45ECED5902}" type="sibTrans" cxnId="{E6512D99-BF3C-4EE1-95F2-B267C49B2666}">
      <dgm:prSet/>
      <dgm:spPr/>
      <dgm:t>
        <a:bodyPr/>
        <a:lstStyle/>
        <a:p>
          <a:endParaRPr lang="en-US"/>
        </a:p>
      </dgm:t>
    </dgm:pt>
    <dgm:pt modelId="{41DF5AB4-4B51-4FEB-A6BA-3654E7FB970D}">
      <dgm:prSet phldrT="[Text]" custT="1"/>
      <dgm:spPr/>
      <dgm:t>
        <a:bodyPr/>
        <a:lstStyle/>
        <a:p>
          <a:r>
            <a:rPr lang="en-US" sz="2800" err="1"/>
            <a:t>Yêu</a:t>
          </a:r>
          <a:r>
            <a:rPr lang="en-US" sz="2800"/>
            <a:t> </a:t>
          </a:r>
          <a:r>
            <a:rPr lang="en-US" sz="2800" err="1"/>
            <a:t>cầu</a:t>
          </a:r>
          <a:endParaRPr lang="en-US" sz="2800"/>
        </a:p>
      </dgm:t>
    </dgm:pt>
    <dgm:pt modelId="{108C51AF-A280-4BA7-8DBB-BC426C11F9CA}" type="parTrans" cxnId="{C07B5A3D-AE28-4B2F-8D58-86848077EB8B}">
      <dgm:prSet/>
      <dgm:spPr/>
      <dgm:t>
        <a:bodyPr/>
        <a:lstStyle/>
        <a:p>
          <a:endParaRPr lang="en-US"/>
        </a:p>
      </dgm:t>
    </dgm:pt>
    <dgm:pt modelId="{C2D4CEB5-A84C-4EA0-BC81-4789F4B83C89}" type="sibTrans" cxnId="{C07B5A3D-AE28-4B2F-8D58-86848077EB8B}">
      <dgm:prSet/>
      <dgm:spPr/>
      <dgm:t>
        <a:bodyPr/>
        <a:lstStyle/>
        <a:p>
          <a:endParaRPr lang="en-US"/>
        </a:p>
      </dgm:t>
    </dgm:pt>
    <dgm:pt modelId="{4FB84865-F633-4A3E-86C1-FC7CCE300440}">
      <dgm:prSet phldrT="[Text]" custT="1"/>
      <dgm:spPr/>
      <dgm:t>
        <a:bodyPr/>
        <a:lstStyle/>
        <a:p>
          <a:r>
            <a:rPr lang="en-US" sz="2400" err="1"/>
            <a:t>Có</a:t>
          </a:r>
          <a:r>
            <a:rPr lang="en-US" sz="2400"/>
            <a:t> </a:t>
          </a:r>
          <a:r>
            <a:rPr lang="en-US" sz="2400" err="1"/>
            <a:t>kiến</a:t>
          </a:r>
          <a:r>
            <a:rPr lang="en-US" sz="2400"/>
            <a:t> </a:t>
          </a:r>
          <a:r>
            <a:rPr lang="en-US" sz="2400" err="1"/>
            <a:t>thức</a:t>
          </a:r>
          <a:r>
            <a:rPr lang="en-US" sz="2400"/>
            <a:t> </a:t>
          </a:r>
          <a:r>
            <a:rPr lang="en-US" sz="2400" err="1"/>
            <a:t>về</a:t>
          </a:r>
          <a:r>
            <a:rPr lang="en-US" sz="2400"/>
            <a:t> </a:t>
          </a:r>
          <a:r>
            <a:rPr lang="en-US" sz="2400" err="1"/>
            <a:t>hệ</a:t>
          </a:r>
          <a:r>
            <a:rPr lang="en-US" sz="2400"/>
            <a:t> điều hành</a:t>
          </a:r>
        </a:p>
      </dgm:t>
    </dgm:pt>
    <dgm:pt modelId="{0BF39A31-63D5-4349-A909-A9E1D6A10981}" type="parTrans" cxnId="{24176DF4-B0E1-445D-AA30-759A359246B0}">
      <dgm:prSet/>
      <dgm:spPr/>
      <dgm:t>
        <a:bodyPr/>
        <a:lstStyle/>
        <a:p>
          <a:endParaRPr lang="en-US"/>
        </a:p>
      </dgm:t>
    </dgm:pt>
    <dgm:pt modelId="{EEF97599-114F-458E-9289-1B051015377D}" type="sibTrans" cxnId="{24176DF4-B0E1-445D-AA30-759A359246B0}">
      <dgm:prSet/>
      <dgm:spPr/>
      <dgm:t>
        <a:bodyPr/>
        <a:lstStyle/>
        <a:p>
          <a:endParaRPr lang="en-US"/>
        </a:p>
      </dgm:t>
    </dgm:pt>
    <dgm:pt modelId="{F6165F38-C316-427F-8CEE-DF54D40D1235}">
      <dgm:prSet phldrT="[Text]" custT="1"/>
      <dgm:spPr/>
      <dgm:t>
        <a:bodyPr/>
        <a:lstStyle/>
        <a:p>
          <a:r>
            <a:rPr lang="en-US" sz="2400" dirty="0" err="1"/>
            <a:t>Có</a:t>
          </a:r>
          <a:r>
            <a:rPr lang="en-US" sz="2400" dirty="0"/>
            <a:t> </a:t>
          </a:r>
          <a:r>
            <a:rPr lang="en-US" sz="2400" dirty="0" err="1"/>
            <a:t>kiến</a:t>
          </a:r>
          <a:r>
            <a:rPr lang="en-US" sz="2400" dirty="0"/>
            <a:t> </a:t>
          </a:r>
          <a:r>
            <a:rPr lang="en-US" sz="2400" dirty="0" err="1"/>
            <a:t>thức</a:t>
          </a:r>
          <a:r>
            <a:rPr lang="en-US" sz="2400" dirty="0"/>
            <a:t> </a:t>
          </a:r>
          <a:r>
            <a:rPr lang="en-US" sz="2400" dirty="0" err="1"/>
            <a:t>cơ</a:t>
          </a:r>
          <a:r>
            <a:rPr lang="en-US" sz="2400" dirty="0"/>
            <a:t> </a:t>
          </a:r>
          <a:r>
            <a:rPr lang="en-US" sz="2400" dirty="0" err="1"/>
            <a:t>bản</a:t>
          </a:r>
          <a:r>
            <a:rPr lang="en-US" sz="2400" dirty="0"/>
            <a:t> </a:t>
          </a:r>
          <a:r>
            <a:rPr lang="en-US" sz="2400" dirty="0" err="1"/>
            <a:t>về</a:t>
          </a:r>
          <a:r>
            <a:rPr lang="en-US" sz="2400" dirty="0"/>
            <a:t> network, storage </a:t>
          </a:r>
          <a:r>
            <a:rPr lang="en-US" sz="2400" dirty="0" err="1"/>
            <a:t>và</a:t>
          </a:r>
          <a:r>
            <a:rPr lang="en-US" sz="2400" dirty="0"/>
            <a:t> </a:t>
          </a:r>
          <a:r>
            <a:rPr lang="en-US" sz="2400" dirty="0" err="1"/>
            <a:t>phần</a:t>
          </a:r>
          <a:r>
            <a:rPr lang="en-US" sz="2400" dirty="0"/>
            <a:t> </a:t>
          </a:r>
          <a:r>
            <a:rPr lang="en-US" sz="2400" dirty="0" err="1"/>
            <a:t>cứng</a:t>
          </a:r>
          <a:r>
            <a:rPr lang="en-US" sz="2400" dirty="0"/>
            <a:t> </a:t>
          </a:r>
          <a:r>
            <a:rPr lang="en-US" sz="2400" dirty="0" err="1"/>
            <a:t>máy</a:t>
          </a:r>
          <a:r>
            <a:rPr lang="en-US" sz="2400" dirty="0"/>
            <a:t> </a:t>
          </a:r>
          <a:r>
            <a:rPr lang="en-US" sz="2400" dirty="0" err="1"/>
            <a:t>tính</a:t>
          </a:r>
          <a:endParaRPr lang="en-US" sz="2400" dirty="0"/>
        </a:p>
      </dgm:t>
    </dgm:pt>
    <dgm:pt modelId="{3F970AE2-8FF2-4AC0-B81D-F7C6A68E67F9}" type="parTrans" cxnId="{6D0E70F7-3F1A-41B9-A507-65C3F362D4B1}">
      <dgm:prSet/>
      <dgm:spPr/>
      <dgm:t>
        <a:bodyPr/>
        <a:lstStyle/>
        <a:p>
          <a:endParaRPr lang="en-US"/>
        </a:p>
      </dgm:t>
    </dgm:pt>
    <dgm:pt modelId="{AA9593E7-7425-4CEE-ACFD-B97A1CC558FE}" type="sibTrans" cxnId="{6D0E70F7-3F1A-41B9-A507-65C3F362D4B1}">
      <dgm:prSet/>
      <dgm:spPr/>
      <dgm:t>
        <a:bodyPr/>
        <a:lstStyle/>
        <a:p>
          <a:endParaRPr lang="en-US"/>
        </a:p>
      </dgm:t>
    </dgm:pt>
    <dgm:pt modelId="{6C47E032-9206-486F-99B6-46B3CB0D2A47}">
      <dgm:prSet phldrT="[Text]" custT="1"/>
      <dgm:spPr/>
      <dgm:t>
        <a:bodyPr/>
        <a:lstStyle/>
        <a:p>
          <a:r>
            <a:rPr lang="en-US" sz="2400" dirty="0" err="1"/>
            <a:t>Phiên</a:t>
          </a:r>
          <a:r>
            <a:rPr lang="en-US" sz="2400" dirty="0"/>
            <a:t> </a:t>
          </a:r>
          <a:r>
            <a:rPr lang="en-US" sz="2400" dirty="0" err="1"/>
            <a:t>bản</a:t>
          </a:r>
          <a:r>
            <a:rPr lang="en-US" sz="2400" dirty="0"/>
            <a:t> </a:t>
          </a:r>
          <a:r>
            <a:rPr lang="en-US" sz="2400" dirty="0" err="1"/>
            <a:t>Vmware</a:t>
          </a:r>
          <a:endParaRPr lang="en-US" sz="2400" dirty="0"/>
        </a:p>
      </dgm:t>
    </dgm:pt>
    <dgm:pt modelId="{3F070BAB-FB20-4A85-A15A-A68C7EC3D08B}" type="parTrans" cxnId="{0B4F2C58-D07A-4CE3-9973-1E0396726BEF}">
      <dgm:prSet/>
      <dgm:spPr/>
      <dgm:t>
        <a:bodyPr/>
        <a:lstStyle/>
        <a:p>
          <a:endParaRPr lang="en-US"/>
        </a:p>
      </dgm:t>
    </dgm:pt>
    <dgm:pt modelId="{3F213DC4-DC4C-4B14-8F17-4D9FD0FAC3D2}" type="sibTrans" cxnId="{0B4F2C58-D07A-4CE3-9973-1E0396726BEF}">
      <dgm:prSet/>
      <dgm:spPr/>
      <dgm:t>
        <a:bodyPr/>
        <a:lstStyle/>
        <a:p>
          <a:endParaRPr lang="en-US"/>
        </a:p>
      </dgm:t>
    </dgm:pt>
    <dgm:pt modelId="{8639ECCC-0D0C-4422-AFFA-574810D218F8}">
      <dgm:prSet phldrT="[Text]" custT="1"/>
      <dgm:spPr/>
      <dgm:t>
        <a:bodyPr/>
        <a:lstStyle/>
        <a:p>
          <a:r>
            <a:rPr lang="en-US" sz="2400" dirty="0"/>
            <a:t>VMware </a:t>
          </a:r>
          <a:r>
            <a:rPr lang="en-US" sz="2400" dirty="0" err="1"/>
            <a:t>ESXi</a:t>
          </a:r>
          <a:r>
            <a:rPr lang="en-US" sz="2400" dirty="0"/>
            <a:t> 7.0</a:t>
          </a:r>
        </a:p>
      </dgm:t>
    </dgm:pt>
    <dgm:pt modelId="{244D8E8E-DCD8-49C4-BBFF-7EEB46AC640D}" type="parTrans" cxnId="{60D4BB15-D8CA-4F41-9317-6326D3AEA4BE}">
      <dgm:prSet/>
      <dgm:spPr/>
      <dgm:t>
        <a:bodyPr/>
        <a:lstStyle/>
        <a:p>
          <a:endParaRPr lang="en-US"/>
        </a:p>
      </dgm:t>
    </dgm:pt>
    <dgm:pt modelId="{E7DD815B-BAD4-45D6-BF8C-3AEBB89DCD61}" type="sibTrans" cxnId="{60D4BB15-D8CA-4F41-9317-6326D3AEA4BE}">
      <dgm:prSet/>
      <dgm:spPr/>
      <dgm:t>
        <a:bodyPr/>
        <a:lstStyle/>
        <a:p>
          <a:endParaRPr lang="en-US"/>
        </a:p>
      </dgm:t>
    </dgm:pt>
    <dgm:pt modelId="{CB47BA4E-23F8-45DE-BDAA-959354D0F034}">
      <dgm:prSet phldrT="[Text]" custT="1"/>
      <dgm:spPr/>
      <dgm:t>
        <a:bodyPr/>
        <a:lstStyle/>
        <a:p>
          <a:r>
            <a:rPr lang="en-US" sz="2400" dirty="0"/>
            <a:t>VMware vCenter Server 7.0</a:t>
          </a:r>
        </a:p>
      </dgm:t>
    </dgm:pt>
    <dgm:pt modelId="{7BB81475-0D96-4A34-9A6F-E8A141BF54D4}" type="parTrans" cxnId="{DD291AE2-5876-4742-B021-557E601658AE}">
      <dgm:prSet/>
      <dgm:spPr/>
      <dgm:t>
        <a:bodyPr/>
        <a:lstStyle/>
        <a:p>
          <a:endParaRPr lang="en-US"/>
        </a:p>
      </dgm:t>
    </dgm:pt>
    <dgm:pt modelId="{81097D11-0C04-4006-A3CB-C4481831BF94}" type="sibTrans" cxnId="{DD291AE2-5876-4742-B021-557E601658AE}">
      <dgm:prSet/>
      <dgm:spPr/>
      <dgm:t>
        <a:bodyPr/>
        <a:lstStyle/>
        <a:p>
          <a:endParaRPr lang="en-US"/>
        </a:p>
      </dgm:t>
    </dgm:pt>
    <dgm:pt modelId="{444FAF64-C3A5-4E08-BD42-50F33FF17E8E}" type="pres">
      <dgm:prSet presAssocID="{7937E0D1-D147-4D77-BBF5-3CD558D09B94}" presName="linear" presStyleCnt="0">
        <dgm:presLayoutVars>
          <dgm:animLvl val="lvl"/>
          <dgm:resizeHandles val="exact"/>
        </dgm:presLayoutVars>
      </dgm:prSet>
      <dgm:spPr/>
    </dgm:pt>
    <dgm:pt modelId="{C3DEE67E-5EAB-49D0-A60D-9949CA22D0C8}" type="pres">
      <dgm:prSet presAssocID="{439D8D56-2A1A-45B3-B52C-E5505E38EC3A}" presName="parentText" presStyleLbl="node1" presStyleIdx="0" presStyleCnt="3" custScaleY="49479">
        <dgm:presLayoutVars>
          <dgm:chMax val="0"/>
          <dgm:bulletEnabled val="1"/>
        </dgm:presLayoutVars>
      </dgm:prSet>
      <dgm:spPr/>
    </dgm:pt>
    <dgm:pt modelId="{5D4765F2-EADC-4F13-A14D-C79451FEEEBF}" type="pres">
      <dgm:prSet presAssocID="{439D8D56-2A1A-45B3-B52C-E5505E38EC3A}" presName="childText" presStyleLbl="revTx" presStyleIdx="0" presStyleCnt="3">
        <dgm:presLayoutVars>
          <dgm:bulletEnabled val="1"/>
        </dgm:presLayoutVars>
      </dgm:prSet>
      <dgm:spPr/>
    </dgm:pt>
    <dgm:pt modelId="{2E60FE62-EB29-49D1-9BAB-8300ADA2C4D6}" type="pres">
      <dgm:prSet presAssocID="{41DF5AB4-4B51-4FEB-A6BA-3654E7FB970D}" presName="parentText" presStyleLbl="node1" presStyleIdx="1" presStyleCnt="3" custScaleY="49897">
        <dgm:presLayoutVars>
          <dgm:chMax val="0"/>
          <dgm:bulletEnabled val="1"/>
        </dgm:presLayoutVars>
      </dgm:prSet>
      <dgm:spPr/>
    </dgm:pt>
    <dgm:pt modelId="{4789CC97-DBF3-4EB9-BB15-31A9EF883B72}" type="pres">
      <dgm:prSet presAssocID="{41DF5AB4-4B51-4FEB-A6BA-3654E7FB970D}" presName="childText" presStyleLbl="revTx" presStyleIdx="1" presStyleCnt="3">
        <dgm:presLayoutVars>
          <dgm:bulletEnabled val="1"/>
        </dgm:presLayoutVars>
      </dgm:prSet>
      <dgm:spPr/>
    </dgm:pt>
    <dgm:pt modelId="{375942CA-401C-4182-8DEB-D6109F7DAFFB}" type="pres">
      <dgm:prSet presAssocID="{6C47E032-9206-486F-99B6-46B3CB0D2A47}" presName="parentText" presStyleLbl="node1" presStyleIdx="2" presStyleCnt="3" custScaleY="50854">
        <dgm:presLayoutVars>
          <dgm:chMax val="0"/>
          <dgm:bulletEnabled val="1"/>
        </dgm:presLayoutVars>
      </dgm:prSet>
      <dgm:spPr/>
    </dgm:pt>
    <dgm:pt modelId="{40C9BBF1-5C5C-4EC6-9496-3A7F57E9D19D}" type="pres">
      <dgm:prSet presAssocID="{6C47E032-9206-486F-99B6-46B3CB0D2A47}" presName="childText" presStyleLbl="revTx" presStyleIdx="2" presStyleCnt="3">
        <dgm:presLayoutVars>
          <dgm:bulletEnabled val="1"/>
        </dgm:presLayoutVars>
      </dgm:prSet>
      <dgm:spPr/>
    </dgm:pt>
  </dgm:ptLst>
  <dgm:cxnLst>
    <dgm:cxn modelId="{C9DD8800-B8E5-4B7B-9361-FFD9EAD9DF73}" type="presOf" srcId="{439D8D56-2A1A-45B3-B52C-E5505E38EC3A}" destId="{C3DEE67E-5EAB-49D0-A60D-9949CA22D0C8}" srcOrd="0" destOrd="0" presId="urn:microsoft.com/office/officeart/2005/8/layout/vList2"/>
    <dgm:cxn modelId="{60D4BB15-D8CA-4F41-9317-6326D3AEA4BE}" srcId="{6C47E032-9206-486F-99B6-46B3CB0D2A47}" destId="{8639ECCC-0D0C-4422-AFFA-574810D218F8}" srcOrd="0" destOrd="0" parTransId="{244D8E8E-DCD8-49C4-BBFF-7EEB46AC640D}" sibTransId="{E7DD815B-BAD4-45D6-BF8C-3AEBB89DCD61}"/>
    <dgm:cxn modelId="{8E7E3032-4D9F-409F-AFF1-5EE267493EAC}" type="presOf" srcId="{21B8957F-3840-407B-8D9E-5B975A0BAC78}" destId="{5D4765F2-EADC-4F13-A14D-C79451FEEEBF}" srcOrd="0" destOrd="0" presId="urn:microsoft.com/office/officeart/2005/8/layout/vList2"/>
    <dgm:cxn modelId="{C07B5A3D-AE28-4B2F-8D58-86848077EB8B}" srcId="{7937E0D1-D147-4D77-BBF5-3CD558D09B94}" destId="{41DF5AB4-4B51-4FEB-A6BA-3654E7FB970D}" srcOrd="1" destOrd="0" parTransId="{108C51AF-A280-4BA7-8DBB-BC426C11F9CA}" sibTransId="{C2D4CEB5-A84C-4EA0-BC81-4789F4B83C89}"/>
    <dgm:cxn modelId="{75504952-FEF5-4E62-A795-61C477A49828}" type="presOf" srcId="{41DF5AB4-4B51-4FEB-A6BA-3654E7FB970D}" destId="{2E60FE62-EB29-49D1-9BAB-8300ADA2C4D6}" srcOrd="0" destOrd="0" presId="urn:microsoft.com/office/officeart/2005/8/layout/vList2"/>
    <dgm:cxn modelId="{313C6575-9579-4D03-A4E1-21BFFF595CCA}" type="presOf" srcId="{CB47BA4E-23F8-45DE-BDAA-959354D0F034}" destId="{40C9BBF1-5C5C-4EC6-9496-3A7F57E9D19D}" srcOrd="0" destOrd="1" presId="urn:microsoft.com/office/officeart/2005/8/layout/vList2"/>
    <dgm:cxn modelId="{0B4F2C58-D07A-4CE3-9973-1E0396726BEF}" srcId="{7937E0D1-D147-4D77-BBF5-3CD558D09B94}" destId="{6C47E032-9206-486F-99B6-46B3CB0D2A47}" srcOrd="2" destOrd="0" parTransId="{3F070BAB-FB20-4A85-A15A-A68C7EC3D08B}" sibTransId="{3F213DC4-DC4C-4B14-8F17-4D9FD0FAC3D2}"/>
    <dgm:cxn modelId="{EBC4217A-7F45-4866-8D31-981776B72F6B}" type="presOf" srcId="{6C47E032-9206-486F-99B6-46B3CB0D2A47}" destId="{375942CA-401C-4182-8DEB-D6109F7DAFFB}" srcOrd="0" destOrd="0" presId="urn:microsoft.com/office/officeart/2005/8/layout/vList2"/>
    <dgm:cxn modelId="{8C968784-CEA4-491C-80F2-E21ADBE7172E}" srcId="{7937E0D1-D147-4D77-BBF5-3CD558D09B94}" destId="{439D8D56-2A1A-45B3-B52C-E5505E38EC3A}" srcOrd="0" destOrd="0" parTransId="{9454377B-93FB-4615-B83D-E40210EFD4BF}" sibTransId="{E4017627-B92C-4DD6-9439-5BAA9E0461B3}"/>
    <dgm:cxn modelId="{36743292-7D8F-4E5A-8A88-1318B49F1C6D}" type="presOf" srcId="{4FB84865-F633-4A3E-86C1-FC7CCE300440}" destId="{4789CC97-DBF3-4EB9-BB15-31A9EF883B72}" srcOrd="0" destOrd="0" presId="urn:microsoft.com/office/officeart/2005/8/layout/vList2"/>
    <dgm:cxn modelId="{E6512D99-BF3C-4EE1-95F2-B267C49B2666}" srcId="{439D8D56-2A1A-45B3-B52C-E5505E38EC3A}" destId="{21B8957F-3840-407B-8D9E-5B975A0BAC78}" srcOrd="0" destOrd="0" parTransId="{240A1238-A4A1-4C67-B5E7-88067CC47A69}" sibTransId="{7E7B6B3A-5559-4154-8317-9C45ECED5902}"/>
    <dgm:cxn modelId="{12140CAD-8FCE-4CC7-8E9F-F595111B0925}" type="presOf" srcId="{F6165F38-C316-427F-8CEE-DF54D40D1235}" destId="{4789CC97-DBF3-4EB9-BB15-31A9EF883B72}" srcOrd="0" destOrd="1" presId="urn:microsoft.com/office/officeart/2005/8/layout/vList2"/>
    <dgm:cxn modelId="{BC7518BD-008C-4BF4-BC4E-E75FB46C9E7F}" type="presOf" srcId="{8639ECCC-0D0C-4422-AFFA-574810D218F8}" destId="{40C9BBF1-5C5C-4EC6-9496-3A7F57E9D19D}" srcOrd="0" destOrd="0" presId="urn:microsoft.com/office/officeart/2005/8/layout/vList2"/>
    <dgm:cxn modelId="{705AB3C3-D180-4844-9E31-FCBE224FDAC2}" type="presOf" srcId="{7937E0D1-D147-4D77-BBF5-3CD558D09B94}" destId="{444FAF64-C3A5-4E08-BD42-50F33FF17E8E}" srcOrd="0" destOrd="0" presId="urn:microsoft.com/office/officeart/2005/8/layout/vList2"/>
    <dgm:cxn modelId="{DD291AE2-5876-4742-B021-557E601658AE}" srcId="{6C47E032-9206-486F-99B6-46B3CB0D2A47}" destId="{CB47BA4E-23F8-45DE-BDAA-959354D0F034}" srcOrd="1" destOrd="0" parTransId="{7BB81475-0D96-4A34-9A6F-E8A141BF54D4}" sibTransId="{81097D11-0C04-4006-A3CB-C4481831BF94}"/>
    <dgm:cxn modelId="{24176DF4-B0E1-445D-AA30-759A359246B0}" srcId="{41DF5AB4-4B51-4FEB-A6BA-3654E7FB970D}" destId="{4FB84865-F633-4A3E-86C1-FC7CCE300440}" srcOrd="0" destOrd="0" parTransId="{0BF39A31-63D5-4349-A909-A9E1D6A10981}" sibTransId="{EEF97599-114F-458E-9289-1B051015377D}"/>
    <dgm:cxn modelId="{6D0E70F7-3F1A-41B9-A507-65C3F362D4B1}" srcId="{41DF5AB4-4B51-4FEB-A6BA-3654E7FB970D}" destId="{F6165F38-C316-427F-8CEE-DF54D40D1235}" srcOrd="1" destOrd="0" parTransId="{3F970AE2-8FF2-4AC0-B81D-F7C6A68E67F9}" sibTransId="{AA9593E7-7425-4CEE-ACFD-B97A1CC558FE}"/>
    <dgm:cxn modelId="{F28FA367-1304-4299-9F61-A4029EE75AE3}" type="presParOf" srcId="{444FAF64-C3A5-4E08-BD42-50F33FF17E8E}" destId="{C3DEE67E-5EAB-49D0-A60D-9949CA22D0C8}" srcOrd="0" destOrd="0" presId="urn:microsoft.com/office/officeart/2005/8/layout/vList2"/>
    <dgm:cxn modelId="{60EFFD96-3D6C-4C34-8D21-ED0DC24370D7}" type="presParOf" srcId="{444FAF64-C3A5-4E08-BD42-50F33FF17E8E}" destId="{5D4765F2-EADC-4F13-A14D-C79451FEEEBF}" srcOrd="1" destOrd="0" presId="urn:microsoft.com/office/officeart/2005/8/layout/vList2"/>
    <dgm:cxn modelId="{733F23AA-5830-41DC-8195-0F781F939457}" type="presParOf" srcId="{444FAF64-C3A5-4E08-BD42-50F33FF17E8E}" destId="{2E60FE62-EB29-49D1-9BAB-8300ADA2C4D6}" srcOrd="2" destOrd="0" presId="urn:microsoft.com/office/officeart/2005/8/layout/vList2"/>
    <dgm:cxn modelId="{F16D3DD6-3F80-4DB4-B3F2-56570827230A}" type="presParOf" srcId="{444FAF64-C3A5-4E08-BD42-50F33FF17E8E}" destId="{4789CC97-DBF3-4EB9-BB15-31A9EF883B72}" srcOrd="3" destOrd="0" presId="urn:microsoft.com/office/officeart/2005/8/layout/vList2"/>
    <dgm:cxn modelId="{23B93436-7AB8-4A35-9D62-8F641362DEBC}" type="presParOf" srcId="{444FAF64-C3A5-4E08-BD42-50F33FF17E8E}" destId="{375942CA-401C-4182-8DEB-D6109F7DAFFB}" srcOrd="4" destOrd="0" presId="urn:microsoft.com/office/officeart/2005/8/layout/vList2"/>
    <dgm:cxn modelId="{26EE3103-07BB-4979-B618-3487239DF9AC}" type="presParOf" srcId="{444FAF64-C3A5-4E08-BD42-50F33FF17E8E}" destId="{40C9BBF1-5C5C-4EC6-9496-3A7F57E9D19D}"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73BC88-B4FA-4FBF-B837-5E91C2AE78F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AC37C58-2AA4-47D1-9AFD-DE4DD326BE75}">
      <dgm:prSet phldrT="[Text]"/>
      <dgm:spPr/>
      <dgm:t>
        <a:bodyPr/>
        <a:lstStyle/>
        <a:p>
          <a:r>
            <a:rPr lang="en-US" dirty="0" err="1"/>
            <a:t>Giới</a:t>
          </a:r>
          <a:r>
            <a:rPr lang="en-US" dirty="0"/>
            <a:t> </a:t>
          </a:r>
          <a:r>
            <a:rPr lang="en-US" dirty="0" err="1"/>
            <a:t>thiệu</a:t>
          </a:r>
          <a:r>
            <a:rPr lang="en-US" dirty="0"/>
            <a:t> </a:t>
          </a:r>
          <a:r>
            <a:rPr lang="en-US" dirty="0" err="1"/>
            <a:t>về</a:t>
          </a:r>
          <a:r>
            <a:rPr lang="en-US" dirty="0"/>
            <a:t> </a:t>
          </a:r>
          <a:r>
            <a:rPr lang="en-US" dirty="0" err="1"/>
            <a:t>ảo</a:t>
          </a:r>
          <a:r>
            <a:rPr lang="en-US" dirty="0"/>
            <a:t> </a:t>
          </a:r>
          <a:r>
            <a:rPr lang="en-US" dirty="0" err="1"/>
            <a:t>hóa</a:t>
          </a:r>
          <a:r>
            <a:rPr lang="en-US" dirty="0"/>
            <a:t> </a:t>
          </a:r>
          <a:r>
            <a:rPr lang="en-US" dirty="0" err="1"/>
            <a:t>và</a:t>
          </a:r>
          <a:r>
            <a:rPr lang="en-US" dirty="0"/>
            <a:t> </a:t>
          </a:r>
          <a:r>
            <a:rPr lang="en-US" dirty="0" err="1"/>
            <a:t>sản</a:t>
          </a:r>
          <a:r>
            <a:rPr lang="en-US" dirty="0"/>
            <a:t> </a:t>
          </a:r>
          <a:r>
            <a:rPr lang="en-US" dirty="0" err="1"/>
            <a:t>phẩm</a:t>
          </a:r>
          <a:r>
            <a:rPr lang="en-US" dirty="0"/>
            <a:t> vSphere </a:t>
          </a:r>
          <a:r>
            <a:rPr lang="en-US" dirty="0" err="1"/>
            <a:t>của</a:t>
          </a:r>
          <a:r>
            <a:rPr lang="en-US" dirty="0"/>
            <a:t> VMWARE</a:t>
          </a:r>
        </a:p>
      </dgm:t>
    </dgm:pt>
    <dgm:pt modelId="{C61599FD-69D9-467F-84D4-E09541621EB7}" type="parTrans" cxnId="{A66502A6-0585-4CF6-B92F-6D2C35E888E6}">
      <dgm:prSet/>
      <dgm:spPr/>
      <dgm:t>
        <a:bodyPr/>
        <a:lstStyle/>
        <a:p>
          <a:endParaRPr lang="en-US"/>
        </a:p>
      </dgm:t>
    </dgm:pt>
    <dgm:pt modelId="{78E5EE88-9C83-4594-9B5B-9299E9899E41}" type="sibTrans" cxnId="{A66502A6-0585-4CF6-B92F-6D2C35E888E6}">
      <dgm:prSet/>
      <dgm:spPr/>
      <dgm:t>
        <a:bodyPr/>
        <a:lstStyle/>
        <a:p>
          <a:endParaRPr lang="en-US"/>
        </a:p>
      </dgm:t>
    </dgm:pt>
    <dgm:pt modelId="{187CB659-8636-4BED-BE61-E3B0EEE328FD}">
      <dgm:prSet phldrT="[Text]"/>
      <dgm:spPr/>
      <dgm:t>
        <a:bodyPr/>
        <a:lstStyle/>
        <a:p>
          <a:r>
            <a:rPr lang="en-US" dirty="0" err="1"/>
            <a:t>Hướng</a:t>
          </a:r>
          <a:r>
            <a:rPr lang="en-US" dirty="0"/>
            <a:t> dẫn </a:t>
          </a:r>
          <a:r>
            <a:rPr lang="en-US" dirty="0" err="1"/>
            <a:t>tạo</a:t>
          </a:r>
          <a:r>
            <a:rPr lang="en-US" dirty="0"/>
            <a:t> </a:t>
          </a:r>
          <a:r>
            <a:rPr lang="en-US" dirty="0" err="1"/>
            <a:t>và</a:t>
          </a:r>
          <a:r>
            <a:rPr lang="en-US" dirty="0"/>
            <a:t> </a:t>
          </a:r>
          <a:r>
            <a:rPr lang="en-US" dirty="0" err="1"/>
            <a:t>quản</a:t>
          </a:r>
          <a:r>
            <a:rPr lang="en-US" dirty="0"/>
            <a:t> </a:t>
          </a:r>
          <a:r>
            <a:rPr lang="en-US" dirty="0" err="1"/>
            <a:t>lý</a:t>
          </a:r>
          <a:r>
            <a:rPr lang="en-US" dirty="0"/>
            <a:t> </a:t>
          </a:r>
          <a:r>
            <a:rPr lang="en-US" dirty="0" err="1"/>
            <a:t>máy</a:t>
          </a:r>
          <a:r>
            <a:rPr lang="en-US" dirty="0"/>
            <a:t> </a:t>
          </a:r>
          <a:r>
            <a:rPr lang="en-US" dirty="0" err="1"/>
            <a:t>ảo</a:t>
          </a:r>
          <a:endParaRPr lang="en-US" dirty="0"/>
        </a:p>
      </dgm:t>
    </dgm:pt>
    <dgm:pt modelId="{2E3646F3-3428-4485-B101-E2A3A25A06A7}" type="parTrans" cxnId="{224CA24B-BE3C-4646-9DD5-92FFCF6181BD}">
      <dgm:prSet/>
      <dgm:spPr/>
      <dgm:t>
        <a:bodyPr/>
        <a:lstStyle/>
        <a:p>
          <a:endParaRPr lang="en-US"/>
        </a:p>
      </dgm:t>
    </dgm:pt>
    <dgm:pt modelId="{20D3ECB8-9C7C-4E70-92CD-3EC76E0BAE61}" type="sibTrans" cxnId="{224CA24B-BE3C-4646-9DD5-92FFCF6181BD}">
      <dgm:prSet/>
      <dgm:spPr/>
      <dgm:t>
        <a:bodyPr/>
        <a:lstStyle/>
        <a:p>
          <a:endParaRPr lang="en-US"/>
        </a:p>
      </dgm:t>
    </dgm:pt>
    <dgm:pt modelId="{7D8EC660-F99F-447A-95A2-9EB4FA86B88B}">
      <dgm:prSet phldrT="[Text]"/>
      <dgm:spPr/>
      <dgm:t>
        <a:bodyPr/>
        <a:lstStyle/>
        <a:p>
          <a:r>
            <a:rPr lang="en-US" dirty="0" err="1"/>
            <a:t>Quản</a:t>
          </a:r>
          <a:r>
            <a:rPr lang="en-US" dirty="0"/>
            <a:t> </a:t>
          </a:r>
          <a:r>
            <a:rPr lang="en-US" dirty="0" err="1"/>
            <a:t>lý</a:t>
          </a:r>
          <a:r>
            <a:rPr lang="en-US" dirty="0"/>
            <a:t> </a:t>
          </a:r>
          <a:r>
            <a:rPr lang="en-US" dirty="0" err="1"/>
            <a:t>và</a:t>
          </a:r>
          <a:r>
            <a:rPr lang="en-US" dirty="0"/>
            <a:t> </a:t>
          </a:r>
          <a:r>
            <a:rPr lang="en-US" dirty="0" err="1"/>
            <a:t>giám</a:t>
          </a:r>
          <a:r>
            <a:rPr lang="en-US" dirty="0"/>
            <a:t> </a:t>
          </a:r>
          <a:r>
            <a:rPr lang="en-US" dirty="0" err="1"/>
            <a:t>sát</a:t>
          </a:r>
          <a:r>
            <a:rPr lang="en-US" dirty="0"/>
            <a:t> </a:t>
          </a:r>
          <a:r>
            <a:rPr lang="en-US" dirty="0" err="1"/>
            <a:t>tài</a:t>
          </a:r>
          <a:r>
            <a:rPr lang="en-US" dirty="0"/>
            <a:t> </a:t>
          </a:r>
          <a:r>
            <a:rPr lang="en-US" dirty="0" err="1"/>
            <a:t>nguyên</a:t>
          </a:r>
          <a:r>
            <a:rPr lang="en-US" dirty="0"/>
            <a:t> </a:t>
          </a:r>
          <a:r>
            <a:rPr lang="en-US" dirty="0" err="1"/>
            <a:t>ảo</a:t>
          </a:r>
          <a:r>
            <a:rPr lang="en-US" dirty="0"/>
            <a:t> </a:t>
          </a:r>
          <a:r>
            <a:rPr lang="en-US" dirty="0" err="1"/>
            <a:t>hóa</a:t>
          </a:r>
          <a:endParaRPr lang="en-US" dirty="0"/>
        </a:p>
      </dgm:t>
    </dgm:pt>
    <dgm:pt modelId="{37282D59-4E2B-4155-89E3-A573F8F4849E}" type="parTrans" cxnId="{C495C19A-E967-4B75-87DB-37947222848C}">
      <dgm:prSet/>
      <dgm:spPr/>
      <dgm:t>
        <a:bodyPr/>
        <a:lstStyle/>
        <a:p>
          <a:endParaRPr lang="en-US"/>
        </a:p>
      </dgm:t>
    </dgm:pt>
    <dgm:pt modelId="{3240042F-D60A-4EFB-A65C-4B9776F5F96B}" type="sibTrans" cxnId="{C495C19A-E967-4B75-87DB-37947222848C}">
      <dgm:prSet/>
      <dgm:spPr/>
      <dgm:t>
        <a:bodyPr/>
        <a:lstStyle/>
        <a:p>
          <a:endParaRPr lang="en-US"/>
        </a:p>
      </dgm:t>
    </dgm:pt>
    <dgm:pt modelId="{4A30F0FF-DAF6-4A51-94A3-967FE2600D5F}">
      <dgm:prSet phldrT="[Text]"/>
      <dgm:spPr/>
      <dgm:t>
        <a:bodyPr/>
        <a:lstStyle/>
        <a:p>
          <a:r>
            <a:rPr lang="en-US" dirty="0" err="1"/>
            <a:t>Giới</a:t>
          </a:r>
          <a:r>
            <a:rPr lang="en-US" dirty="0"/>
            <a:t> </a:t>
          </a:r>
          <a:r>
            <a:rPr lang="en-US" dirty="0" err="1"/>
            <a:t>thiệu</a:t>
          </a:r>
          <a:r>
            <a:rPr lang="en-US" dirty="0"/>
            <a:t> </a:t>
          </a:r>
          <a:r>
            <a:rPr lang="en-US" dirty="0" err="1"/>
            <a:t>về</a:t>
          </a:r>
          <a:r>
            <a:rPr lang="en-US" dirty="0"/>
            <a:t> vSphere Cluster</a:t>
          </a:r>
        </a:p>
      </dgm:t>
    </dgm:pt>
    <dgm:pt modelId="{994B85E5-C2CB-4DFA-8D4C-6FF7765A9B9F}" type="parTrans" cxnId="{031D656F-7911-43B1-B3D3-85589912FBD6}">
      <dgm:prSet/>
      <dgm:spPr/>
      <dgm:t>
        <a:bodyPr/>
        <a:lstStyle/>
        <a:p>
          <a:endParaRPr lang="en-US"/>
        </a:p>
      </dgm:t>
    </dgm:pt>
    <dgm:pt modelId="{2ADEBA4C-99D0-41F7-84B0-68F43DB5371B}" type="sibTrans" cxnId="{031D656F-7911-43B1-B3D3-85589912FBD6}">
      <dgm:prSet/>
      <dgm:spPr/>
      <dgm:t>
        <a:bodyPr/>
        <a:lstStyle/>
        <a:p>
          <a:endParaRPr lang="en-US"/>
        </a:p>
      </dgm:t>
    </dgm:pt>
    <dgm:pt modelId="{7FC77A64-2013-4375-B416-B2B27DBDC268}" type="pres">
      <dgm:prSet presAssocID="{2D73BC88-B4FA-4FBF-B837-5E91C2AE78F1}" presName="linear" presStyleCnt="0">
        <dgm:presLayoutVars>
          <dgm:dir/>
          <dgm:animLvl val="lvl"/>
          <dgm:resizeHandles val="exact"/>
        </dgm:presLayoutVars>
      </dgm:prSet>
      <dgm:spPr/>
    </dgm:pt>
    <dgm:pt modelId="{FE99EEBE-7F9F-4AA6-A26B-5454271B0B80}" type="pres">
      <dgm:prSet presAssocID="{EAC37C58-2AA4-47D1-9AFD-DE4DD326BE75}" presName="parentLin" presStyleCnt="0"/>
      <dgm:spPr/>
    </dgm:pt>
    <dgm:pt modelId="{1052C032-E5A7-4B00-8CCE-EF76BACFE402}" type="pres">
      <dgm:prSet presAssocID="{EAC37C58-2AA4-47D1-9AFD-DE4DD326BE75}" presName="parentLeftMargin" presStyleLbl="node1" presStyleIdx="0" presStyleCnt="4"/>
      <dgm:spPr/>
    </dgm:pt>
    <dgm:pt modelId="{5797E8BA-89A8-41AF-AAAB-B1179AD1F0AE}" type="pres">
      <dgm:prSet presAssocID="{EAC37C58-2AA4-47D1-9AFD-DE4DD326BE75}" presName="parentText" presStyleLbl="node1" presStyleIdx="0" presStyleCnt="4" custScaleX="124434">
        <dgm:presLayoutVars>
          <dgm:chMax val="0"/>
          <dgm:bulletEnabled val="1"/>
        </dgm:presLayoutVars>
      </dgm:prSet>
      <dgm:spPr/>
    </dgm:pt>
    <dgm:pt modelId="{E4B250DE-C4BE-41C1-BF1E-4970270A23F0}" type="pres">
      <dgm:prSet presAssocID="{EAC37C58-2AA4-47D1-9AFD-DE4DD326BE75}" presName="negativeSpace" presStyleCnt="0"/>
      <dgm:spPr/>
    </dgm:pt>
    <dgm:pt modelId="{35D557D5-FA5D-4B18-8D01-753CAD486094}" type="pres">
      <dgm:prSet presAssocID="{EAC37C58-2AA4-47D1-9AFD-DE4DD326BE75}" presName="childText" presStyleLbl="conFgAcc1" presStyleIdx="0" presStyleCnt="4">
        <dgm:presLayoutVars>
          <dgm:bulletEnabled val="1"/>
        </dgm:presLayoutVars>
      </dgm:prSet>
      <dgm:spPr/>
    </dgm:pt>
    <dgm:pt modelId="{66F7BE66-6B45-47F7-A8D4-7B21590AEFCE}" type="pres">
      <dgm:prSet presAssocID="{78E5EE88-9C83-4594-9B5B-9299E9899E41}" presName="spaceBetweenRectangles" presStyleCnt="0"/>
      <dgm:spPr/>
    </dgm:pt>
    <dgm:pt modelId="{9C9E4771-D38A-4957-89E2-A01B127CC19E}" type="pres">
      <dgm:prSet presAssocID="{187CB659-8636-4BED-BE61-E3B0EEE328FD}" presName="parentLin" presStyleCnt="0"/>
      <dgm:spPr/>
    </dgm:pt>
    <dgm:pt modelId="{31EF94D2-2980-462D-9DF4-6C4CC6B083A4}" type="pres">
      <dgm:prSet presAssocID="{187CB659-8636-4BED-BE61-E3B0EEE328FD}" presName="parentLeftMargin" presStyleLbl="node1" presStyleIdx="0" presStyleCnt="4"/>
      <dgm:spPr/>
    </dgm:pt>
    <dgm:pt modelId="{01254505-6B58-4A57-842F-57C2866A239E}" type="pres">
      <dgm:prSet presAssocID="{187CB659-8636-4BED-BE61-E3B0EEE328FD}" presName="parentText" presStyleLbl="node1" presStyleIdx="1" presStyleCnt="4" custScaleX="123910">
        <dgm:presLayoutVars>
          <dgm:chMax val="0"/>
          <dgm:bulletEnabled val="1"/>
        </dgm:presLayoutVars>
      </dgm:prSet>
      <dgm:spPr/>
    </dgm:pt>
    <dgm:pt modelId="{F4D182F6-8E90-441A-A2A0-7616E310DABD}" type="pres">
      <dgm:prSet presAssocID="{187CB659-8636-4BED-BE61-E3B0EEE328FD}" presName="negativeSpace" presStyleCnt="0"/>
      <dgm:spPr/>
    </dgm:pt>
    <dgm:pt modelId="{E534B5D7-0E76-4651-8F18-106A78DD0DEE}" type="pres">
      <dgm:prSet presAssocID="{187CB659-8636-4BED-BE61-E3B0EEE328FD}" presName="childText" presStyleLbl="conFgAcc1" presStyleIdx="1" presStyleCnt="4">
        <dgm:presLayoutVars>
          <dgm:bulletEnabled val="1"/>
        </dgm:presLayoutVars>
      </dgm:prSet>
      <dgm:spPr/>
    </dgm:pt>
    <dgm:pt modelId="{C7D1F08F-89CF-4AF9-B668-A40155EE1447}" type="pres">
      <dgm:prSet presAssocID="{20D3ECB8-9C7C-4E70-92CD-3EC76E0BAE61}" presName="spaceBetweenRectangles" presStyleCnt="0"/>
      <dgm:spPr/>
    </dgm:pt>
    <dgm:pt modelId="{0ACBB946-56C7-43B8-A9E0-E7ED204576BB}" type="pres">
      <dgm:prSet presAssocID="{7D8EC660-F99F-447A-95A2-9EB4FA86B88B}" presName="parentLin" presStyleCnt="0"/>
      <dgm:spPr/>
    </dgm:pt>
    <dgm:pt modelId="{606998B1-6D93-4034-A278-075E9579206B}" type="pres">
      <dgm:prSet presAssocID="{7D8EC660-F99F-447A-95A2-9EB4FA86B88B}" presName="parentLeftMargin" presStyleLbl="node1" presStyleIdx="1" presStyleCnt="4"/>
      <dgm:spPr/>
    </dgm:pt>
    <dgm:pt modelId="{3FDEE2FC-CE12-4F42-8B3E-57E971D42735}" type="pres">
      <dgm:prSet presAssocID="{7D8EC660-F99F-447A-95A2-9EB4FA86B88B}" presName="parentText" presStyleLbl="node1" presStyleIdx="2" presStyleCnt="4" custScaleX="123860">
        <dgm:presLayoutVars>
          <dgm:chMax val="0"/>
          <dgm:bulletEnabled val="1"/>
        </dgm:presLayoutVars>
      </dgm:prSet>
      <dgm:spPr/>
    </dgm:pt>
    <dgm:pt modelId="{CE7207B4-611A-45D7-A8F6-9D7027C1D1AC}" type="pres">
      <dgm:prSet presAssocID="{7D8EC660-F99F-447A-95A2-9EB4FA86B88B}" presName="negativeSpace" presStyleCnt="0"/>
      <dgm:spPr/>
    </dgm:pt>
    <dgm:pt modelId="{AD98E560-5A36-460F-A30B-30B1B159B1B9}" type="pres">
      <dgm:prSet presAssocID="{7D8EC660-F99F-447A-95A2-9EB4FA86B88B}" presName="childText" presStyleLbl="conFgAcc1" presStyleIdx="2" presStyleCnt="4">
        <dgm:presLayoutVars>
          <dgm:bulletEnabled val="1"/>
        </dgm:presLayoutVars>
      </dgm:prSet>
      <dgm:spPr/>
    </dgm:pt>
    <dgm:pt modelId="{D3D0CC63-3740-4800-8AEB-B0A26557FE0C}" type="pres">
      <dgm:prSet presAssocID="{3240042F-D60A-4EFB-A65C-4B9776F5F96B}" presName="spaceBetweenRectangles" presStyleCnt="0"/>
      <dgm:spPr/>
    </dgm:pt>
    <dgm:pt modelId="{1C5A2D6B-F6E7-4817-840A-C160356ED91A}" type="pres">
      <dgm:prSet presAssocID="{4A30F0FF-DAF6-4A51-94A3-967FE2600D5F}" presName="parentLin" presStyleCnt="0"/>
      <dgm:spPr/>
    </dgm:pt>
    <dgm:pt modelId="{34995B86-AAF6-4D28-89AB-0BD2700FF0E1}" type="pres">
      <dgm:prSet presAssocID="{4A30F0FF-DAF6-4A51-94A3-967FE2600D5F}" presName="parentLeftMargin" presStyleLbl="node1" presStyleIdx="2" presStyleCnt="4"/>
      <dgm:spPr/>
    </dgm:pt>
    <dgm:pt modelId="{701A9039-6C9E-4228-A3A1-9F6F5B97616B}" type="pres">
      <dgm:prSet presAssocID="{4A30F0FF-DAF6-4A51-94A3-967FE2600D5F}" presName="parentText" presStyleLbl="node1" presStyleIdx="3" presStyleCnt="4" custScaleX="123709">
        <dgm:presLayoutVars>
          <dgm:chMax val="0"/>
          <dgm:bulletEnabled val="1"/>
        </dgm:presLayoutVars>
      </dgm:prSet>
      <dgm:spPr/>
    </dgm:pt>
    <dgm:pt modelId="{7F05940A-0534-42F5-A239-952E0197A05D}" type="pres">
      <dgm:prSet presAssocID="{4A30F0FF-DAF6-4A51-94A3-967FE2600D5F}" presName="negativeSpace" presStyleCnt="0"/>
      <dgm:spPr/>
    </dgm:pt>
    <dgm:pt modelId="{628F7EBE-6761-4B74-AD49-39A67DE73327}" type="pres">
      <dgm:prSet presAssocID="{4A30F0FF-DAF6-4A51-94A3-967FE2600D5F}" presName="childText" presStyleLbl="conFgAcc1" presStyleIdx="3" presStyleCnt="4">
        <dgm:presLayoutVars>
          <dgm:bulletEnabled val="1"/>
        </dgm:presLayoutVars>
      </dgm:prSet>
      <dgm:spPr/>
    </dgm:pt>
  </dgm:ptLst>
  <dgm:cxnLst>
    <dgm:cxn modelId="{0944C20A-94EF-4FD2-9735-875F710B1BCC}" type="presOf" srcId="{7D8EC660-F99F-447A-95A2-9EB4FA86B88B}" destId="{3FDEE2FC-CE12-4F42-8B3E-57E971D42735}" srcOrd="1" destOrd="0" presId="urn:microsoft.com/office/officeart/2005/8/layout/list1"/>
    <dgm:cxn modelId="{A0093529-AB1E-449E-A8AB-815A5BEFA5C2}" type="presOf" srcId="{EAC37C58-2AA4-47D1-9AFD-DE4DD326BE75}" destId="{5797E8BA-89A8-41AF-AAAB-B1179AD1F0AE}" srcOrd="1" destOrd="0" presId="urn:microsoft.com/office/officeart/2005/8/layout/list1"/>
    <dgm:cxn modelId="{D794473D-342F-49B6-8588-8FFD7C9E3465}" type="presOf" srcId="{4A30F0FF-DAF6-4A51-94A3-967FE2600D5F}" destId="{701A9039-6C9E-4228-A3A1-9F6F5B97616B}" srcOrd="1" destOrd="0" presId="urn:microsoft.com/office/officeart/2005/8/layout/list1"/>
    <dgm:cxn modelId="{95010364-695A-4056-9462-C316E14447F0}" type="presOf" srcId="{7D8EC660-F99F-447A-95A2-9EB4FA86B88B}" destId="{606998B1-6D93-4034-A278-075E9579206B}" srcOrd="0" destOrd="0" presId="urn:microsoft.com/office/officeart/2005/8/layout/list1"/>
    <dgm:cxn modelId="{224CA24B-BE3C-4646-9DD5-92FFCF6181BD}" srcId="{2D73BC88-B4FA-4FBF-B837-5E91C2AE78F1}" destId="{187CB659-8636-4BED-BE61-E3B0EEE328FD}" srcOrd="1" destOrd="0" parTransId="{2E3646F3-3428-4485-B101-E2A3A25A06A7}" sibTransId="{20D3ECB8-9C7C-4E70-92CD-3EC76E0BAE61}"/>
    <dgm:cxn modelId="{031D656F-7911-43B1-B3D3-85589912FBD6}" srcId="{2D73BC88-B4FA-4FBF-B837-5E91C2AE78F1}" destId="{4A30F0FF-DAF6-4A51-94A3-967FE2600D5F}" srcOrd="3" destOrd="0" parTransId="{994B85E5-C2CB-4DFA-8D4C-6FF7765A9B9F}" sibTransId="{2ADEBA4C-99D0-41F7-84B0-68F43DB5371B}"/>
    <dgm:cxn modelId="{A24C1550-0518-4330-A6EF-0E7F5E2E1467}" type="presOf" srcId="{2D73BC88-B4FA-4FBF-B837-5E91C2AE78F1}" destId="{7FC77A64-2013-4375-B416-B2B27DBDC268}" srcOrd="0" destOrd="0" presId="urn:microsoft.com/office/officeart/2005/8/layout/list1"/>
    <dgm:cxn modelId="{BBF47A77-0307-43FE-8A62-B65DB6AE927F}" type="presOf" srcId="{187CB659-8636-4BED-BE61-E3B0EEE328FD}" destId="{01254505-6B58-4A57-842F-57C2866A239E}" srcOrd="1" destOrd="0" presId="urn:microsoft.com/office/officeart/2005/8/layout/list1"/>
    <dgm:cxn modelId="{CFAAB877-080E-4AFB-B09D-9B1B01B36AA4}" type="presOf" srcId="{187CB659-8636-4BED-BE61-E3B0EEE328FD}" destId="{31EF94D2-2980-462D-9DF4-6C4CC6B083A4}" srcOrd="0" destOrd="0" presId="urn:microsoft.com/office/officeart/2005/8/layout/list1"/>
    <dgm:cxn modelId="{0B5B9B8F-8774-4A58-AC71-EF6EB43BD5AF}" type="presOf" srcId="{EAC37C58-2AA4-47D1-9AFD-DE4DD326BE75}" destId="{1052C032-E5A7-4B00-8CCE-EF76BACFE402}" srcOrd="0" destOrd="0" presId="urn:microsoft.com/office/officeart/2005/8/layout/list1"/>
    <dgm:cxn modelId="{C495C19A-E967-4B75-87DB-37947222848C}" srcId="{2D73BC88-B4FA-4FBF-B837-5E91C2AE78F1}" destId="{7D8EC660-F99F-447A-95A2-9EB4FA86B88B}" srcOrd="2" destOrd="0" parTransId="{37282D59-4E2B-4155-89E3-A573F8F4849E}" sibTransId="{3240042F-D60A-4EFB-A65C-4B9776F5F96B}"/>
    <dgm:cxn modelId="{A66502A6-0585-4CF6-B92F-6D2C35E888E6}" srcId="{2D73BC88-B4FA-4FBF-B837-5E91C2AE78F1}" destId="{EAC37C58-2AA4-47D1-9AFD-DE4DD326BE75}" srcOrd="0" destOrd="0" parTransId="{C61599FD-69D9-467F-84D4-E09541621EB7}" sibTransId="{78E5EE88-9C83-4594-9B5B-9299E9899E41}"/>
    <dgm:cxn modelId="{B73D61DC-E78B-4394-9C86-983DF5FB0924}" type="presOf" srcId="{4A30F0FF-DAF6-4A51-94A3-967FE2600D5F}" destId="{34995B86-AAF6-4D28-89AB-0BD2700FF0E1}" srcOrd="0" destOrd="0" presId="urn:microsoft.com/office/officeart/2005/8/layout/list1"/>
    <dgm:cxn modelId="{72B0FB4A-22C9-4312-9863-2F8A5CC4E37D}" type="presParOf" srcId="{7FC77A64-2013-4375-B416-B2B27DBDC268}" destId="{FE99EEBE-7F9F-4AA6-A26B-5454271B0B80}" srcOrd="0" destOrd="0" presId="urn:microsoft.com/office/officeart/2005/8/layout/list1"/>
    <dgm:cxn modelId="{8002E1B9-56A1-4681-AE30-390DA2672C66}" type="presParOf" srcId="{FE99EEBE-7F9F-4AA6-A26B-5454271B0B80}" destId="{1052C032-E5A7-4B00-8CCE-EF76BACFE402}" srcOrd="0" destOrd="0" presId="urn:microsoft.com/office/officeart/2005/8/layout/list1"/>
    <dgm:cxn modelId="{32AA6D41-BE35-4F58-8330-C62A4CE9CB8B}" type="presParOf" srcId="{FE99EEBE-7F9F-4AA6-A26B-5454271B0B80}" destId="{5797E8BA-89A8-41AF-AAAB-B1179AD1F0AE}" srcOrd="1" destOrd="0" presId="urn:microsoft.com/office/officeart/2005/8/layout/list1"/>
    <dgm:cxn modelId="{9E7CF174-C295-4FCA-8A9B-623B1523D580}" type="presParOf" srcId="{7FC77A64-2013-4375-B416-B2B27DBDC268}" destId="{E4B250DE-C4BE-41C1-BF1E-4970270A23F0}" srcOrd="1" destOrd="0" presId="urn:microsoft.com/office/officeart/2005/8/layout/list1"/>
    <dgm:cxn modelId="{73CDE5B4-9E48-41FD-BE4E-4988DDF56D25}" type="presParOf" srcId="{7FC77A64-2013-4375-B416-B2B27DBDC268}" destId="{35D557D5-FA5D-4B18-8D01-753CAD486094}" srcOrd="2" destOrd="0" presId="urn:microsoft.com/office/officeart/2005/8/layout/list1"/>
    <dgm:cxn modelId="{0F3729FA-B2BF-4C27-86F0-C49E4937BF85}" type="presParOf" srcId="{7FC77A64-2013-4375-B416-B2B27DBDC268}" destId="{66F7BE66-6B45-47F7-A8D4-7B21590AEFCE}" srcOrd="3" destOrd="0" presId="urn:microsoft.com/office/officeart/2005/8/layout/list1"/>
    <dgm:cxn modelId="{4F1A6F23-A36C-4FFA-B55D-0F0CC371EEA6}" type="presParOf" srcId="{7FC77A64-2013-4375-B416-B2B27DBDC268}" destId="{9C9E4771-D38A-4957-89E2-A01B127CC19E}" srcOrd="4" destOrd="0" presId="urn:microsoft.com/office/officeart/2005/8/layout/list1"/>
    <dgm:cxn modelId="{8D4DE307-6926-40ED-952B-3A2EB6B6F285}" type="presParOf" srcId="{9C9E4771-D38A-4957-89E2-A01B127CC19E}" destId="{31EF94D2-2980-462D-9DF4-6C4CC6B083A4}" srcOrd="0" destOrd="0" presId="urn:microsoft.com/office/officeart/2005/8/layout/list1"/>
    <dgm:cxn modelId="{849D1B61-7F6D-4356-B9B4-B7C4997F4177}" type="presParOf" srcId="{9C9E4771-D38A-4957-89E2-A01B127CC19E}" destId="{01254505-6B58-4A57-842F-57C2866A239E}" srcOrd="1" destOrd="0" presId="urn:microsoft.com/office/officeart/2005/8/layout/list1"/>
    <dgm:cxn modelId="{9260CA5C-8691-491C-93A7-EB588360A022}" type="presParOf" srcId="{7FC77A64-2013-4375-B416-B2B27DBDC268}" destId="{F4D182F6-8E90-441A-A2A0-7616E310DABD}" srcOrd="5" destOrd="0" presId="urn:microsoft.com/office/officeart/2005/8/layout/list1"/>
    <dgm:cxn modelId="{9C3CDC21-610F-494A-AC07-9E19A93C15B7}" type="presParOf" srcId="{7FC77A64-2013-4375-B416-B2B27DBDC268}" destId="{E534B5D7-0E76-4651-8F18-106A78DD0DEE}" srcOrd="6" destOrd="0" presId="urn:microsoft.com/office/officeart/2005/8/layout/list1"/>
    <dgm:cxn modelId="{7D66FD0A-CDE4-4C84-B53D-A5D39A242B5B}" type="presParOf" srcId="{7FC77A64-2013-4375-B416-B2B27DBDC268}" destId="{C7D1F08F-89CF-4AF9-B668-A40155EE1447}" srcOrd="7" destOrd="0" presId="urn:microsoft.com/office/officeart/2005/8/layout/list1"/>
    <dgm:cxn modelId="{71CE1170-81B5-4D46-ADB4-98CA931F89EC}" type="presParOf" srcId="{7FC77A64-2013-4375-B416-B2B27DBDC268}" destId="{0ACBB946-56C7-43B8-A9E0-E7ED204576BB}" srcOrd="8" destOrd="0" presId="urn:microsoft.com/office/officeart/2005/8/layout/list1"/>
    <dgm:cxn modelId="{6D55B83D-33B9-4CAF-AC31-8C062CB12EE2}" type="presParOf" srcId="{0ACBB946-56C7-43B8-A9E0-E7ED204576BB}" destId="{606998B1-6D93-4034-A278-075E9579206B}" srcOrd="0" destOrd="0" presId="urn:microsoft.com/office/officeart/2005/8/layout/list1"/>
    <dgm:cxn modelId="{8115C69F-2B89-4E54-AF72-2A618B0954C9}" type="presParOf" srcId="{0ACBB946-56C7-43B8-A9E0-E7ED204576BB}" destId="{3FDEE2FC-CE12-4F42-8B3E-57E971D42735}" srcOrd="1" destOrd="0" presId="urn:microsoft.com/office/officeart/2005/8/layout/list1"/>
    <dgm:cxn modelId="{76363BC1-1341-4215-9030-314B3CE9E1E9}" type="presParOf" srcId="{7FC77A64-2013-4375-B416-B2B27DBDC268}" destId="{CE7207B4-611A-45D7-A8F6-9D7027C1D1AC}" srcOrd="9" destOrd="0" presId="urn:microsoft.com/office/officeart/2005/8/layout/list1"/>
    <dgm:cxn modelId="{C6DA1C4B-A792-4D1C-B1CF-AFA7D09B1843}" type="presParOf" srcId="{7FC77A64-2013-4375-B416-B2B27DBDC268}" destId="{AD98E560-5A36-460F-A30B-30B1B159B1B9}" srcOrd="10" destOrd="0" presId="urn:microsoft.com/office/officeart/2005/8/layout/list1"/>
    <dgm:cxn modelId="{CC539FD7-3D98-465C-A490-39718E59D7A3}" type="presParOf" srcId="{7FC77A64-2013-4375-B416-B2B27DBDC268}" destId="{D3D0CC63-3740-4800-8AEB-B0A26557FE0C}" srcOrd="11" destOrd="0" presId="urn:microsoft.com/office/officeart/2005/8/layout/list1"/>
    <dgm:cxn modelId="{DBF82BEF-1D5D-48EF-B595-945E83DAB3DB}" type="presParOf" srcId="{7FC77A64-2013-4375-B416-B2B27DBDC268}" destId="{1C5A2D6B-F6E7-4817-840A-C160356ED91A}" srcOrd="12" destOrd="0" presId="urn:microsoft.com/office/officeart/2005/8/layout/list1"/>
    <dgm:cxn modelId="{0CE9A966-3C7E-4840-A4DD-7E3C722176B7}" type="presParOf" srcId="{1C5A2D6B-F6E7-4817-840A-C160356ED91A}" destId="{34995B86-AAF6-4D28-89AB-0BD2700FF0E1}" srcOrd="0" destOrd="0" presId="urn:microsoft.com/office/officeart/2005/8/layout/list1"/>
    <dgm:cxn modelId="{3E1A154B-5904-441D-BEF4-87E0DDE7BA06}" type="presParOf" srcId="{1C5A2D6B-F6E7-4817-840A-C160356ED91A}" destId="{701A9039-6C9E-4228-A3A1-9F6F5B97616B}" srcOrd="1" destOrd="0" presId="urn:microsoft.com/office/officeart/2005/8/layout/list1"/>
    <dgm:cxn modelId="{32190845-B10D-400C-BF50-8B8F2C1FA252}" type="presParOf" srcId="{7FC77A64-2013-4375-B416-B2B27DBDC268}" destId="{7F05940A-0534-42F5-A239-952E0197A05D}" srcOrd="13" destOrd="0" presId="urn:microsoft.com/office/officeart/2005/8/layout/list1"/>
    <dgm:cxn modelId="{9904DCEA-B53D-4AC3-A7E9-2F02EC99ABB2}" type="presParOf" srcId="{7FC77A64-2013-4375-B416-B2B27DBDC268}" destId="{628F7EBE-6761-4B74-AD49-39A67DE73327}"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22AAFE-852B-4A89-B1EF-BD04BD1AF8AA}"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0DB3D6DF-D1C2-44D7-9EBF-7F62D87E4EAC}">
      <dgm:prSet phldrT="[Text]"/>
      <dgm:spPr/>
      <dgm:t>
        <a:bodyPr/>
        <a:lstStyle/>
        <a:p>
          <a:r>
            <a:rPr lang="en-US" err="1"/>
            <a:t>Lợi</a:t>
          </a:r>
          <a:r>
            <a:rPr lang="en-US"/>
            <a:t> </a:t>
          </a:r>
          <a:r>
            <a:rPr lang="en-US" err="1"/>
            <a:t>ích</a:t>
          </a:r>
          <a:endParaRPr lang="en-US"/>
        </a:p>
      </dgm:t>
    </dgm:pt>
    <dgm:pt modelId="{A5232760-84E8-4C64-9E3C-22815840262D}" type="parTrans" cxnId="{6EE8D3B6-D968-4D8B-965E-95BF0ED71B46}">
      <dgm:prSet/>
      <dgm:spPr/>
      <dgm:t>
        <a:bodyPr/>
        <a:lstStyle/>
        <a:p>
          <a:endParaRPr lang="en-US"/>
        </a:p>
      </dgm:t>
    </dgm:pt>
    <dgm:pt modelId="{2415B092-0BB2-44EC-9FB1-760CD09EEFA2}" type="sibTrans" cxnId="{6EE8D3B6-D968-4D8B-965E-95BF0ED71B46}">
      <dgm:prSet/>
      <dgm:spPr/>
      <dgm:t>
        <a:bodyPr/>
        <a:lstStyle/>
        <a:p>
          <a:endParaRPr lang="en-US"/>
        </a:p>
      </dgm:t>
    </dgm:pt>
    <dgm:pt modelId="{817674D5-0B70-46AD-B9D0-C18DB30ED98F}">
      <dgm:prSet phldrT="[Text]" custT="1"/>
      <dgm:spPr/>
      <dgm:t>
        <a:bodyPr/>
        <a:lstStyle/>
        <a:p>
          <a:pPr algn="l"/>
          <a:r>
            <a:rPr lang="en-US" sz="1500" dirty="0" err="1"/>
            <a:t>Tiết</a:t>
          </a:r>
          <a:r>
            <a:rPr lang="en-US" sz="1500" dirty="0"/>
            <a:t> </a:t>
          </a:r>
          <a:r>
            <a:rPr lang="en-US" sz="1500" dirty="0" err="1"/>
            <a:t>kiệm</a:t>
          </a:r>
          <a:r>
            <a:rPr lang="en-US" sz="1500" dirty="0"/>
            <a:t> chi </a:t>
          </a:r>
          <a:r>
            <a:rPr lang="en-US" sz="1500" dirty="0" err="1"/>
            <a:t>phí</a:t>
          </a:r>
          <a:r>
            <a:rPr lang="en-US" sz="1500" dirty="0"/>
            <a:t> do </a:t>
          </a:r>
          <a:r>
            <a:rPr lang="en-US" sz="1500" dirty="0" err="1"/>
            <a:t>tận</a:t>
          </a:r>
          <a:r>
            <a:rPr lang="en-US" sz="1500" dirty="0"/>
            <a:t> </a:t>
          </a:r>
          <a:r>
            <a:rPr lang="en-US" sz="1500" dirty="0" err="1"/>
            <a:t>dụng</a:t>
          </a:r>
          <a:r>
            <a:rPr lang="en-US" sz="1500" dirty="0"/>
            <a:t> </a:t>
          </a:r>
          <a:r>
            <a:rPr lang="en-US" sz="1500" dirty="0" err="1"/>
            <a:t>tối</a:t>
          </a:r>
          <a:r>
            <a:rPr lang="en-US" sz="1500" dirty="0"/>
            <a:t> </a:t>
          </a:r>
          <a:r>
            <a:rPr lang="en-US" sz="1500" dirty="0" err="1"/>
            <a:t>đa</a:t>
          </a:r>
          <a:r>
            <a:rPr lang="en-US" sz="1500" dirty="0"/>
            <a:t> </a:t>
          </a:r>
          <a:r>
            <a:rPr lang="en-US" sz="1500" dirty="0" err="1"/>
            <a:t>năng</a:t>
          </a:r>
          <a:r>
            <a:rPr lang="en-US" sz="1500" dirty="0"/>
            <a:t> </a:t>
          </a:r>
          <a:r>
            <a:rPr lang="en-US" sz="1500" dirty="0" err="1"/>
            <a:t>suất</a:t>
          </a:r>
          <a:r>
            <a:rPr lang="en-US" sz="1500" dirty="0"/>
            <a:t> </a:t>
          </a:r>
          <a:r>
            <a:rPr lang="en-US" sz="1500" dirty="0" err="1"/>
            <a:t>của</a:t>
          </a:r>
          <a:r>
            <a:rPr lang="en-US" sz="1500" dirty="0"/>
            <a:t> </a:t>
          </a:r>
          <a:r>
            <a:rPr lang="en-US" sz="1500" dirty="0" err="1"/>
            <a:t>thiết</a:t>
          </a:r>
          <a:r>
            <a:rPr lang="en-US" sz="1500" dirty="0"/>
            <a:t> </a:t>
          </a:r>
          <a:r>
            <a:rPr lang="en-US" sz="1500" dirty="0" err="1"/>
            <a:t>bị</a:t>
          </a:r>
          <a:r>
            <a:rPr lang="en-US" sz="1500" dirty="0"/>
            <a:t> </a:t>
          </a:r>
          <a:r>
            <a:rPr lang="en-US" sz="1500" dirty="0" err="1"/>
            <a:t>phần</a:t>
          </a:r>
          <a:r>
            <a:rPr lang="en-US" sz="1500" dirty="0"/>
            <a:t> </a:t>
          </a:r>
          <a:r>
            <a:rPr lang="en-US" sz="1500" dirty="0" err="1"/>
            <a:t>cứng</a:t>
          </a:r>
          <a:r>
            <a:rPr lang="en-US" sz="1500" dirty="0"/>
            <a:t>, </a:t>
          </a:r>
          <a:r>
            <a:rPr lang="en-US" sz="1500" dirty="0" err="1"/>
            <a:t>giảm</a:t>
          </a:r>
          <a:r>
            <a:rPr lang="en-US" sz="1500" dirty="0"/>
            <a:t> </a:t>
          </a:r>
          <a:r>
            <a:rPr lang="en-US" sz="1500" dirty="0" err="1"/>
            <a:t>số</a:t>
          </a:r>
          <a:r>
            <a:rPr lang="en-US" sz="1500" dirty="0"/>
            <a:t> </a:t>
          </a:r>
          <a:r>
            <a:rPr lang="en-US" sz="1500" dirty="0" err="1"/>
            <a:t>lượng</a:t>
          </a:r>
          <a:r>
            <a:rPr lang="en-US" sz="1500" dirty="0"/>
            <a:t> </a:t>
          </a:r>
          <a:r>
            <a:rPr lang="en-US" sz="1500" dirty="0" err="1"/>
            <a:t>máy</a:t>
          </a:r>
          <a:r>
            <a:rPr lang="en-US" sz="1500" dirty="0"/>
            <a:t> </a:t>
          </a:r>
          <a:r>
            <a:rPr lang="en-US" sz="1500" dirty="0" err="1"/>
            <a:t>chủ</a:t>
          </a:r>
          <a:r>
            <a:rPr lang="en-US" sz="1500" dirty="0"/>
            <a:t>, </a:t>
          </a:r>
          <a:r>
            <a:rPr lang="en-US" sz="1500" dirty="0" err="1"/>
            <a:t>giảm</a:t>
          </a:r>
          <a:r>
            <a:rPr lang="en-US" sz="1500" dirty="0"/>
            <a:t> </a:t>
          </a:r>
          <a:r>
            <a:rPr lang="en-US" sz="1500" dirty="0" err="1"/>
            <a:t>điện</a:t>
          </a:r>
          <a:r>
            <a:rPr lang="en-US" sz="1500" dirty="0"/>
            <a:t> </a:t>
          </a:r>
          <a:r>
            <a:rPr lang="en-US" sz="1500" dirty="0" err="1"/>
            <a:t>năng</a:t>
          </a:r>
          <a:r>
            <a:rPr lang="en-US" sz="1500" dirty="0"/>
            <a:t> </a:t>
          </a:r>
          <a:r>
            <a:rPr lang="en-US" sz="1500" dirty="0" err="1"/>
            <a:t>tiêu</a:t>
          </a:r>
          <a:r>
            <a:rPr lang="en-US" sz="1500" dirty="0"/>
            <a:t> </a:t>
          </a:r>
          <a:r>
            <a:rPr lang="en-US" sz="1500" dirty="0" err="1"/>
            <a:t>thụ</a:t>
          </a:r>
          <a:r>
            <a:rPr lang="en-US" sz="1500" dirty="0"/>
            <a:t> </a:t>
          </a:r>
          <a:r>
            <a:rPr lang="en-US" sz="1500" dirty="0" err="1"/>
            <a:t>và</a:t>
          </a:r>
          <a:r>
            <a:rPr lang="en-US" sz="1500" dirty="0"/>
            <a:t> </a:t>
          </a:r>
          <a:r>
            <a:rPr lang="en-US" sz="1500" dirty="0" err="1"/>
            <a:t>làm</a:t>
          </a:r>
          <a:r>
            <a:rPr lang="en-US" sz="1500" dirty="0"/>
            <a:t> </a:t>
          </a:r>
          <a:r>
            <a:rPr lang="en-US" sz="1500" dirty="0" err="1"/>
            <a:t>lạnh</a:t>
          </a:r>
          <a:r>
            <a:rPr lang="en-US" sz="1500" dirty="0"/>
            <a:t>, </a:t>
          </a:r>
          <a:r>
            <a:rPr lang="en-US" sz="1500" dirty="0" err="1"/>
            <a:t>giảm</a:t>
          </a:r>
          <a:r>
            <a:rPr lang="en-US" sz="1500" dirty="0"/>
            <a:t> </a:t>
          </a:r>
          <a:r>
            <a:rPr lang="en-US" sz="1500" dirty="0" err="1"/>
            <a:t>chí</a:t>
          </a:r>
          <a:r>
            <a:rPr lang="en-US" sz="1500" dirty="0"/>
            <a:t> </a:t>
          </a:r>
          <a:r>
            <a:rPr lang="en-US" sz="1500" dirty="0" err="1"/>
            <a:t>phí</a:t>
          </a:r>
          <a:r>
            <a:rPr lang="en-US" sz="1500" dirty="0"/>
            <a:t> </a:t>
          </a:r>
          <a:r>
            <a:rPr lang="en-US" sz="1500" dirty="0" err="1"/>
            <a:t>bảo</a:t>
          </a:r>
          <a:r>
            <a:rPr lang="en-US" sz="1500" dirty="0"/>
            <a:t> </a:t>
          </a:r>
          <a:r>
            <a:rPr lang="en-US" sz="1500" dirty="0" err="1"/>
            <a:t>trì</a:t>
          </a:r>
          <a:endParaRPr lang="en-US" sz="1500" dirty="0"/>
        </a:p>
      </dgm:t>
    </dgm:pt>
    <dgm:pt modelId="{BBA71EC1-6CDE-408E-BD20-F82D577E9618}" type="parTrans" cxnId="{4200234D-F3AF-4A62-8F3C-FAE60B219855}">
      <dgm:prSet/>
      <dgm:spPr/>
      <dgm:t>
        <a:bodyPr/>
        <a:lstStyle/>
        <a:p>
          <a:endParaRPr lang="en-US"/>
        </a:p>
      </dgm:t>
    </dgm:pt>
    <dgm:pt modelId="{39A02590-AF8F-46A0-9929-374FD5EA8F84}" type="sibTrans" cxnId="{4200234D-F3AF-4A62-8F3C-FAE60B219855}">
      <dgm:prSet/>
      <dgm:spPr/>
      <dgm:t>
        <a:bodyPr/>
        <a:lstStyle/>
        <a:p>
          <a:endParaRPr lang="en-US"/>
        </a:p>
      </dgm:t>
    </dgm:pt>
    <dgm:pt modelId="{A40D5CF0-B25A-469A-905A-A42B7BE98A86}">
      <dgm:prSet phldrT="[Text]" custT="1"/>
      <dgm:spPr/>
      <dgm:t>
        <a:bodyPr/>
        <a:lstStyle/>
        <a:p>
          <a:pPr algn="l"/>
          <a:r>
            <a:rPr lang="en-US" sz="1500" dirty="0"/>
            <a:t>Khôi </a:t>
          </a:r>
          <a:r>
            <a:rPr lang="en-US" sz="1500" dirty="0" err="1"/>
            <a:t>phục</a:t>
          </a:r>
          <a:r>
            <a:rPr lang="en-US" sz="1500" dirty="0"/>
            <a:t> </a:t>
          </a:r>
          <a:r>
            <a:rPr lang="en-US" sz="1500" dirty="0" err="1"/>
            <a:t>thảm</a:t>
          </a:r>
          <a:r>
            <a:rPr lang="en-US" sz="1500" dirty="0"/>
            <a:t> </a:t>
          </a:r>
          <a:r>
            <a:rPr lang="en-US" sz="1500" dirty="0" err="1"/>
            <a:t>họa</a:t>
          </a:r>
          <a:r>
            <a:rPr lang="en-US" sz="1500" dirty="0"/>
            <a:t> </a:t>
          </a:r>
          <a:r>
            <a:rPr lang="en-US" sz="1500" dirty="0" err="1"/>
            <a:t>dễ</a:t>
          </a:r>
          <a:r>
            <a:rPr lang="en-US" sz="1500" dirty="0"/>
            <a:t> </a:t>
          </a:r>
          <a:r>
            <a:rPr lang="en-US" sz="1500" dirty="0" err="1"/>
            <a:t>dàng</a:t>
          </a:r>
          <a:r>
            <a:rPr lang="en-US" sz="1500" dirty="0"/>
            <a:t> </a:t>
          </a:r>
          <a:r>
            <a:rPr lang="en-US" sz="1500" dirty="0" err="1"/>
            <a:t>hơn</a:t>
          </a:r>
          <a:r>
            <a:rPr lang="en-US" sz="1500" dirty="0"/>
            <a:t>, </a:t>
          </a:r>
          <a:r>
            <a:rPr lang="en-US" sz="1500" dirty="0" err="1"/>
            <a:t>dễ</a:t>
          </a:r>
          <a:r>
            <a:rPr lang="en-US" sz="1500" dirty="0"/>
            <a:t> </a:t>
          </a:r>
          <a:r>
            <a:rPr lang="en-US" sz="1500" dirty="0" err="1"/>
            <a:t>sao</a:t>
          </a:r>
          <a:r>
            <a:rPr lang="en-US" sz="1500" dirty="0"/>
            <a:t> </a:t>
          </a:r>
          <a:r>
            <a:rPr lang="en-US" sz="1500" dirty="0" err="1"/>
            <a:t>lưu</a:t>
          </a:r>
          <a:r>
            <a:rPr lang="en-US" sz="1500" dirty="0"/>
            <a:t> </a:t>
          </a:r>
          <a:r>
            <a:rPr lang="en-US" sz="1500" dirty="0" err="1"/>
            <a:t>phục</a:t>
          </a:r>
          <a:r>
            <a:rPr lang="en-US" sz="1500" dirty="0"/>
            <a:t> </a:t>
          </a:r>
          <a:r>
            <a:rPr lang="en-US" sz="1500" dirty="0" err="1"/>
            <a:t>hồi</a:t>
          </a:r>
          <a:r>
            <a:rPr lang="en-US" sz="1500" dirty="0"/>
            <a:t> </a:t>
          </a:r>
          <a:r>
            <a:rPr lang="en-US" sz="1500" dirty="0" err="1"/>
            <a:t>và</a:t>
          </a:r>
          <a:r>
            <a:rPr lang="en-US" sz="1500" dirty="0"/>
            <a:t> </a:t>
          </a:r>
          <a:r>
            <a:rPr lang="en-US" sz="1500" dirty="0" err="1"/>
            <a:t>có</a:t>
          </a:r>
          <a:r>
            <a:rPr lang="en-US" sz="1500" dirty="0"/>
            <a:t> </a:t>
          </a:r>
          <a:r>
            <a:rPr lang="en-US" sz="1500" dirty="0" err="1"/>
            <a:t>thể</a:t>
          </a:r>
          <a:r>
            <a:rPr lang="en-US" sz="1500" dirty="0"/>
            <a:t> di </a:t>
          </a:r>
          <a:r>
            <a:rPr lang="en-US" sz="1500" dirty="0" err="1"/>
            <a:t>chuyển</a:t>
          </a:r>
          <a:r>
            <a:rPr lang="en-US" sz="1500" dirty="0"/>
            <a:t> </a:t>
          </a:r>
          <a:r>
            <a:rPr lang="en-US" sz="1500" dirty="0" err="1"/>
            <a:t>máy</a:t>
          </a:r>
          <a:r>
            <a:rPr lang="en-US" sz="1500" dirty="0"/>
            <a:t> </a:t>
          </a:r>
          <a:r>
            <a:rPr lang="en-US" sz="1500" dirty="0" err="1"/>
            <a:t>ảo</a:t>
          </a:r>
          <a:r>
            <a:rPr lang="en-US" sz="1500" dirty="0"/>
            <a:t> </a:t>
          </a:r>
          <a:r>
            <a:rPr lang="en-US" sz="1500" dirty="0" err="1"/>
            <a:t>dễ</a:t>
          </a:r>
          <a:r>
            <a:rPr lang="en-US" sz="1500" dirty="0"/>
            <a:t> </a:t>
          </a:r>
          <a:r>
            <a:rPr lang="en-US" sz="1500" dirty="0" err="1"/>
            <a:t>dàng</a:t>
          </a:r>
          <a:r>
            <a:rPr lang="en-US" sz="1500" dirty="0"/>
            <a:t> </a:t>
          </a:r>
          <a:r>
            <a:rPr lang="en-US" sz="1500" dirty="0" err="1"/>
            <a:t>giữa</a:t>
          </a:r>
          <a:r>
            <a:rPr lang="en-US" sz="1500" dirty="0"/>
            <a:t> </a:t>
          </a:r>
          <a:r>
            <a:rPr lang="en-US" sz="1500" dirty="0" err="1"/>
            <a:t>các</a:t>
          </a:r>
          <a:r>
            <a:rPr lang="en-US" sz="1500" dirty="0"/>
            <a:t> </a:t>
          </a:r>
          <a:r>
            <a:rPr lang="en-US" sz="1500" dirty="0" err="1"/>
            <a:t>máy</a:t>
          </a:r>
          <a:r>
            <a:rPr lang="en-US" sz="1500" dirty="0"/>
            <a:t> </a:t>
          </a:r>
          <a:r>
            <a:rPr lang="en-US" sz="1500" dirty="0" err="1"/>
            <a:t>chủ</a:t>
          </a:r>
          <a:endParaRPr lang="en-US" sz="1500" dirty="0"/>
        </a:p>
      </dgm:t>
    </dgm:pt>
    <dgm:pt modelId="{A2271C6B-00AD-4769-976D-EF3A6B8D9207}" type="parTrans" cxnId="{D1D17C1F-B622-4932-A677-A2258CAAD363}">
      <dgm:prSet/>
      <dgm:spPr/>
      <dgm:t>
        <a:bodyPr/>
        <a:lstStyle/>
        <a:p>
          <a:endParaRPr lang="en-US"/>
        </a:p>
      </dgm:t>
    </dgm:pt>
    <dgm:pt modelId="{EC0F56D6-9E31-4F58-96AD-A0FCCF839F5B}" type="sibTrans" cxnId="{D1D17C1F-B622-4932-A677-A2258CAAD363}">
      <dgm:prSet/>
      <dgm:spPr/>
      <dgm:t>
        <a:bodyPr/>
        <a:lstStyle/>
        <a:p>
          <a:endParaRPr lang="en-US"/>
        </a:p>
      </dgm:t>
    </dgm:pt>
    <dgm:pt modelId="{F06F4DFA-9247-4288-8969-D03C56934B37}">
      <dgm:prSet phldrT="[Text]"/>
      <dgm:spPr/>
      <dgm:t>
        <a:bodyPr/>
        <a:lstStyle/>
        <a:p>
          <a:r>
            <a:rPr lang="en-US" err="1"/>
            <a:t>Nhược</a:t>
          </a:r>
          <a:r>
            <a:rPr lang="en-US"/>
            <a:t> </a:t>
          </a:r>
          <a:r>
            <a:rPr lang="en-US" err="1"/>
            <a:t>điểm</a:t>
          </a:r>
          <a:endParaRPr lang="en-US"/>
        </a:p>
      </dgm:t>
    </dgm:pt>
    <dgm:pt modelId="{9237992D-1134-4779-83E1-57375F5636BA}" type="parTrans" cxnId="{CE3D535D-071C-4567-BE9E-AD69A373974F}">
      <dgm:prSet/>
      <dgm:spPr/>
      <dgm:t>
        <a:bodyPr/>
        <a:lstStyle/>
        <a:p>
          <a:endParaRPr lang="en-US"/>
        </a:p>
      </dgm:t>
    </dgm:pt>
    <dgm:pt modelId="{7A13796C-FB8C-4603-BBB1-89F0E8C08B9F}" type="sibTrans" cxnId="{CE3D535D-071C-4567-BE9E-AD69A373974F}">
      <dgm:prSet/>
      <dgm:spPr/>
      <dgm:t>
        <a:bodyPr/>
        <a:lstStyle/>
        <a:p>
          <a:endParaRPr lang="en-US"/>
        </a:p>
      </dgm:t>
    </dgm:pt>
    <dgm:pt modelId="{908F1190-1503-4579-B5A5-2C6AC4EC46A1}">
      <dgm:prSet phldrT="[Text]" custT="1"/>
      <dgm:spPr/>
      <dgm:t>
        <a:bodyPr/>
        <a:lstStyle/>
        <a:p>
          <a:pPr algn="l"/>
          <a:r>
            <a:rPr lang="en-US" sz="1500" dirty="0" err="1"/>
            <a:t>Rủi</a:t>
          </a:r>
          <a:r>
            <a:rPr lang="en-US" sz="1500" dirty="0"/>
            <a:t> </a:t>
          </a:r>
          <a:r>
            <a:rPr lang="en-US" sz="1500" dirty="0" err="1"/>
            <a:t>ro</a:t>
          </a:r>
          <a:r>
            <a:rPr lang="en-US" sz="1500" dirty="0"/>
            <a:t> </a:t>
          </a:r>
          <a:r>
            <a:rPr lang="en-US" sz="1500" dirty="0" err="1"/>
            <a:t>lỗi</a:t>
          </a:r>
          <a:r>
            <a:rPr lang="en-US" sz="1500" dirty="0"/>
            <a:t> file </a:t>
          </a:r>
          <a:r>
            <a:rPr lang="en-US" sz="1500" dirty="0" err="1"/>
            <a:t>vmdk</a:t>
          </a:r>
          <a:r>
            <a:rPr lang="en-US" sz="1500" dirty="0"/>
            <a:t> </a:t>
          </a:r>
          <a:r>
            <a:rPr lang="en-US" sz="1500" dirty="0" err="1"/>
            <a:t>của</a:t>
          </a:r>
          <a:r>
            <a:rPr lang="en-US" sz="1500" dirty="0"/>
            <a:t> </a:t>
          </a:r>
          <a:r>
            <a:rPr lang="en-US" sz="1500" dirty="0" err="1"/>
            <a:t>máy</a:t>
          </a:r>
          <a:r>
            <a:rPr lang="en-US" sz="1500" dirty="0"/>
            <a:t> </a:t>
          </a:r>
          <a:r>
            <a:rPr lang="en-US" sz="1500" dirty="0" err="1"/>
            <a:t>ảo</a:t>
          </a:r>
          <a:r>
            <a:rPr lang="en-US" sz="1500" dirty="0"/>
            <a:t> </a:t>
          </a:r>
          <a:r>
            <a:rPr lang="en-US" sz="1500" dirty="0" err="1"/>
            <a:t>sẽ</a:t>
          </a:r>
          <a:r>
            <a:rPr lang="en-US" sz="1500" dirty="0"/>
            <a:t> </a:t>
          </a:r>
          <a:r>
            <a:rPr lang="en-US" sz="1500" dirty="0" err="1"/>
            <a:t>làm</a:t>
          </a:r>
          <a:r>
            <a:rPr lang="en-US" sz="1500" dirty="0"/>
            <a:t> </a:t>
          </a:r>
          <a:r>
            <a:rPr lang="en-US" sz="1500" dirty="0" err="1"/>
            <a:t>lỗi</a:t>
          </a:r>
          <a:r>
            <a:rPr lang="en-US" sz="1500" dirty="0"/>
            <a:t> </a:t>
          </a:r>
          <a:r>
            <a:rPr lang="en-US" sz="1500" dirty="0" err="1"/>
            <a:t>máy</a:t>
          </a:r>
          <a:r>
            <a:rPr lang="en-US" sz="1500" dirty="0"/>
            <a:t> </a:t>
          </a:r>
          <a:r>
            <a:rPr lang="en-US" sz="1500" dirty="0" err="1"/>
            <a:t>ảo</a:t>
          </a:r>
          <a:r>
            <a:rPr lang="en-US" sz="1500" dirty="0"/>
            <a:t> </a:t>
          </a:r>
          <a:r>
            <a:rPr lang="en-US" sz="1500" dirty="0" err="1"/>
            <a:t>hoàn</a:t>
          </a:r>
          <a:r>
            <a:rPr lang="en-US" sz="1500" dirty="0"/>
            <a:t> </a:t>
          </a:r>
          <a:r>
            <a:rPr lang="en-US" sz="1500" dirty="0" err="1"/>
            <a:t>toàn</a:t>
          </a:r>
          <a:r>
            <a:rPr lang="en-US" sz="1500" dirty="0"/>
            <a:t> </a:t>
          </a:r>
          <a:r>
            <a:rPr lang="en-US" sz="1500" dirty="0" err="1"/>
            <a:t>nếu</a:t>
          </a:r>
          <a:r>
            <a:rPr lang="en-US" sz="1500" dirty="0"/>
            <a:t> </a:t>
          </a:r>
          <a:r>
            <a:rPr lang="en-US" sz="1500" dirty="0" err="1"/>
            <a:t>không</a:t>
          </a:r>
          <a:r>
            <a:rPr lang="en-US" sz="1500" dirty="0"/>
            <a:t> </a:t>
          </a:r>
          <a:r>
            <a:rPr lang="en-US" sz="1500" dirty="0" err="1"/>
            <a:t>có</a:t>
          </a:r>
          <a:r>
            <a:rPr lang="en-US" sz="1500" dirty="0"/>
            <a:t> backup</a:t>
          </a:r>
        </a:p>
      </dgm:t>
    </dgm:pt>
    <dgm:pt modelId="{8E1F9E15-4B42-4C32-8F7C-9F20E23F6DFE}" type="parTrans" cxnId="{B7168AAE-5702-4573-9EBF-9896DB12151E}">
      <dgm:prSet/>
      <dgm:spPr/>
      <dgm:t>
        <a:bodyPr/>
        <a:lstStyle/>
        <a:p>
          <a:endParaRPr lang="en-US"/>
        </a:p>
      </dgm:t>
    </dgm:pt>
    <dgm:pt modelId="{06FD076D-743C-4B15-ABB4-46747A380474}" type="sibTrans" cxnId="{B7168AAE-5702-4573-9EBF-9896DB12151E}">
      <dgm:prSet/>
      <dgm:spPr/>
      <dgm:t>
        <a:bodyPr/>
        <a:lstStyle/>
        <a:p>
          <a:endParaRPr lang="en-US"/>
        </a:p>
      </dgm:t>
    </dgm:pt>
    <dgm:pt modelId="{A93E8D48-85D8-49BC-8AAB-4FABEB954A6F}">
      <dgm:prSet phldrT="[Text]" custT="1"/>
      <dgm:spPr/>
      <dgm:t>
        <a:bodyPr/>
        <a:lstStyle/>
        <a:p>
          <a:pPr algn="l"/>
          <a:r>
            <a:rPr lang="en-US" sz="1500" dirty="0" err="1"/>
            <a:t>Nếu</a:t>
          </a:r>
          <a:r>
            <a:rPr lang="en-US" sz="1500" dirty="0"/>
            <a:t> </a:t>
          </a:r>
          <a:r>
            <a:rPr lang="en-US" sz="1500" dirty="0" err="1"/>
            <a:t>tài</a:t>
          </a:r>
          <a:r>
            <a:rPr lang="en-US" sz="1500" dirty="0"/>
            <a:t> </a:t>
          </a:r>
          <a:r>
            <a:rPr lang="en-US" sz="1500" dirty="0" err="1"/>
            <a:t>nguyên</a:t>
          </a:r>
          <a:r>
            <a:rPr lang="en-US" sz="1500" dirty="0"/>
            <a:t> </a:t>
          </a:r>
          <a:r>
            <a:rPr lang="en-US" sz="1500" dirty="0" err="1"/>
            <a:t>phần</a:t>
          </a:r>
          <a:r>
            <a:rPr lang="en-US" sz="1500" dirty="0"/>
            <a:t> </a:t>
          </a:r>
          <a:r>
            <a:rPr lang="en-US" sz="1500" dirty="0" err="1"/>
            <a:t>cứng</a:t>
          </a:r>
          <a:r>
            <a:rPr lang="en-US" sz="1500" dirty="0"/>
            <a:t> </a:t>
          </a:r>
          <a:r>
            <a:rPr lang="en-US" sz="1500" dirty="0" err="1"/>
            <a:t>của</a:t>
          </a:r>
          <a:r>
            <a:rPr lang="en-US" sz="1500" dirty="0"/>
            <a:t> </a:t>
          </a:r>
          <a:r>
            <a:rPr lang="en-US" sz="1500" dirty="0" err="1"/>
            <a:t>máy</a:t>
          </a:r>
          <a:r>
            <a:rPr lang="en-US" sz="1500" dirty="0"/>
            <a:t> </a:t>
          </a:r>
          <a:r>
            <a:rPr lang="en-US" sz="1500" dirty="0" err="1"/>
            <a:t>chủ</a:t>
          </a:r>
          <a:r>
            <a:rPr lang="en-US" sz="1500" dirty="0"/>
            <a:t> </a:t>
          </a:r>
          <a:r>
            <a:rPr lang="en-US" sz="1500" dirty="0" err="1"/>
            <a:t>vật</a:t>
          </a:r>
          <a:r>
            <a:rPr lang="en-US" sz="1500" dirty="0"/>
            <a:t> </a:t>
          </a:r>
          <a:r>
            <a:rPr lang="en-US" sz="1500" dirty="0" err="1"/>
            <a:t>lý</a:t>
          </a:r>
          <a:r>
            <a:rPr lang="en-US" sz="1500" dirty="0"/>
            <a:t> </a:t>
          </a:r>
          <a:r>
            <a:rPr lang="en-US" sz="1500" dirty="0" err="1"/>
            <a:t>không</a:t>
          </a:r>
          <a:r>
            <a:rPr lang="en-US" sz="1500" dirty="0"/>
            <a:t> </a:t>
          </a:r>
          <a:r>
            <a:rPr lang="en-US" sz="1500" dirty="0" err="1"/>
            <a:t>đủ</a:t>
          </a:r>
          <a:r>
            <a:rPr lang="en-US" sz="1500" dirty="0"/>
            <a:t> </a:t>
          </a:r>
          <a:r>
            <a:rPr lang="en-US" sz="1500" dirty="0" err="1"/>
            <a:t>sẽ</a:t>
          </a:r>
          <a:r>
            <a:rPr lang="en-US" sz="1500" dirty="0"/>
            <a:t> </a:t>
          </a:r>
          <a:r>
            <a:rPr lang="en-US" sz="1500" dirty="0" err="1"/>
            <a:t>làm</a:t>
          </a:r>
          <a:r>
            <a:rPr lang="en-US" sz="1500" dirty="0"/>
            <a:t> </a:t>
          </a:r>
          <a:r>
            <a:rPr lang="en-US" sz="1500" dirty="0" err="1"/>
            <a:t>ảnh</a:t>
          </a:r>
          <a:r>
            <a:rPr lang="en-US" sz="1500" dirty="0"/>
            <a:t> </a:t>
          </a:r>
          <a:r>
            <a:rPr lang="en-US" sz="1500" dirty="0" err="1"/>
            <a:t>hưởng</a:t>
          </a:r>
          <a:r>
            <a:rPr lang="en-US" sz="1500" dirty="0"/>
            <a:t> performance </a:t>
          </a:r>
          <a:r>
            <a:rPr lang="en-US" sz="1500" dirty="0" err="1"/>
            <a:t>toàn</a:t>
          </a:r>
          <a:r>
            <a:rPr lang="en-US" sz="1500" dirty="0"/>
            <a:t> </a:t>
          </a:r>
          <a:r>
            <a:rPr lang="en-US" sz="1500" dirty="0" err="1"/>
            <a:t>bộ</a:t>
          </a:r>
          <a:r>
            <a:rPr lang="en-US" sz="1500" dirty="0"/>
            <a:t> </a:t>
          </a:r>
          <a:r>
            <a:rPr lang="en-US" sz="1500" dirty="0" err="1"/>
            <a:t>máy</a:t>
          </a:r>
          <a:r>
            <a:rPr lang="en-US" sz="1500" dirty="0"/>
            <a:t> </a:t>
          </a:r>
          <a:r>
            <a:rPr lang="en-US" sz="1500" dirty="0" err="1"/>
            <a:t>ảo</a:t>
          </a:r>
          <a:r>
            <a:rPr lang="en-US" sz="1500" dirty="0"/>
            <a:t> </a:t>
          </a:r>
          <a:r>
            <a:rPr lang="en-US" sz="1500" dirty="0" err="1"/>
            <a:t>trên</a:t>
          </a:r>
          <a:r>
            <a:rPr lang="en-US" sz="1500" dirty="0"/>
            <a:t> </a:t>
          </a:r>
          <a:r>
            <a:rPr lang="en-US" sz="1500" dirty="0" err="1"/>
            <a:t>nó</a:t>
          </a:r>
          <a:endParaRPr lang="en-US" sz="1500" dirty="0"/>
        </a:p>
      </dgm:t>
    </dgm:pt>
    <dgm:pt modelId="{19D68017-26ED-4556-8340-EB4DE29EEA11}" type="parTrans" cxnId="{1643ACAA-BAD7-4076-9F10-1DB466E1C6A2}">
      <dgm:prSet/>
      <dgm:spPr/>
      <dgm:t>
        <a:bodyPr/>
        <a:lstStyle/>
        <a:p>
          <a:endParaRPr lang="en-US"/>
        </a:p>
      </dgm:t>
    </dgm:pt>
    <dgm:pt modelId="{CDA3B01B-46F9-440C-AB99-1416449BF568}" type="sibTrans" cxnId="{1643ACAA-BAD7-4076-9F10-1DB466E1C6A2}">
      <dgm:prSet/>
      <dgm:spPr/>
      <dgm:t>
        <a:bodyPr/>
        <a:lstStyle/>
        <a:p>
          <a:endParaRPr lang="en-US"/>
        </a:p>
      </dgm:t>
    </dgm:pt>
    <dgm:pt modelId="{06EAE428-2EAE-4C37-BFCB-9E612A83A3FD}">
      <dgm:prSet phldrT="[Text]" custT="1"/>
      <dgm:spPr/>
      <dgm:t>
        <a:bodyPr/>
        <a:lstStyle/>
        <a:p>
          <a:pPr algn="l"/>
          <a:r>
            <a:rPr lang="en-US" sz="1500" dirty="0" err="1"/>
            <a:t>Dễ</a:t>
          </a:r>
          <a:r>
            <a:rPr lang="en-US" sz="1500" dirty="0"/>
            <a:t> </a:t>
          </a:r>
          <a:r>
            <a:rPr lang="en-US" sz="1500" dirty="0" err="1"/>
            <a:t>dàng</a:t>
          </a:r>
          <a:r>
            <a:rPr lang="en-US" sz="1500" dirty="0"/>
            <a:t> </a:t>
          </a:r>
          <a:r>
            <a:rPr lang="en-US" sz="1500" dirty="0" err="1"/>
            <a:t>mở</a:t>
          </a:r>
          <a:r>
            <a:rPr lang="en-US" sz="1500" dirty="0"/>
            <a:t> </a:t>
          </a:r>
          <a:r>
            <a:rPr lang="en-US" sz="1500" dirty="0" err="1"/>
            <a:t>rộng</a:t>
          </a:r>
          <a:r>
            <a:rPr lang="en-US" sz="1500" dirty="0"/>
            <a:t> </a:t>
          </a:r>
          <a:r>
            <a:rPr lang="en-US" sz="1500" dirty="0" err="1"/>
            <a:t>phần</a:t>
          </a:r>
          <a:r>
            <a:rPr lang="en-US" sz="1500" dirty="0"/>
            <a:t> </a:t>
          </a:r>
          <a:r>
            <a:rPr lang="en-US" sz="1500" dirty="0" err="1"/>
            <a:t>cứng</a:t>
          </a:r>
          <a:r>
            <a:rPr lang="en-US" sz="1500" dirty="0"/>
            <a:t> </a:t>
          </a:r>
          <a:r>
            <a:rPr lang="en-US" sz="1500" dirty="0" err="1"/>
            <a:t>như</a:t>
          </a:r>
          <a:r>
            <a:rPr lang="en-US" sz="1500" dirty="0"/>
            <a:t> CPU, RAM, ổ </a:t>
          </a:r>
          <a:r>
            <a:rPr lang="en-US" sz="1500" dirty="0" err="1"/>
            <a:t>cứng</a:t>
          </a:r>
          <a:r>
            <a:rPr lang="en-US" sz="1500" dirty="0"/>
            <a:t> </a:t>
          </a:r>
          <a:r>
            <a:rPr lang="en-US" sz="1500" dirty="0" err="1"/>
            <a:t>khi</a:t>
          </a:r>
          <a:r>
            <a:rPr lang="en-US" sz="1500" dirty="0"/>
            <a:t> </a:t>
          </a:r>
          <a:r>
            <a:rPr lang="en-US" sz="1500" dirty="0" err="1"/>
            <a:t>có</a:t>
          </a:r>
          <a:r>
            <a:rPr lang="en-US" sz="1500" dirty="0"/>
            <a:t> </a:t>
          </a:r>
          <a:r>
            <a:rPr lang="en-US" sz="1500" dirty="0" err="1"/>
            <a:t>nhu</a:t>
          </a:r>
          <a:r>
            <a:rPr lang="en-US" sz="1500" dirty="0"/>
            <a:t> </a:t>
          </a:r>
          <a:r>
            <a:rPr lang="en-US" sz="1500" dirty="0" err="1"/>
            <a:t>cầu</a:t>
          </a:r>
          <a:endParaRPr lang="en-US" sz="1500" dirty="0"/>
        </a:p>
      </dgm:t>
    </dgm:pt>
    <dgm:pt modelId="{720B1C71-DACF-43F8-9F02-EC44B818C2AB}" type="parTrans" cxnId="{805DDE00-9350-496B-A350-19F87141907B}">
      <dgm:prSet/>
      <dgm:spPr/>
      <dgm:t>
        <a:bodyPr/>
        <a:lstStyle/>
        <a:p>
          <a:endParaRPr lang="en-US"/>
        </a:p>
      </dgm:t>
    </dgm:pt>
    <dgm:pt modelId="{80E338AC-BEB0-4FC3-ABDB-F0D5E8D9D108}" type="sibTrans" cxnId="{805DDE00-9350-496B-A350-19F87141907B}">
      <dgm:prSet/>
      <dgm:spPr/>
      <dgm:t>
        <a:bodyPr/>
        <a:lstStyle/>
        <a:p>
          <a:endParaRPr lang="en-US"/>
        </a:p>
      </dgm:t>
    </dgm:pt>
    <dgm:pt modelId="{15364143-4C0E-4B70-A4D9-0C71A2FAF0E0}">
      <dgm:prSet phldrT="[Text]" custT="1"/>
      <dgm:spPr/>
      <dgm:t>
        <a:bodyPr/>
        <a:lstStyle/>
        <a:p>
          <a:pPr algn="l"/>
          <a:r>
            <a:rPr lang="en-US" sz="1500" dirty="0" err="1"/>
            <a:t>Quản</a:t>
          </a:r>
          <a:r>
            <a:rPr lang="en-US" sz="1500" dirty="0"/>
            <a:t> </a:t>
          </a:r>
          <a:r>
            <a:rPr lang="en-US" sz="1500" dirty="0" err="1"/>
            <a:t>lý</a:t>
          </a:r>
          <a:r>
            <a:rPr lang="en-US" sz="1500" dirty="0"/>
            <a:t> </a:t>
          </a:r>
          <a:r>
            <a:rPr lang="en-US" sz="1500" dirty="0" err="1"/>
            <a:t>tập</a:t>
          </a:r>
          <a:r>
            <a:rPr lang="en-US" sz="1500" dirty="0"/>
            <a:t> trung, </a:t>
          </a:r>
          <a:r>
            <a:rPr lang="en-US" sz="1500" dirty="0" err="1"/>
            <a:t>dễ</a:t>
          </a:r>
          <a:r>
            <a:rPr lang="en-US" sz="1500" dirty="0"/>
            <a:t> </a:t>
          </a:r>
          <a:r>
            <a:rPr lang="en-US" sz="1500" dirty="0" err="1"/>
            <a:t>dàng</a:t>
          </a:r>
          <a:r>
            <a:rPr lang="en-US" sz="1500" dirty="0"/>
            <a:t> </a:t>
          </a:r>
          <a:r>
            <a:rPr lang="en-US" sz="1500" dirty="0" err="1"/>
            <a:t>san</a:t>
          </a:r>
          <a:r>
            <a:rPr lang="en-US" sz="1500" dirty="0"/>
            <a:t> </a:t>
          </a:r>
          <a:r>
            <a:rPr lang="en-US" sz="1500" dirty="0" err="1"/>
            <a:t>sẻ</a:t>
          </a:r>
          <a:r>
            <a:rPr lang="en-US" sz="1500" dirty="0"/>
            <a:t> </a:t>
          </a:r>
          <a:r>
            <a:rPr lang="en-US" sz="1500" dirty="0" err="1"/>
            <a:t>tài</a:t>
          </a:r>
          <a:r>
            <a:rPr lang="en-US" sz="1500" dirty="0"/>
            <a:t> </a:t>
          </a:r>
          <a:r>
            <a:rPr lang="en-US" sz="1500" dirty="0" err="1"/>
            <a:t>nguyên</a:t>
          </a:r>
          <a:r>
            <a:rPr lang="en-US" sz="1500" dirty="0"/>
            <a:t> </a:t>
          </a:r>
          <a:r>
            <a:rPr lang="en-US" sz="1500" dirty="0" err="1"/>
            <a:t>giữa</a:t>
          </a:r>
          <a:r>
            <a:rPr lang="en-US" sz="1500" dirty="0"/>
            <a:t> </a:t>
          </a:r>
          <a:r>
            <a:rPr lang="en-US" sz="1500" dirty="0" err="1"/>
            <a:t>các</a:t>
          </a:r>
          <a:r>
            <a:rPr lang="en-US" sz="1500" dirty="0"/>
            <a:t> </a:t>
          </a:r>
          <a:r>
            <a:rPr lang="en-US" sz="1500" dirty="0" err="1"/>
            <a:t>máy</a:t>
          </a:r>
          <a:r>
            <a:rPr lang="en-US" sz="1500" dirty="0"/>
            <a:t> </a:t>
          </a:r>
          <a:r>
            <a:rPr lang="en-US" sz="1500" dirty="0" err="1"/>
            <a:t>ảo</a:t>
          </a:r>
          <a:r>
            <a:rPr lang="en-US" sz="1500" dirty="0"/>
            <a:t>, </a:t>
          </a:r>
          <a:r>
            <a:rPr lang="en-US" sz="1500" dirty="0" err="1"/>
            <a:t>bảo</a:t>
          </a:r>
          <a:r>
            <a:rPr lang="en-US" sz="1500" dirty="0"/>
            <a:t> </a:t>
          </a:r>
          <a:r>
            <a:rPr lang="en-US" sz="1500" dirty="0" err="1"/>
            <a:t>trì</a:t>
          </a:r>
          <a:r>
            <a:rPr lang="en-US" sz="1500" dirty="0"/>
            <a:t> </a:t>
          </a:r>
          <a:r>
            <a:rPr lang="en-US" sz="1500" dirty="0" err="1"/>
            <a:t>phần</a:t>
          </a:r>
          <a:r>
            <a:rPr lang="en-US" sz="1500" dirty="0"/>
            <a:t> </a:t>
          </a:r>
          <a:r>
            <a:rPr lang="en-US" sz="1500" dirty="0" err="1"/>
            <a:t>cứng</a:t>
          </a:r>
          <a:r>
            <a:rPr lang="en-US" sz="1500" dirty="0"/>
            <a:t> </a:t>
          </a:r>
          <a:r>
            <a:rPr lang="en-US" sz="1500" dirty="0" err="1"/>
            <a:t>dễ</a:t>
          </a:r>
          <a:r>
            <a:rPr lang="en-US" sz="1500" dirty="0"/>
            <a:t> </a:t>
          </a:r>
          <a:r>
            <a:rPr lang="en-US" sz="1500" dirty="0" err="1"/>
            <a:t>dàng</a:t>
          </a:r>
          <a:r>
            <a:rPr lang="en-US" sz="1500" dirty="0"/>
            <a:t> </a:t>
          </a:r>
        </a:p>
      </dgm:t>
    </dgm:pt>
    <dgm:pt modelId="{C2E3AC78-96BE-4FCB-A22D-4213C4A6AD8A}" type="parTrans" cxnId="{7A2073CB-5AE5-4792-8F49-5D4C814EE9C8}">
      <dgm:prSet/>
      <dgm:spPr/>
      <dgm:t>
        <a:bodyPr/>
        <a:lstStyle/>
        <a:p>
          <a:endParaRPr lang="en-US"/>
        </a:p>
      </dgm:t>
    </dgm:pt>
    <dgm:pt modelId="{21965933-B971-477F-A185-094D4C16496B}" type="sibTrans" cxnId="{7A2073CB-5AE5-4792-8F49-5D4C814EE9C8}">
      <dgm:prSet/>
      <dgm:spPr/>
      <dgm:t>
        <a:bodyPr/>
        <a:lstStyle/>
        <a:p>
          <a:endParaRPr lang="en-US"/>
        </a:p>
      </dgm:t>
    </dgm:pt>
    <dgm:pt modelId="{D009B571-3685-4185-BD09-1C0BC51E35A1}">
      <dgm:prSet phldrT="[Text]" custT="1"/>
      <dgm:spPr/>
      <dgm:t>
        <a:bodyPr/>
        <a:lstStyle/>
        <a:p>
          <a:pPr algn="l"/>
          <a:r>
            <a:rPr lang="en-US" sz="1500" dirty="0" err="1"/>
            <a:t>Nếu</a:t>
          </a:r>
          <a:r>
            <a:rPr lang="en-US" sz="1500" dirty="0"/>
            <a:t> </a:t>
          </a:r>
          <a:r>
            <a:rPr lang="en-US" sz="1500" dirty="0" err="1"/>
            <a:t>máy</a:t>
          </a:r>
          <a:r>
            <a:rPr lang="en-US" sz="1500" dirty="0"/>
            <a:t> </a:t>
          </a:r>
          <a:r>
            <a:rPr lang="en-US" sz="1500" dirty="0" err="1"/>
            <a:t>chủ</a:t>
          </a:r>
          <a:r>
            <a:rPr lang="en-US" sz="1500" dirty="0"/>
            <a:t> </a:t>
          </a:r>
          <a:r>
            <a:rPr lang="en-US" sz="1500" dirty="0" err="1"/>
            <a:t>vật</a:t>
          </a:r>
          <a:r>
            <a:rPr lang="en-US" sz="1500" dirty="0"/>
            <a:t> </a:t>
          </a:r>
          <a:r>
            <a:rPr lang="en-US" sz="1500" dirty="0" err="1"/>
            <a:t>lý</a:t>
          </a:r>
          <a:r>
            <a:rPr lang="en-US" sz="1500" dirty="0"/>
            <a:t> </a:t>
          </a:r>
          <a:r>
            <a:rPr lang="en-US" sz="1500" dirty="0" err="1"/>
            <a:t>có</a:t>
          </a:r>
          <a:r>
            <a:rPr lang="en-US" sz="1500" dirty="0"/>
            <a:t> </a:t>
          </a:r>
          <a:r>
            <a:rPr lang="en-US" sz="1500" dirty="0" err="1"/>
            <a:t>vấn</a:t>
          </a:r>
          <a:r>
            <a:rPr lang="en-US" sz="1500" dirty="0"/>
            <a:t> </a:t>
          </a:r>
          <a:r>
            <a:rPr lang="en-US" sz="1500" dirty="0" err="1"/>
            <a:t>đề</a:t>
          </a:r>
          <a:r>
            <a:rPr lang="en-US" sz="1500" dirty="0"/>
            <a:t> </a:t>
          </a:r>
          <a:r>
            <a:rPr lang="en-US" sz="1500" dirty="0" err="1"/>
            <a:t>hư</a:t>
          </a:r>
          <a:r>
            <a:rPr lang="en-US" sz="1500" dirty="0"/>
            <a:t> </a:t>
          </a:r>
          <a:r>
            <a:rPr lang="en-US" sz="1500" dirty="0" err="1"/>
            <a:t>hỏng</a:t>
          </a:r>
          <a:r>
            <a:rPr lang="en-US" sz="1500" dirty="0"/>
            <a:t> hay </a:t>
          </a:r>
          <a:r>
            <a:rPr lang="en-US" sz="1500" dirty="0" err="1"/>
            <a:t>bảo</a:t>
          </a:r>
          <a:r>
            <a:rPr lang="en-US" sz="1500" dirty="0"/>
            <a:t> </a:t>
          </a:r>
          <a:r>
            <a:rPr lang="en-US" sz="1500" dirty="0" err="1"/>
            <a:t>mật</a:t>
          </a:r>
          <a:r>
            <a:rPr lang="en-US" sz="1500" dirty="0"/>
            <a:t> </a:t>
          </a:r>
          <a:r>
            <a:rPr lang="en-US" sz="1500" dirty="0" err="1"/>
            <a:t>thì</a:t>
          </a:r>
          <a:r>
            <a:rPr lang="en-US" sz="1500" dirty="0"/>
            <a:t> </a:t>
          </a:r>
          <a:r>
            <a:rPr lang="en-US" sz="1500" dirty="0" err="1"/>
            <a:t>toàn</a:t>
          </a:r>
          <a:r>
            <a:rPr lang="en-US" sz="1500" dirty="0"/>
            <a:t> </a:t>
          </a:r>
          <a:r>
            <a:rPr lang="en-US" sz="1500" dirty="0" err="1"/>
            <a:t>bộ</a:t>
          </a:r>
          <a:r>
            <a:rPr lang="en-US" sz="1500" dirty="0"/>
            <a:t> </a:t>
          </a:r>
          <a:r>
            <a:rPr lang="en-US" sz="1500" dirty="0" err="1"/>
            <a:t>máy</a:t>
          </a:r>
          <a:r>
            <a:rPr lang="en-US" sz="1500" dirty="0"/>
            <a:t> </a:t>
          </a:r>
          <a:r>
            <a:rPr lang="en-US" sz="1500" dirty="0" err="1"/>
            <a:t>ảo</a:t>
          </a:r>
          <a:r>
            <a:rPr lang="en-US" sz="1500" dirty="0"/>
            <a:t> </a:t>
          </a:r>
          <a:r>
            <a:rPr lang="en-US" sz="1500" dirty="0" err="1"/>
            <a:t>trên</a:t>
          </a:r>
          <a:r>
            <a:rPr lang="en-US" sz="1500" dirty="0"/>
            <a:t> </a:t>
          </a:r>
          <a:r>
            <a:rPr lang="en-US" sz="1500" dirty="0" err="1"/>
            <a:t>nó</a:t>
          </a:r>
          <a:r>
            <a:rPr lang="en-US" sz="1500" dirty="0"/>
            <a:t> </a:t>
          </a:r>
          <a:r>
            <a:rPr lang="en-US" sz="1500" dirty="0" err="1"/>
            <a:t>sẽ</a:t>
          </a:r>
          <a:r>
            <a:rPr lang="en-US" sz="1500" dirty="0"/>
            <a:t> </a:t>
          </a:r>
          <a:r>
            <a:rPr lang="en-US" sz="1500" dirty="0" err="1"/>
            <a:t>bị</a:t>
          </a:r>
          <a:r>
            <a:rPr lang="en-US" sz="1500" dirty="0"/>
            <a:t> </a:t>
          </a:r>
          <a:r>
            <a:rPr lang="en-US" sz="1500" dirty="0" err="1"/>
            <a:t>ảnh</a:t>
          </a:r>
          <a:r>
            <a:rPr lang="en-US" sz="1500" dirty="0"/>
            <a:t> </a:t>
          </a:r>
          <a:r>
            <a:rPr lang="en-US" sz="1500" dirty="0" err="1"/>
            <a:t>hưởng</a:t>
          </a:r>
          <a:endParaRPr lang="en-US" sz="1500" dirty="0"/>
        </a:p>
      </dgm:t>
    </dgm:pt>
    <dgm:pt modelId="{EC6CEA4D-9580-4CB9-8565-928A43C5E540}" type="parTrans" cxnId="{5715647A-B9F8-489E-B8F6-5FFACA82F709}">
      <dgm:prSet/>
      <dgm:spPr/>
      <dgm:t>
        <a:bodyPr/>
        <a:lstStyle/>
        <a:p>
          <a:endParaRPr lang="en-US"/>
        </a:p>
      </dgm:t>
    </dgm:pt>
    <dgm:pt modelId="{EA617419-003D-40A4-AC9B-87A1C3E60BFC}" type="sibTrans" cxnId="{5715647A-B9F8-489E-B8F6-5FFACA82F709}">
      <dgm:prSet/>
      <dgm:spPr/>
      <dgm:t>
        <a:bodyPr/>
        <a:lstStyle/>
        <a:p>
          <a:endParaRPr lang="en-US"/>
        </a:p>
      </dgm:t>
    </dgm:pt>
    <dgm:pt modelId="{0EC43216-3A2C-4CFA-923B-15E2D577B782}" type="pres">
      <dgm:prSet presAssocID="{C622AAFE-852B-4A89-B1EF-BD04BD1AF8AA}" presName="diagram" presStyleCnt="0">
        <dgm:presLayoutVars>
          <dgm:chPref val="1"/>
          <dgm:dir/>
          <dgm:animOne val="branch"/>
          <dgm:animLvl val="lvl"/>
          <dgm:resizeHandles/>
        </dgm:presLayoutVars>
      </dgm:prSet>
      <dgm:spPr/>
    </dgm:pt>
    <dgm:pt modelId="{09CCB035-3DB7-44EF-85C1-08667A08794C}" type="pres">
      <dgm:prSet presAssocID="{0DB3D6DF-D1C2-44D7-9EBF-7F62D87E4EAC}" presName="root" presStyleCnt="0"/>
      <dgm:spPr/>
    </dgm:pt>
    <dgm:pt modelId="{A8FB7437-DEF0-4FA3-87F0-8ABD9F7A05FA}" type="pres">
      <dgm:prSet presAssocID="{0DB3D6DF-D1C2-44D7-9EBF-7F62D87E4EAC}" presName="rootComposite" presStyleCnt="0"/>
      <dgm:spPr/>
    </dgm:pt>
    <dgm:pt modelId="{37209D10-74A4-4DA0-AE2A-BCE0287E9886}" type="pres">
      <dgm:prSet presAssocID="{0DB3D6DF-D1C2-44D7-9EBF-7F62D87E4EAC}" presName="rootText" presStyleLbl="node1" presStyleIdx="0" presStyleCnt="2" custScaleX="144737" custScaleY="39464"/>
      <dgm:spPr/>
    </dgm:pt>
    <dgm:pt modelId="{CC092269-83E5-405E-8AB0-9D8AAEA1C7DB}" type="pres">
      <dgm:prSet presAssocID="{0DB3D6DF-D1C2-44D7-9EBF-7F62D87E4EAC}" presName="rootConnector" presStyleLbl="node1" presStyleIdx="0" presStyleCnt="2"/>
      <dgm:spPr/>
    </dgm:pt>
    <dgm:pt modelId="{7026BE7C-4C8F-4069-8F37-851430C01624}" type="pres">
      <dgm:prSet presAssocID="{0DB3D6DF-D1C2-44D7-9EBF-7F62D87E4EAC}" presName="childShape" presStyleCnt="0"/>
      <dgm:spPr/>
    </dgm:pt>
    <dgm:pt modelId="{92E34B9A-6CD0-4F0C-9583-9B4D63745304}" type="pres">
      <dgm:prSet presAssocID="{BBA71EC1-6CDE-408E-BD20-F82D577E9618}" presName="Name13" presStyleLbl="parChTrans1D2" presStyleIdx="0" presStyleCnt="7"/>
      <dgm:spPr/>
    </dgm:pt>
    <dgm:pt modelId="{66B5FEC0-D0DB-44E2-BED8-BBAAA4091830}" type="pres">
      <dgm:prSet presAssocID="{817674D5-0B70-46AD-B9D0-C18DB30ED98F}" presName="childText" presStyleLbl="bgAcc1" presStyleIdx="0" presStyleCnt="7" custScaleX="177313" custScaleY="67682" custLinFactNeighborX="765" custLinFactNeighborY="-13469">
        <dgm:presLayoutVars>
          <dgm:bulletEnabled val="1"/>
        </dgm:presLayoutVars>
      </dgm:prSet>
      <dgm:spPr/>
    </dgm:pt>
    <dgm:pt modelId="{D185538A-959E-4004-B938-90DB79A8E3C6}" type="pres">
      <dgm:prSet presAssocID="{A2271C6B-00AD-4769-976D-EF3A6B8D9207}" presName="Name13" presStyleLbl="parChTrans1D2" presStyleIdx="1" presStyleCnt="7"/>
      <dgm:spPr/>
    </dgm:pt>
    <dgm:pt modelId="{9B747A2B-1F82-4CF2-A1FB-97D01867E9B4}" type="pres">
      <dgm:prSet presAssocID="{A40D5CF0-B25A-469A-905A-A42B7BE98A86}" presName="childText" presStyleLbl="bgAcc1" presStyleIdx="1" presStyleCnt="7" custScaleX="175986" custScaleY="54931" custLinFactNeighborX="1531" custLinFactNeighborY="-22608">
        <dgm:presLayoutVars>
          <dgm:bulletEnabled val="1"/>
        </dgm:presLayoutVars>
      </dgm:prSet>
      <dgm:spPr/>
    </dgm:pt>
    <dgm:pt modelId="{6EA190CA-6520-4FD4-97F1-D1C55F69D74F}" type="pres">
      <dgm:prSet presAssocID="{720B1C71-DACF-43F8-9F02-EC44B818C2AB}" presName="Name13" presStyleLbl="parChTrans1D2" presStyleIdx="2" presStyleCnt="7"/>
      <dgm:spPr/>
    </dgm:pt>
    <dgm:pt modelId="{A1CEFA87-2B0B-4473-98BB-125237AE4C7E}" type="pres">
      <dgm:prSet presAssocID="{06EAE428-2EAE-4C37-BFCB-9E612A83A3FD}" presName="childText" presStyleLbl="bgAcc1" presStyleIdx="2" presStyleCnt="7" custScaleX="175828" custScaleY="36885" custLinFactNeighborX="2363" custLinFactNeighborY="-29616">
        <dgm:presLayoutVars>
          <dgm:bulletEnabled val="1"/>
        </dgm:presLayoutVars>
      </dgm:prSet>
      <dgm:spPr/>
    </dgm:pt>
    <dgm:pt modelId="{B2630D3B-C910-4F43-924B-09A67E99E09F}" type="pres">
      <dgm:prSet presAssocID="{C2E3AC78-96BE-4FCB-A22D-4213C4A6AD8A}" presName="Name13" presStyleLbl="parChTrans1D2" presStyleIdx="3" presStyleCnt="7"/>
      <dgm:spPr/>
    </dgm:pt>
    <dgm:pt modelId="{D08D8601-F0E2-4F4C-9CB9-6633ECFAF659}" type="pres">
      <dgm:prSet presAssocID="{15364143-4C0E-4B70-A4D9-0C71A2FAF0E0}" presName="childText" presStyleLbl="bgAcc1" presStyleIdx="3" presStyleCnt="7" custScaleX="176949" custScaleY="43979" custLinFactNeighborX="1181" custLinFactNeighborY="-39698">
        <dgm:presLayoutVars>
          <dgm:bulletEnabled val="1"/>
        </dgm:presLayoutVars>
      </dgm:prSet>
      <dgm:spPr/>
    </dgm:pt>
    <dgm:pt modelId="{C1D8B231-4C3A-490C-8DED-226FDCA21241}" type="pres">
      <dgm:prSet presAssocID="{F06F4DFA-9247-4288-8969-D03C56934B37}" presName="root" presStyleCnt="0"/>
      <dgm:spPr/>
    </dgm:pt>
    <dgm:pt modelId="{EC094475-A0BE-43AA-8D5C-A9B0F8F98235}" type="pres">
      <dgm:prSet presAssocID="{F06F4DFA-9247-4288-8969-D03C56934B37}" presName="rootComposite" presStyleCnt="0"/>
      <dgm:spPr/>
    </dgm:pt>
    <dgm:pt modelId="{0D578B05-28B0-42DD-B589-CFD549A0B538}" type="pres">
      <dgm:prSet presAssocID="{F06F4DFA-9247-4288-8969-D03C56934B37}" presName="rootText" presStyleLbl="node1" presStyleIdx="1" presStyleCnt="2" custScaleX="156847" custScaleY="39464" custLinFactNeighborX="7646" custLinFactNeighborY="-2390"/>
      <dgm:spPr/>
    </dgm:pt>
    <dgm:pt modelId="{9BBF30AC-9C4D-4C83-B91C-C951BFC060BF}" type="pres">
      <dgm:prSet presAssocID="{F06F4DFA-9247-4288-8969-D03C56934B37}" presName="rootConnector" presStyleLbl="node1" presStyleIdx="1" presStyleCnt="2"/>
      <dgm:spPr/>
    </dgm:pt>
    <dgm:pt modelId="{7B610E51-BFD8-4C06-A054-6D9DA18D4AB8}" type="pres">
      <dgm:prSet presAssocID="{F06F4DFA-9247-4288-8969-D03C56934B37}" presName="childShape" presStyleCnt="0"/>
      <dgm:spPr/>
    </dgm:pt>
    <dgm:pt modelId="{B0FCCC3A-12AD-4C88-BFED-70878A774966}" type="pres">
      <dgm:prSet presAssocID="{8E1F9E15-4B42-4C32-8F7C-9F20E23F6DFE}" presName="Name13" presStyleLbl="parChTrans1D2" presStyleIdx="4" presStyleCnt="7"/>
      <dgm:spPr/>
    </dgm:pt>
    <dgm:pt modelId="{9E61FCE5-AE8D-44DF-A23F-F401A6CA5427}" type="pres">
      <dgm:prSet presAssocID="{908F1190-1503-4579-B5A5-2C6AC4EC46A1}" presName="childText" presStyleLbl="bgAcc1" presStyleIdx="4" presStyleCnt="7" custScaleX="170791" custScaleY="38618">
        <dgm:presLayoutVars>
          <dgm:bulletEnabled val="1"/>
        </dgm:presLayoutVars>
      </dgm:prSet>
      <dgm:spPr/>
    </dgm:pt>
    <dgm:pt modelId="{492047C6-F29B-4189-A95D-1F28C53416C1}" type="pres">
      <dgm:prSet presAssocID="{19D68017-26ED-4556-8340-EB4DE29EEA11}" presName="Name13" presStyleLbl="parChTrans1D2" presStyleIdx="5" presStyleCnt="7"/>
      <dgm:spPr/>
    </dgm:pt>
    <dgm:pt modelId="{78C9F435-FE53-42B9-AA5F-E7EEC6A1D2A6}" type="pres">
      <dgm:prSet presAssocID="{A93E8D48-85D8-49BC-8AAB-4FABEB954A6F}" presName="childText" presStyleLbl="bgAcc1" presStyleIdx="5" presStyleCnt="7" custScaleX="171788" custScaleY="55534">
        <dgm:presLayoutVars>
          <dgm:bulletEnabled val="1"/>
        </dgm:presLayoutVars>
      </dgm:prSet>
      <dgm:spPr/>
    </dgm:pt>
    <dgm:pt modelId="{CE36125D-4BD4-472D-9AC1-95D331169AC6}" type="pres">
      <dgm:prSet presAssocID="{EC6CEA4D-9580-4CB9-8565-928A43C5E540}" presName="Name13" presStyleLbl="parChTrans1D2" presStyleIdx="6" presStyleCnt="7"/>
      <dgm:spPr/>
    </dgm:pt>
    <dgm:pt modelId="{EAACFE97-E229-44AA-AB24-A46D5482B7B1}" type="pres">
      <dgm:prSet presAssocID="{D009B571-3685-4185-BD09-1C0BC51E35A1}" presName="childText" presStyleLbl="bgAcc1" presStyleIdx="6" presStyleCnt="7" custScaleX="171655" custScaleY="49917">
        <dgm:presLayoutVars>
          <dgm:bulletEnabled val="1"/>
        </dgm:presLayoutVars>
      </dgm:prSet>
      <dgm:spPr/>
    </dgm:pt>
  </dgm:ptLst>
  <dgm:cxnLst>
    <dgm:cxn modelId="{805DDE00-9350-496B-A350-19F87141907B}" srcId="{0DB3D6DF-D1C2-44D7-9EBF-7F62D87E4EAC}" destId="{06EAE428-2EAE-4C37-BFCB-9E612A83A3FD}" srcOrd="2" destOrd="0" parTransId="{720B1C71-DACF-43F8-9F02-EC44B818C2AB}" sibTransId="{80E338AC-BEB0-4FC3-ABDB-F0D5E8D9D108}"/>
    <dgm:cxn modelId="{679F6606-0EC3-43CF-B6F8-EF64EBBD2C31}" type="presOf" srcId="{F06F4DFA-9247-4288-8969-D03C56934B37}" destId="{0D578B05-28B0-42DD-B589-CFD549A0B538}" srcOrd="0" destOrd="0" presId="urn:microsoft.com/office/officeart/2005/8/layout/hierarchy3"/>
    <dgm:cxn modelId="{A9F64F06-D244-4E2C-B7B1-366FB7E880DE}" type="presOf" srcId="{0DB3D6DF-D1C2-44D7-9EBF-7F62D87E4EAC}" destId="{CC092269-83E5-405E-8AB0-9D8AAEA1C7DB}" srcOrd="1" destOrd="0" presId="urn:microsoft.com/office/officeart/2005/8/layout/hierarchy3"/>
    <dgm:cxn modelId="{3CC3F40E-AA8B-43AE-A368-75E8555B804E}" type="presOf" srcId="{A2271C6B-00AD-4769-976D-EF3A6B8D9207}" destId="{D185538A-959E-4004-B938-90DB79A8E3C6}" srcOrd="0" destOrd="0" presId="urn:microsoft.com/office/officeart/2005/8/layout/hierarchy3"/>
    <dgm:cxn modelId="{F470B610-1167-47E0-A26F-11319956715B}" type="presOf" srcId="{817674D5-0B70-46AD-B9D0-C18DB30ED98F}" destId="{66B5FEC0-D0DB-44E2-BED8-BBAAA4091830}" srcOrd="0" destOrd="0" presId="urn:microsoft.com/office/officeart/2005/8/layout/hierarchy3"/>
    <dgm:cxn modelId="{E624571D-34A4-4602-90DA-B7DF7570DA8A}" type="presOf" srcId="{EC6CEA4D-9580-4CB9-8565-928A43C5E540}" destId="{CE36125D-4BD4-472D-9AC1-95D331169AC6}" srcOrd="0" destOrd="0" presId="urn:microsoft.com/office/officeart/2005/8/layout/hierarchy3"/>
    <dgm:cxn modelId="{D1D17C1F-B622-4932-A677-A2258CAAD363}" srcId="{0DB3D6DF-D1C2-44D7-9EBF-7F62D87E4EAC}" destId="{A40D5CF0-B25A-469A-905A-A42B7BE98A86}" srcOrd="1" destOrd="0" parTransId="{A2271C6B-00AD-4769-976D-EF3A6B8D9207}" sibTransId="{EC0F56D6-9E31-4F58-96AD-A0FCCF839F5B}"/>
    <dgm:cxn modelId="{CE3D535D-071C-4567-BE9E-AD69A373974F}" srcId="{C622AAFE-852B-4A89-B1EF-BD04BD1AF8AA}" destId="{F06F4DFA-9247-4288-8969-D03C56934B37}" srcOrd="1" destOrd="0" parTransId="{9237992D-1134-4779-83E1-57375F5636BA}" sibTransId="{7A13796C-FB8C-4603-BBB1-89F0E8C08B9F}"/>
    <dgm:cxn modelId="{381CDD61-D001-46D2-915A-5CC97B2C553F}" type="presOf" srcId="{06EAE428-2EAE-4C37-BFCB-9E612A83A3FD}" destId="{A1CEFA87-2B0B-4473-98BB-125237AE4C7E}" srcOrd="0" destOrd="0" presId="urn:microsoft.com/office/officeart/2005/8/layout/hierarchy3"/>
    <dgm:cxn modelId="{CEF64162-07B0-4DC3-851A-7A7DC09C1BFF}" type="presOf" srcId="{D009B571-3685-4185-BD09-1C0BC51E35A1}" destId="{EAACFE97-E229-44AA-AB24-A46D5482B7B1}" srcOrd="0" destOrd="0" presId="urn:microsoft.com/office/officeart/2005/8/layout/hierarchy3"/>
    <dgm:cxn modelId="{4200234D-F3AF-4A62-8F3C-FAE60B219855}" srcId="{0DB3D6DF-D1C2-44D7-9EBF-7F62D87E4EAC}" destId="{817674D5-0B70-46AD-B9D0-C18DB30ED98F}" srcOrd="0" destOrd="0" parTransId="{BBA71EC1-6CDE-408E-BD20-F82D577E9618}" sibTransId="{39A02590-AF8F-46A0-9929-374FD5EA8F84}"/>
    <dgm:cxn modelId="{02629F6E-80BA-4521-B941-63888FBC91B9}" type="presOf" srcId="{8E1F9E15-4B42-4C32-8F7C-9F20E23F6DFE}" destId="{B0FCCC3A-12AD-4C88-BFED-70878A774966}" srcOrd="0" destOrd="0" presId="urn:microsoft.com/office/officeart/2005/8/layout/hierarchy3"/>
    <dgm:cxn modelId="{5A6E7E75-C0FE-438E-8F8B-AED21D49FAD3}" type="presOf" srcId="{0DB3D6DF-D1C2-44D7-9EBF-7F62D87E4EAC}" destId="{37209D10-74A4-4DA0-AE2A-BCE0287E9886}" srcOrd="0" destOrd="0" presId="urn:microsoft.com/office/officeart/2005/8/layout/hierarchy3"/>
    <dgm:cxn modelId="{1E8C6A77-69E1-46F1-A089-357DB81F007B}" type="presOf" srcId="{C622AAFE-852B-4A89-B1EF-BD04BD1AF8AA}" destId="{0EC43216-3A2C-4CFA-923B-15E2D577B782}" srcOrd="0" destOrd="0" presId="urn:microsoft.com/office/officeart/2005/8/layout/hierarchy3"/>
    <dgm:cxn modelId="{5715647A-B9F8-489E-B8F6-5FFACA82F709}" srcId="{F06F4DFA-9247-4288-8969-D03C56934B37}" destId="{D009B571-3685-4185-BD09-1C0BC51E35A1}" srcOrd="2" destOrd="0" parTransId="{EC6CEA4D-9580-4CB9-8565-928A43C5E540}" sibTransId="{EA617419-003D-40A4-AC9B-87A1C3E60BFC}"/>
    <dgm:cxn modelId="{79176783-41E1-47CA-8D22-63D8C5827E06}" type="presOf" srcId="{A93E8D48-85D8-49BC-8AAB-4FABEB954A6F}" destId="{78C9F435-FE53-42B9-AA5F-E7EEC6A1D2A6}" srcOrd="0" destOrd="0" presId="urn:microsoft.com/office/officeart/2005/8/layout/hierarchy3"/>
    <dgm:cxn modelId="{B91A8E8E-6482-4E9D-AE6D-DEA411F00DE3}" type="presOf" srcId="{720B1C71-DACF-43F8-9F02-EC44B818C2AB}" destId="{6EA190CA-6520-4FD4-97F1-D1C55F69D74F}" srcOrd="0" destOrd="0" presId="urn:microsoft.com/office/officeart/2005/8/layout/hierarchy3"/>
    <dgm:cxn modelId="{5EB92D8F-E1BD-4B33-A270-057B602124D0}" type="presOf" srcId="{908F1190-1503-4579-B5A5-2C6AC4EC46A1}" destId="{9E61FCE5-AE8D-44DF-A23F-F401A6CA5427}" srcOrd="0" destOrd="0" presId="urn:microsoft.com/office/officeart/2005/8/layout/hierarchy3"/>
    <dgm:cxn modelId="{A4EE0C9F-23CB-45DB-B2D8-2C82FE9C7193}" type="presOf" srcId="{15364143-4C0E-4B70-A4D9-0C71A2FAF0E0}" destId="{D08D8601-F0E2-4F4C-9CB9-6633ECFAF659}" srcOrd="0" destOrd="0" presId="urn:microsoft.com/office/officeart/2005/8/layout/hierarchy3"/>
    <dgm:cxn modelId="{30F7A5A8-E524-4598-8A80-EB61D5732B99}" type="presOf" srcId="{BBA71EC1-6CDE-408E-BD20-F82D577E9618}" destId="{92E34B9A-6CD0-4F0C-9583-9B4D63745304}" srcOrd="0" destOrd="0" presId="urn:microsoft.com/office/officeart/2005/8/layout/hierarchy3"/>
    <dgm:cxn modelId="{1643ACAA-BAD7-4076-9F10-1DB466E1C6A2}" srcId="{F06F4DFA-9247-4288-8969-D03C56934B37}" destId="{A93E8D48-85D8-49BC-8AAB-4FABEB954A6F}" srcOrd="1" destOrd="0" parTransId="{19D68017-26ED-4556-8340-EB4DE29EEA11}" sibTransId="{CDA3B01B-46F9-440C-AB99-1416449BF568}"/>
    <dgm:cxn modelId="{ADB331AB-3646-4B11-A7D6-044B90A9FE0F}" type="presOf" srcId="{19D68017-26ED-4556-8340-EB4DE29EEA11}" destId="{492047C6-F29B-4189-A95D-1F28C53416C1}" srcOrd="0" destOrd="0" presId="urn:microsoft.com/office/officeart/2005/8/layout/hierarchy3"/>
    <dgm:cxn modelId="{6105DCAD-4057-4C9A-B1FD-B0D328D39CE3}" type="presOf" srcId="{A40D5CF0-B25A-469A-905A-A42B7BE98A86}" destId="{9B747A2B-1F82-4CF2-A1FB-97D01867E9B4}" srcOrd="0" destOrd="0" presId="urn:microsoft.com/office/officeart/2005/8/layout/hierarchy3"/>
    <dgm:cxn modelId="{B7168AAE-5702-4573-9EBF-9896DB12151E}" srcId="{F06F4DFA-9247-4288-8969-D03C56934B37}" destId="{908F1190-1503-4579-B5A5-2C6AC4EC46A1}" srcOrd="0" destOrd="0" parTransId="{8E1F9E15-4B42-4C32-8F7C-9F20E23F6DFE}" sibTransId="{06FD076D-743C-4B15-ABB4-46747A380474}"/>
    <dgm:cxn modelId="{31F991B0-DCC2-4D31-9FA9-332ABE0F8E49}" type="presOf" srcId="{F06F4DFA-9247-4288-8969-D03C56934B37}" destId="{9BBF30AC-9C4D-4C83-B91C-C951BFC060BF}" srcOrd="1" destOrd="0" presId="urn:microsoft.com/office/officeart/2005/8/layout/hierarchy3"/>
    <dgm:cxn modelId="{6EE8D3B6-D968-4D8B-965E-95BF0ED71B46}" srcId="{C622AAFE-852B-4A89-B1EF-BD04BD1AF8AA}" destId="{0DB3D6DF-D1C2-44D7-9EBF-7F62D87E4EAC}" srcOrd="0" destOrd="0" parTransId="{A5232760-84E8-4C64-9E3C-22815840262D}" sibTransId="{2415B092-0BB2-44EC-9FB1-760CD09EEFA2}"/>
    <dgm:cxn modelId="{7A2073CB-5AE5-4792-8F49-5D4C814EE9C8}" srcId="{0DB3D6DF-D1C2-44D7-9EBF-7F62D87E4EAC}" destId="{15364143-4C0E-4B70-A4D9-0C71A2FAF0E0}" srcOrd="3" destOrd="0" parTransId="{C2E3AC78-96BE-4FCB-A22D-4213C4A6AD8A}" sibTransId="{21965933-B971-477F-A185-094D4C16496B}"/>
    <dgm:cxn modelId="{9D43B6E4-881F-4813-9B5D-90C3991A233E}" type="presOf" srcId="{C2E3AC78-96BE-4FCB-A22D-4213C4A6AD8A}" destId="{B2630D3B-C910-4F43-924B-09A67E99E09F}" srcOrd="0" destOrd="0" presId="urn:microsoft.com/office/officeart/2005/8/layout/hierarchy3"/>
    <dgm:cxn modelId="{7EE48381-4B5F-4264-B97E-8EABBB32B4F8}" type="presParOf" srcId="{0EC43216-3A2C-4CFA-923B-15E2D577B782}" destId="{09CCB035-3DB7-44EF-85C1-08667A08794C}" srcOrd="0" destOrd="0" presId="urn:microsoft.com/office/officeart/2005/8/layout/hierarchy3"/>
    <dgm:cxn modelId="{A3827046-4228-4B68-86E2-D6370D238E07}" type="presParOf" srcId="{09CCB035-3DB7-44EF-85C1-08667A08794C}" destId="{A8FB7437-DEF0-4FA3-87F0-8ABD9F7A05FA}" srcOrd="0" destOrd="0" presId="urn:microsoft.com/office/officeart/2005/8/layout/hierarchy3"/>
    <dgm:cxn modelId="{35CCFA40-13D2-40BE-9DBE-522266F9A574}" type="presParOf" srcId="{A8FB7437-DEF0-4FA3-87F0-8ABD9F7A05FA}" destId="{37209D10-74A4-4DA0-AE2A-BCE0287E9886}" srcOrd="0" destOrd="0" presId="urn:microsoft.com/office/officeart/2005/8/layout/hierarchy3"/>
    <dgm:cxn modelId="{87A4BCF0-A343-4C5C-A3C7-D1ADEB46509F}" type="presParOf" srcId="{A8FB7437-DEF0-4FA3-87F0-8ABD9F7A05FA}" destId="{CC092269-83E5-405E-8AB0-9D8AAEA1C7DB}" srcOrd="1" destOrd="0" presId="urn:microsoft.com/office/officeart/2005/8/layout/hierarchy3"/>
    <dgm:cxn modelId="{6C6A78A2-39EF-491A-99C3-A074DC8183B8}" type="presParOf" srcId="{09CCB035-3DB7-44EF-85C1-08667A08794C}" destId="{7026BE7C-4C8F-4069-8F37-851430C01624}" srcOrd="1" destOrd="0" presId="urn:microsoft.com/office/officeart/2005/8/layout/hierarchy3"/>
    <dgm:cxn modelId="{82431DBF-FFE0-4D5E-894A-F72D38F28C00}" type="presParOf" srcId="{7026BE7C-4C8F-4069-8F37-851430C01624}" destId="{92E34B9A-6CD0-4F0C-9583-9B4D63745304}" srcOrd="0" destOrd="0" presId="urn:microsoft.com/office/officeart/2005/8/layout/hierarchy3"/>
    <dgm:cxn modelId="{24C2D587-7931-47A4-8ABD-A60F88CC8537}" type="presParOf" srcId="{7026BE7C-4C8F-4069-8F37-851430C01624}" destId="{66B5FEC0-D0DB-44E2-BED8-BBAAA4091830}" srcOrd="1" destOrd="0" presId="urn:microsoft.com/office/officeart/2005/8/layout/hierarchy3"/>
    <dgm:cxn modelId="{D24661D5-1026-4E3A-AF61-5559BA3E527C}" type="presParOf" srcId="{7026BE7C-4C8F-4069-8F37-851430C01624}" destId="{D185538A-959E-4004-B938-90DB79A8E3C6}" srcOrd="2" destOrd="0" presId="urn:microsoft.com/office/officeart/2005/8/layout/hierarchy3"/>
    <dgm:cxn modelId="{D2C2421E-704F-42D6-A80B-A1E84DC3734C}" type="presParOf" srcId="{7026BE7C-4C8F-4069-8F37-851430C01624}" destId="{9B747A2B-1F82-4CF2-A1FB-97D01867E9B4}" srcOrd="3" destOrd="0" presId="urn:microsoft.com/office/officeart/2005/8/layout/hierarchy3"/>
    <dgm:cxn modelId="{E61DEB64-881B-4972-A815-F8296C6F0BDD}" type="presParOf" srcId="{7026BE7C-4C8F-4069-8F37-851430C01624}" destId="{6EA190CA-6520-4FD4-97F1-D1C55F69D74F}" srcOrd="4" destOrd="0" presId="urn:microsoft.com/office/officeart/2005/8/layout/hierarchy3"/>
    <dgm:cxn modelId="{DEDF9CD0-AF96-4165-8821-EB5DB2970D2E}" type="presParOf" srcId="{7026BE7C-4C8F-4069-8F37-851430C01624}" destId="{A1CEFA87-2B0B-4473-98BB-125237AE4C7E}" srcOrd="5" destOrd="0" presId="urn:microsoft.com/office/officeart/2005/8/layout/hierarchy3"/>
    <dgm:cxn modelId="{D35B6790-0E26-4BEE-B7A9-26511C0A6D21}" type="presParOf" srcId="{7026BE7C-4C8F-4069-8F37-851430C01624}" destId="{B2630D3B-C910-4F43-924B-09A67E99E09F}" srcOrd="6" destOrd="0" presId="urn:microsoft.com/office/officeart/2005/8/layout/hierarchy3"/>
    <dgm:cxn modelId="{B391E5DC-827C-4C09-AA98-6BA5B1B67403}" type="presParOf" srcId="{7026BE7C-4C8F-4069-8F37-851430C01624}" destId="{D08D8601-F0E2-4F4C-9CB9-6633ECFAF659}" srcOrd="7" destOrd="0" presId="urn:microsoft.com/office/officeart/2005/8/layout/hierarchy3"/>
    <dgm:cxn modelId="{A3317CA3-C1F5-42A1-B9D9-7C01BDA1EB03}" type="presParOf" srcId="{0EC43216-3A2C-4CFA-923B-15E2D577B782}" destId="{C1D8B231-4C3A-490C-8DED-226FDCA21241}" srcOrd="1" destOrd="0" presId="urn:microsoft.com/office/officeart/2005/8/layout/hierarchy3"/>
    <dgm:cxn modelId="{E9CD1586-C180-44EB-B24A-E24785542D82}" type="presParOf" srcId="{C1D8B231-4C3A-490C-8DED-226FDCA21241}" destId="{EC094475-A0BE-43AA-8D5C-A9B0F8F98235}" srcOrd="0" destOrd="0" presId="urn:microsoft.com/office/officeart/2005/8/layout/hierarchy3"/>
    <dgm:cxn modelId="{DE4CD6EC-0597-4FFD-A6CF-84138E13FE70}" type="presParOf" srcId="{EC094475-A0BE-43AA-8D5C-A9B0F8F98235}" destId="{0D578B05-28B0-42DD-B589-CFD549A0B538}" srcOrd="0" destOrd="0" presId="urn:microsoft.com/office/officeart/2005/8/layout/hierarchy3"/>
    <dgm:cxn modelId="{EA1AB233-8593-4E4C-8675-3409DA25C90E}" type="presParOf" srcId="{EC094475-A0BE-43AA-8D5C-A9B0F8F98235}" destId="{9BBF30AC-9C4D-4C83-B91C-C951BFC060BF}" srcOrd="1" destOrd="0" presId="urn:microsoft.com/office/officeart/2005/8/layout/hierarchy3"/>
    <dgm:cxn modelId="{9C5E7F0F-AAC6-44F6-A21E-244A31280016}" type="presParOf" srcId="{C1D8B231-4C3A-490C-8DED-226FDCA21241}" destId="{7B610E51-BFD8-4C06-A054-6D9DA18D4AB8}" srcOrd="1" destOrd="0" presId="urn:microsoft.com/office/officeart/2005/8/layout/hierarchy3"/>
    <dgm:cxn modelId="{BD7EAD99-11DF-42D0-848A-C09843B44D05}" type="presParOf" srcId="{7B610E51-BFD8-4C06-A054-6D9DA18D4AB8}" destId="{B0FCCC3A-12AD-4C88-BFED-70878A774966}" srcOrd="0" destOrd="0" presId="urn:microsoft.com/office/officeart/2005/8/layout/hierarchy3"/>
    <dgm:cxn modelId="{9993F1C1-4512-4621-805F-8F02F8D22CD0}" type="presParOf" srcId="{7B610E51-BFD8-4C06-A054-6D9DA18D4AB8}" destId="{9E61FCE5-AE8D-44DF-A23F-F401A6CA5427}" srcOrd="1" destOrd="0" presId="urn:microsoft.com/office/officeart/2005/8/layout/hierarchy3"/>
    <dgm:cxn modelId="{AEAFCAC3-AC20-4538-9797-2C1DB3D6AEEA}" type="presParOf" srcId="{7B610E51-BFD8-4C06-A054-6D9DA18D4AB8}" destId="{492047C6-F29B-4189-A95D-1F28C53416C1}" srcOrd="2" destOrd="0" presId="urn:microsoft.com/office/officeart/2005/8/layout/hierarchy3"/>
    <dgm:cxn modelId="{8D754100-898B-4244-B6F0-1A21BBFC9E2C}" type="presParOf" srcId="{7B610E51-BFD8-4C06-A054-6D9DA18D4AB8}" destId="{78C9F435-FE53-42B9-AA5F-E7EEC6A1D2A6}" srcOrd="3" destOrd="0" presId="urn:microsoft.com/office/officeart/2005/8/layout/hierarchy3"/>
    <dgm:cxn modelId="{68D2575C-9D6B-4854-8F4F-14C9391F57DE}" type="presParOf" srcId="{7B610E51-BFD8-4C06-A054-6D9DA18D4AB8}" destId="{CE36125D-4BD4-472D-9AC1-95D331169AC6}" srcOrd="4" destOrd="0" presId="urn:microsoft.com/office/officeart/2005/8/layout/hierarchy3"/>
    <dgm:cxn modelId="{82BE834D-1DD0-497C-81B0-9386090311F4}" type="presParOf" srcId="{7B610E51-BFD8-4C06-A054-6D9DA18D4AB8}" destId="{EAACFE97-E229-44AA-AB24-A46D5482B7B1}"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BD6AF0-DF58-49A7-9E74-CD8EE983C2A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3CBCD7D-CCBD-4DD7-9B77-A803068E0817}">
      <dgm:prSet phldrT="[Text]" custT="1"/>
      <dgm:spPr/>
      <dgm:t>
        <a:bodyPr/>
        <a:lstStyle/>
        <a:p>
          <a:r>
            <a:rPr lang="en-US" sz="2200" dirty="0">
              <a:latin typeface="Montserrat" panose="00000500000000000000" pitchFamily="2" charset="0"/>
            </a:rPr>
            <a:t>Thick provisioned virtual disk</a:t>
          </a:r>
        </a:p>
      </dgm:t>
    </dgm:pt>
    <dgm:pt modelId="{67C61441-D094-4125-9FBC-E6102E3560FB}" type="parTrans" cxnId="{F3846F19-81B4-4B7C-A924-B77CAA004259}">
      <dgm:prSet/>
      <dgm:spPr/>
      <dgm:t>
        <a:bodyPr/>
        <a:lstStyle/>
        <a:p>
          <a:endParaRPr lang="en-US"/>
        </a:p>
      </dgm:t>
    </dgm:pt>
    <dgm:pt modelId="{16D334EF-4415-42C0-A43E-91EC40A783F4}" type="sibTrans" cxnId="{F3846F19-81B4-4B7C-A924-B77CAA004259}">
      <dgm:prSet/>
      <dgm:spPr/>
      <dgm:t>
        <a:bodyPr/>
        <a:lstStyle/>
        <a:p>
          <a:endParaRPr lang="en-US"/>
        </a:p>
      </dgm:t>
    </dgm:pt>
    <dgm:pt modelId="{0A6BDA9F-F76C-4FFB-BD11-F00471EBC427}">
      <dgm:prSet phldrT="[Text]" custT="1"/>
      <dgm:spPr/>
      <dgm:t>
        <a:bodyPr/>
        <a:lstStyle/>
        <a:p>
          <a:pPr>
            <a:lnSpc>
              <a:spcPct val="100000"/>
            </a:lnSpc>
          </a:pP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tất</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cả</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gian</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đĩa</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khai</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báo</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đĩa</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dgm:t>
    </dgm:pt>
    <dgm:pt modelId="{A2E77CC5-11B8-4EDA-A900-632E5E3739FB}" type="parTrans" cxnId="{2BD71245-2889-4618-83BB-3BAD7AE4BD59}">
      <dgm:prSet/>
      <dgm:spPr/>
      <dgm:t>
        <a:bodyPr/>
        <a:lstStyle/>
        <a:p>
          <a:endParaRPr lang="en-US"/>
        </a:p>
      </dgm:t>
    </dgm:pt>
    <dgm:pt modelId="{928F3BFF-65B1-45D3-B9B6-FBED149DE9CE}" type="sibTrans" cxnId="{2BD71245-2889-4618-83BB-3BAD7AE4BD59}">
      <dgm:prSet/>
      <dgm:spPr/>
      <dgm:t>
        <a:bodyPr/>
        <a:lstStyle/>
        <a:p>
          <a:endParaRPr lang="en-US"/>
        </a:p>
      </dgm:t>
    </dgm:pt>
    <dgm:pt modelId="{FC28377F-D157-4BFA-AD94-7A8B8DEE2E56}">
      <dgm:prSet phldrT="[Text]" custT="1"/>
      <dgm:spPr/>
      <dgm:t>
        <a:bodyPr/>
        <a:lstStyle/>
        <a:p>
          <a:r>
            <a:rPr lang="en-US" sz="2200" dirty="0">
              <a:latin typeface="Montserrat" panose="00000500000000000000" pitchFamily="2" charset="0"/>
            </a:rPr>
            <a:t>Thin provisioned virtual disk</a:t>
          </a:r>
        </a:p>
      </dgm:t>
    </dgm:pt>
    <dgm:pt modelId="{61BF1BDB-F737-45E8-B497-B6ABFC8989B4}" type="parTrans" cxnId="{B83D333A-D9B0-4BEA-AF36-BB81CAD2CC23}">
      <dgm:prSet/>
      <dgm:spPr/>
      <dgm:t>
        <a:bodyPr/>
        <a:lstStyle/>
        <a:p>
          <a:endParaRPr lang="en-US"/>
        </a:p>
      </dgm:t>
    </dgm:pt>
    <dgm:pt modelId="{347F52D7-6752-4E5E-BFA4-07A5A2ACDACF}" type="sibTrans" cxnId="{B83D333A-D9B0-4BEA-AF36-BB81CAD2CC23}">
      <dgm:prSet/>
      <dgm:spPr/>
      <dgm:t>
        <a:bodyPr/>
        <a:lstStyle/>
        <a:p>
          <a:endParaRPr lang="en-US"/>
        </a:p>
      </dgm:t>
    </dgm:pt>
    <dgm:pt modelId="{A8409F4D-267D-45D8-ACFC-A8A0D99380DB}">
      <dgm:prSet phldrT="[Text]" custT="1"/>
      <dgm:spPr/>
      <dgm:t>
        <a:bodyPr/>
        <a:lstStyle/>
        <a:p>
          <a:pPr>
            <a:lnSpc>
              <a:spcPct val="100000"/>
            </a:lnSpc>
          </a:pP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Virtual disks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chỉ</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dung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lượng</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cần</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thiết</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chứa</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tệp</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hiện</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tại</a:t>
          </a:r>
          <a:endPar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dgm:t>
    </dgm:pt>
    <dgm:pt modelId="{F40FC91E-D115-4AEC-B990-E12FC35B4CCD}" type="parTrans" cxnId="{BA3CDB35-F5EE-4205-92FD-E9D9ED7CF34F}">
      <dgm:prSet/>
      <dgm:spPr/>
      <dgm:t>
        <a:bodyPr/>
        <a:lstStyle/>
        <a:p>
          <a:endParaRPr lang="en-US"/>
        </a:p>
      </dgm:t>
    </dgm:pt>
    <dgm:pt modelId="{B96C5258-B011-480B-AFD4-19456EE677FF}" type="sibTrans" cxnId="{BA3CDB35-F5EE-4205-92FD-E9D9ED7CF34F}">
      <dgm:prSet/>
      <dgm:spPr/>
      <dgm:t>
        <a:bodyPr/>
        <a:lstStyle/>
        <a:p>
          <a:endParaRPr lang="en-US"/>
        </a:p>
      </dgm:t>
    </dgm:pt>
    <dgm:pt modelId="{A5DD663E-0999-4CDA-985F-4A2CAB619DDF}">
      <dgm:prSet phldrT="[Text]" custT="1"/>
      <dgm:spPr/>
      <dgm:t>
        <a:bodyPr/>
        <a:lstStyle/>
        <a:p>
          <a:pPr>
            <a:lnSpc>
              <a:spcPct val="100000"/>
            </a:lnSpc>
          </a:pP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luôn</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nhìn</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thấy</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kích</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thước</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đĩa</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cấp</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phát</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đầy</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đủ</a:t>
          </a:r>
          <a:endPar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dgm:t>
    </dgm:pt>
    <dgm:pt modelId="{B5C4B8D4-6705-4173-8986-AB73C7FCB8F3}" type="parTrans" cxnId="{B64B3636-C8E8-4956-AF40-F68044D97324}">
      <dgm:prSet/>
      <dgm:spPr/>
      <dgm:t>
        <a:bodyPr/>
        <a:lstStyle/>
        <a:p>
          <a:endParaRPr lang="en-US"/>
        </a:p>
      </dgm:t>
    </dgm:pt>
    <dgm:pt modelId="{24BD34BA-EC99-4DEC-9442-FC81A6AAAB15}" type="sibTrans" cxnId="{B64B3636-C8E8-4956-AF40-F68044D97324}">
      <dgm:prSet/>
      <dgm:spPr/>
      <dgm:t>
        <a:bodyPr/>
        <a:lstStyle/>
        <a:p>
          <a:endParaRPr lang="en-US"/>
        </a:p>
      </dgm:t>
    </dgm:pt>
    <dgm:pt modelId="{F5F42A49-8ECE-42AB-8EFC-7F3C4863930D}">
      <dgm:prSet phldrT="[Text]" custT="1"/>
      <dgm:spPr/>
      <dgm:t>
        <a:bodyPr/>
        <a:lstStyle/>
        <a:p>
          <a:pPr>
            <a:lnSpc>
              <a:spcPct val="100000"/>
            </a:lnSpc>
          </a:pP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quan</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tâm</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lượng</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dữ</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liệu</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thực</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dùng</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8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Guest OS</a:t>
          </a:r>
        </a:p>
      </dgm:t>
    </dgm:pt>
    <dgm:pt modelId="{F469A08A-E9C5-4221-88A7-3488CD7F3A6E}" type="parTrans" cxnId="{AB23B63B-E348-4CFD-A009-C2009F06B36A}">
      <dgm:prSet/>
      <dgm:spPr/>
      <dgm:t>
        <a:bodyPr/>
        <a:lstStyle/>
        <a:p>
          <a:endParaRPr lang="en-US"/>
        </a:p>
      </dgm:t>
    </dgm:pt>
    <dgm:pt modelId="{61FF2669-B1B3-44DB-88C5-18877A812A48}" type="sibTrans" cxnId="{AB23B63B-E348-4CFD-A009-C2009F06B36A}">
      <dgm:prSet/>
      <dgm:spPr/>
      <dgm:t>
        <a:bodyPr/>
        <a:lstStyle/>
        <a:p>
          <a:endParaRPr lang="en-US"/>
        </a:p>
      </dgm:t>
    </dgm:pt>
    <dgm:pt modelId="{C323F158-F2D4-4C7C-88B7-C5B6D6FE53A0}" type="pres">
      <dgm:prSet presAssocID="{8ABD6AF0-DF58-49A7-9E74-CD8EE983C2AD}" presName="linear" presStyleCnt="0">
        <dgm:presLayoutVars>
          <dgm:animLvl val="lvl"/>
          <dgm:resizeHandles val="exact"/>
        </dgm:presLayoutVars>
      </dgm:prSet>
      <dgm:spPr/>
    </dgm:pt>
    <dgm:pt modelId="{07EF0575-D4C5-4C77-8193-17A0154A6BCB}" type="pres">
      <dgm:prSet presAssocID="{B3CBCD7D-CCBD-4DD7-9B77-A803068E0817}" presName="parentText" presStyleLbl="node1" presStyleIdx="0" presStyleCnt="2" custScaleY="49144">
        <dgm:presLayoutVars>
          <dgm:chMax val="0"/>
          <dgm:bulletEnabled val="1"/>
        </dgm:presLayoutVars>
      </dgm:prSet>
      <dgm:spPr/>
    </dgm:pt>
    <dgm:pt modelId="{6968C489-0293-4DDE-956F-1CD262C2426A}" type="pres">
      <dgm:prSet presAssocID="{B3CBCD7D-CCBD-4DD7-9B77-A803068E0817}" presName="childText" presStyleLbl="revTx" presStyleIdx="0" presStyleCnt="2">
        <dgm:presLayoutVars>
          <dgm:bulletEnabled val="1"/>
        </dgm:presLayoutVars>
      </dgm:prSet>
      <dgm:spPr/>
    </dgm:pt>
    <dgm:pt modelId="{075E3A7A-AE1F-4715-9FC0-BB34E28E1AF7}" type="pres">
      <dgm:prSet presAssocID="{FC28377F-D157-4BFA-AD94-7A8B8DEE2E56}" presName="parentText" presStyleLbl="node1" presStyleIdx="1" presStyleCnt="2" custScaleY="43272">
        <dgm:presLayoutVars>
          <dgm:chMax val="0"/>
          <dgm:bulletEnabled val="1"/>
        </dgm:presLayoutVars>
      </dgm:prSet>
      <dgm:spPr/>
    </dgm:pt>
    <dgm:pt modelId="{F134F624-D0C9-479A-9070-0ABA49F06780}" type="pres">
      <dgm:prSet presAssocID="{FC28377F-D157-4BFA-AD94-7A8B8DEE2E56}" presName="childText" presStyleLbl="revTx" presStyleIdx="1" presStyleCnt="2">
        <dgm:presLayoutVars>
          <dgm:bulletEnabled val="1"/>
        </dgm:presLayoutVars>
      </dgm:prSet>
      <dgm:spPr/>
    </dgm:pt>
  </dgm:ptLst>
  <dgm:cxnLst>
    <dgm:cxn modelId="{7436CA0C-A703-444D-8747-FD8DC68A4BC3}" type="presOf" srcId="{A8409F4D-267D-45D8-ACFC-A8A0D99380DB}" destId="{F134F624-D0C9-479A-9070-0ABA49F06780}" srcOrd="0" destOrd="0" presId="urn:microsoft.com/office/officeart/2005/8/layout/vList2"/>
    <dgm:cxn modelId="{57903113-EE23-4F35-A57C-CB001AD8EDE5}" type="presOf" srcId="{0A6BDA9F-F76C-4FFB-BD11-F00471EBC427}" destId="{6968C489-0293-4DDE-956F-1CD262C2426A}" srcOrd="0" destOrd="0" presId="urn:microsoft.com/office/officeart/2005/8/layout/vList2"/>
    <dgm:cxn modelId="{F3846F19-81B4-4B7C-A924-B77CAA004259}" srcId="{8ABD6AF0-DF58-49A7-9E74-CD8EE983C2AD}" destId="{B3CBCD7D-CCBD-4DD7-9B77-A803068E0817}" srcOrd="0" destOrd="0" parTransId="{67C61441-D094-4125-9FBC-E6102E3560FB}" sibTransId="{16D334EF-4415-42C0-A43E-91EC40A783F4}"/>
    <dgm:cxn modelId="{4BCA7928-32AA-4CF0-A46F-E361809DF4B4}" type="presOf" srcId="{A5DD663E-0999-4CDA-985F-4A2CAB619DDF}" destId="{F134F624-D0C9-479A-9070-0ABA49F06780}" srcOrd="0" destOrd="1" presId="urn:microsoft.com/office/officeart/2005/8/layout/vList2"/>
    <dgm:cxn modelId="{BA3CDB35-F5EE-4205-92FD-E9D9ED7CF34F}" srcId="{FC28377F-D157-4BFA-AD94-7A8B8DEE2E56}" destId="{A8409F4D-267D-45D8-ACFC-A8A0D99380DB}" srcOrd="0" destOrd="0" parTransId="{F40FC91E-D115-4AEC-B990-E12FC35B4CCD}" sibTransId="{B96C5258-B011-480B-AFD4-19456EE677FF}"/>
    <dgm:cxn modelId="{B64B3636-C8E8-4956-AF40-F68044D97324}" srcId="{FC28377F-D157-4BFA-AD94-7A8B8DEE2E56}" destId="{A5DD663E-0999-4CDA-985F-4A2CAB619DDF}" srcOrd="1" destOrd="0" parTransId="{B5C4B8D4-6705-4173-8986-AB73C7FCB8F3}" sibTransId="{24BD34BA-EC99-4DEC-9442-FC81A6AAAB15}"/>
    <dgm:cxn modelId="{D6F30F3A-3D0A-43E2-9732-EF31E981BD9B}" type="presOf" srcId="{F5F42A49-8ECE-42AB-8EFC-7F3C4863930D}" destId="{6968C489-0293-4DDE-956F-1CD262C2426A}" srcOrd="0" destOrd="1" presId="urn:microsoft.com/office/officeart/2005/8/layout/vList2"/>
    <dgm:cxn modelId="{B83D333A-D9B0-4BEA-AF36-BB81CAD2CC23}" srcId="{8ABD6AF0-DF58-49A7-9E74-CD8EE983C2AD}" destId="{FC28377F-D157-4BFA-AD94-7A8B8DEE2E56}" srcOrd="1" destOrd="0" parTransId="{61BF1BDB-F737-45E8-B497-B6ABFC8989B4}" sibTransId="{347F52D7-6752-4E5E-BFA4-07A5A2ACDACF}"/>
    <dgm:cxn modelId="{AB23B63B-E348-4CFD-A009-C2009F06B36A}" srcId="{B3CBCD7D-CCBD-4DD7-9B77-A803068E0817}" destId="{F5F42A49-8ECE-42AB-8EFC-7F3C4863930D}" srcOrd="1" destOrd="0" parTransId="{F469A08A-E9C5-4221-88A7-3488CD7F3A6E}" sibTransId="{61FF2669-B1B3-44DB-88C5-18877A812A48}"/>
    <dgm:cxn modelId="{2BD71245-2889-4618-83BB-3BAD7AE4BD59}" srcId="{B3CBCD7D-CCBD-4DD7-9B77-A803068E0817}" destId="{0A6BDA9F-F76C-4FFB-BD11-F00471EBC427}" srcOrd="0" destOrd="0" parTransId="{A2E77CC5-11B8-4EDA-A900-632E5E3739FB}" sibTransId="{928F3BFF-65B1-45D3-B9B6-FBED149DE9CE}"/>
    <dgm:cxn modelId="{0BE59856-6130-492A-AFCF-25EE9308EC27}" type="presOf" srcId="{FC28377F-D157-4BFA-AD94-7A8B8DEE2E56}" destId="{075E3A7A-AE1F-4715-9FC0-BB34E28E1AF7}" srcOrd="0" destOrd="0" presId="urn:microsoft.com/office/officeart/2005/8/layout/vList2"/>
    <dgm:cxn modelId="{6BF445AF-8F86-4DAF-9389-6D36CF1813EE}" type="presOf" srcId="{8ABD6AF0-DF58-49A7-9E74-CD8EE983C2AD}" destId="{C323F158-F2D4-4C7C-88B7-C5B6D6FE53A0}" srcOrd="0" destOrd="0" presId="urn:microsoft.com/office/officeart/2005/8/layout/vList2"/>
    <dgm:cxn modelId="{D8096EEC-3752-40A1-AF91-C46CB6FC16A7}" type="presOf" srcId="{B3CBCD7D-CCBD-4DD7-9B77-A803068E0817}" destId="{07EF0575-D4C5-4C77-8193-17A0154A6BCB}" srcOrd="0" destOrd="0" presId="urn:microsoft.com/office/officeart/2005/8/layout/vList2"/>
    <dgm:cxn modelId="{3F1A61B4-7FA0-4B62-9B81-D8E241C6E39A}" type="presParOf" srcId="{C323F158-F2D4-4C7C-88B7-C5B6D6FE53A0}" destId="{07EF0575-D4C5-4C77-8193-17A0154A6BCB}" srcOrd="0" destOrd="0" presId="urn:microsoft.com/office/officeart/2005/8/layout/vList2"/>
    <dgm:cxn modelId="{EDD876DA-D45D-4A14-A9D1-9737C56362E6}" type="presParOf" srcId="{C323F158-F2D4-4C7C-88B7-C5B6D6FE53A0}" destId="{6968C489-0293-4DDE-956F-1CD262C2426A}" srcOrd="1" destOrd="0" presId="urn:microsoft.com/office/officeart/2005/8/layout/vList2"/>
    <dgm:cxn modelId="{E834CC52-8FE8-4DE7-B66C-2713EF3FE3C9}" type="presParOf" srcId="{C323F158-F2D4-4C7C-88B7-C5B6D6FE53A0}" destId="{075E3A7A-AE1F-4715-9FC0-BB34E28E1AF7}" srcOrd="2" destOrd="0" presId="urn:microsoft.com/office/officeart/2005/8/layout/vList2"/>
    <dgm:cxn modelId="{A542101D-9556-4A87-8992-006627FE2124}" type="presParOf" srcId="{C323F158-F2D4-4C7C-88B7-C5B6D6FE53A0}" destId="{F134F624-D0C9-479A-9070-0ABA49F06780}"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153B3D8-525A-45E3-940D-7E9775286AC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55A4B45-1E26-458C-91EE-2B1951ED8E0D}">
      <dgm:prSet phldrT="[Text]"/>
      <dgm:spPr/>
      <dgm:t>
        <a:bodyPr/>
        <a:lstStyle/>
        <a:p>
          <a:r>
            <a:rPr lang="en-US" dirty="0" err="1"/>
            <a:t>Công</a:t>
          </a:r>
          <a:r>
            <a:rPr lang="en-US" dirty="0"/>
            <a:t> </a:t>
          </a:r>
          <a:r>
            <a:rPr lang="en-US" dirty="0" err="1"/>
            <a:t>cụ</a:t>
          </a:r>
          <a:r>
            <a:rPr lang="en-US" dirty="0"/>
            <a:t> </a:t>
          </a:r>
          <a:r>
            <a:rPr lang="en-US" dirty="0" err="1"/>
            <a:t>trên</a:t>
          </a:r>
          <a:r>
            <a:rPr lang="en-US" dirty="0"/>
            <a:t> </a:t>
          </a:r>
          <a:r>
            <a:rPr lang="en-US" dirty="0" err="1"/>
            <a:t>hệ</a:t>
          </a:r>
          <a:r>
            <a:rPr lang="en-US" dirty="0"/>
            <a:t> điều hành </a:t>
          </a:r>
          <a:r>
            <a:rPr lang="en-US" dirty="0" err="1"/>
            <a:t>máy</a:t>
          </a:r>
          <a:r>
            <a:rPr lang="en-US" dirty="0"/>
            <a:t> </a:t>
          </a:r>
          <a:r>
            <a:rPr lang="en-US" dirty="0" err="1"/>
            <a:t>ảo</a:t>
          </a:r>
          <a:endParaRPr lang="en-US" dirty="0"/>
        </a:p>
      </dgm:t>
    </dgm:pt>
    <dgm:pt modelId="{5ABC380B-636B-43C9-88CF-048AC1ADD610}" type="parTrans" cxnId="{4EFA33AD-9DB7-404B-A54B-74F2D0D7ED9B}">
      <dgm:prSet/>
      <dgm:spPr/>
      <dgm:t>
        <a:bodyPr/>
        <a:lstStyle/>
        <a:p>
          <a:endParaRPr lang="en-US"/>
        </a:p>
      </dgm:t>
    </dgm:pt>
    <dgm:pt modelId="{3BC761CB-FB8D-4304-B074-7698B1779600}" type="sibTrans" cxnId="{4EFA33AD-9DB7-404B-A54B-74F2D0D7ED9B}">
      <dgm:prSet/>
      <dgm:spPr/>
      <dgm:t>
        <a:bodyPr/>
        <a:lstStyle/>
        <a:p>
          <a:endParaRPr lang="en-US"/>
        </a:p>
      </dgm:t>
    </dgm:pt>
    <dgm:pt modelId="{16753DD9-A1C5-4AAA-B308-046853A38305}">
      <dgm:prSet phldrT="[Text]"/>
      <dgm:spPr/>
      <dgm:t>
        <a:bodyPr/>
        <a:lstStyle/>
        <a:p>
          <a:r>
            <a:rPr lang="en-US" dirty="0" err="1"/>
            <a:t>Công</a:t>
          </a:r>
          <a:r>
            <a:rPr lang="en-US" dirty="0"/>
            <a:t> </a:t>
          </a:r>
          <a:r>
            <a:rPr lang="en-US" dirty="0" err="1"/>
            <a:t>cụ</a:t>
          </a:r>
          <a:r>
            <a:rPr lang="en-US" dirty="0"/>
            <a:t> </a:t>
          </a:r>
          <a:r>
            <a:rPr lang="en-US" dirty="0" err="1"/>
            <a:t>của</a:t>
          </a:r>
          <a:r>
            <a:rPr lang="en-US" dirty="0"/>
            <a:t> vSphere</a:t>
          </a:r>
        </a:p>
      </dgm:t>
    </dgm:pt>
    <dgm:pt modelId="{71A7BF66-3C24-497A-8F4A-6EAF53B0B274}" type="parTrans" cxnId="{6CA832AB-DFAF-40B8-BF6F-A52EAB7B27D8}">
      <dgm:prSet/>
      <dgm:spPr/>
      <dgm:t>
        <a:bodyPr/>
        <a:lstStyle/>
        <a:p>
          <a:endParaRPr lang="en-US"/>
        </a:p>
      </dgm:t>
    </dgm:pt>
    <dgm:pt modelId="{174D5D89-D590-413B-9811-073563ED0A39}" type="sibTrans" cxnId="{6CA832AB-DFAF-40B8-BF6F-A52EAB7B27D8}">
      <dgm:prSet/>
      <dgm:spPr/>
      <dgm:t>
        <a:bodyPr/>
        <a:lstStyle/>
        <a:p>
          <a:endParaRPr lang="en-US"/>
        </a:p>
      </dgm:t>
    </dgm:pt>
    <dgm:pt modelId="{2A44CD7F-E4FB-4294-AF94-FC1D0E2D9622}">
      <dgm:prSet phldrT="[Text]"/>
      <dgm:spPr/>
      <dgm:t>
        <a:bodyPr/>
        <a:lstStyle/>
        <a:p>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Perfmon</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DLL</a:t>
          </a:r>
        </a:p>
      </dgm:t>
    </dgm:pt>
    <dgm:pt modelId="{FFB8A0EB-BEA6-4EF3-A439-1A19D33A4C81}" type="parTrans" cxnId="{C46777F3-D529-495B-8D51-1A644B58C238}">
      <dgm:prSet/>
      <dgm:spPr/>
      <dgm:t>
        <a:bodyPr/>
        <a:lstStyle/>
        <a:p>
          <a:endParaRPr lang="en-US"/>
        </a:p>
      </dgm:t>
    </dgm:pt>
    <dgm:pt modelId="{0C7FB6D0-EF6A-463D-829D-5C0615F7D543}" type="sibTrans" cxnId="{C46777F3-D529-495B-8D51-1A644B58C238}">
      <dgm:prSet/>
      <dgm:spPr/>
      <dgm:t>
        <a:bodyPr/>
        <a:lstStyle/>
        <a:p>
          <a:endParaRPr lang="en-US"/>
        </a:p>
      </dgm:t>
    </dgm:pt>
    <dgm:pt modelId="{EB3DB9A1-1EA6-4F72-8F48-181FC3E1D478}">
      <dgm:prSet phldrT="[Text]"/>
      <dgm:spPr/>
      <dgm:t>
        <a:bodyPr/>
        <a:lstStyle/>
        <a:p>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Task manager</a:t>
          </a:r>
        </a:p>
      </dgm:t>
    </dgm:pt>
    <dgm:pt modelId="{24874C68-F35A-4A11-9FD1-BCF7774760CA}" type="parTrans" cxnId="{78B24B5A-E06D-4696-BF7B-5CC84A9F2C89}">
      <dgm:prSet/>
      <dgm:spPr/>
      <dgm:t>
        <a:bodyPr/>
        <a:lstStyle/>
        <a:p>
          <a:endParaRPr lang="en-US"/>
        </a:p>
      </dgm:t>
    </dgm:pt>
    <dgm:pt modelId="{BB893627-17CA-4B29-B26D-299683EA166E}" type="sibTrans" cxnId="{78B24B5A-E06D-4696-BF7B-5CC84A9F2C89}">
      <dgm:prSet/>
      <dgm:spPr/>
      <dgm:t>
        <a:bodyPr/>
        <a:lstStyle/>
        <a:p>
          <a:endParaRPr lang="en-US"/>
        </a:p>
      </dgm:t>
    </dgm:pt>
    <dgm:pt modelId="{5193B3AF-F024-4F3F-86E7-73F2A089FB47}">
      <dgm:prSet phldrT="[Text]"/>
      <dgm:spPr/>
      <dgm:t>
        <a:bodyPr/>
        <a:lstStyle/>
        <a:p>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Top command (Linux)</a:t>
          </a:r>
        </a:p>
      </dgm:t>
    </dgm:pt>
    <dgm:pt modelId="{B1A0BDB2-D5EC-4138-865D-122389030287}" type="parTrans" cxnId="{D9A04E39-46A7-4483-8A36-C21F3C824AA8}">
      <dgm:prSet/>
      <dgm:spPr/>
      <dgm:t>
        <a:bodyPr/>
        <a:lstStyle/>
        <a:p>
          <a:endParaRPr lang="en-US"/>
        </a:p>
      </dgm:t>
    </dgm:pt>
    <dgm:pt modelId="{608D1127-DBEE-4F3B-8DAB-861771BE1F1A}" type="sibTrans" cxnId="{D9A04E39-46A7-4483-8A36-C21F3C824AA8}">
      <dgm:prSet/>
      <dgm:spPr/>
      <dgm:t>
        <a:bodyPr/>
        <a:lstStyle/>
        <a:p>
          <a:endParaRPr lang="en-US"/>
        </a:p>
      </dgm:t>
    </dgm:pt>
    <dgm:pt modelId="{C4BCFBAA-FF3D-4FAB-81F6-26A7484F68E2}">
      <dgm:prSet phldrT="[Text]"/>
      <dgm:spPr/>
      <dgm:t>
        <a:bodyPr/>
        <a:lstStyle/>
        <a:p>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vCenter Center performance chart</a:t>
          </a:r>
        </a:p>
      </dgm:t>
    </dgm:pt>
    <dgm:pt modelId="{888C8E28-4FD3-406D-BCA8-CDCFC8645332}" type="parTrans" cxnId="{DE6E17EE-6356-4024-9D26-E13AEA401277}">
      <dgm:prSet/>
      <dgm:spPr/>
      <dgm:t>
        <a:bodyPr/>
        <a:lstStyle/>
        <a:p>
          <a:endParaRPr lang="en-US"/>
        </a:p>
      </dgm:t>
    </dgm:pt>
    <dgm:pt modelId="{5F63E086-7E1A-4EA0-938D-79399DAADF51}" type="sibTrans" cxnId="{DE6E17EE-6356-4024-9D26-E13AEA401277}">
      <dgm:prSet/>
      <dgm:spPr/>
      <dgm:t>
        <a:bodyPr/>
        <a:lstStyle/>
        <a:p>
          <a:endParaRPr lang="en-US"/>
        </a:p>
      </dgm:t>
    </dgm:pt>
    <dgm:pt modelId="{7953CA97-C927-49CB-A40D-0CE45122B785}">
      <dgm:prSet phldrT="[Text]"/>
      <dgm:spPr/>
      <dgm:t>
        <a:bodyPr/>
        <a:lstStyle/>
        <a:p>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vRealize</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Operations</a:t>
          </a:r>
        </a:p>
      </dgm:t>
    </dgm:pt>
    <dgm:pt modelId="{79B1DD27-6080-438B-832F-CF85692C656A}" type="parTrans" cxnId="{E111BC3B-C20C-4AEA-AE6A-E4115A9867D3}">
      <dgm:prSet/>
      <dgm:spPr/>
      <dgm:t>
        <a:bodyPr/>
        <a:lstStyle/>
        <a:p>
          <a:endParaRPr lang="en-US"/>
        </a:p>
      </dgm:t>
    </dgm:pt>
    <dgm:pt modelId="{64A0E08D-D6AE-467F-AF9E-682DD95DF167}" type="sibTrans" cxnId="{E111BC3B-C20C-4AEA-AE6A-E4115A9867D3}">
      <dgm:prSet/>
      <dgm:spPr/>
      <dgm:t>
        <a:bodyPr/>
        <a:lstStyle/>
        <a:p>
          <a:endParaRPr lang="en-US"/>
        </a:p>
      </dgm:t>
    </dgm:pt>
    <dgm:pt modelId="{24A6C35A-DDF7-4E4E-9B4D-8CFE7FBA6CAA}">
      <dgm:prSet phldrT="[Text]"/>
      <dgm:spPr/>
      <dgm:t>
        <a:bodyPr/>
        <a:lstStyle/>
        <a:p>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a:t>
          </a:r>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system log</a:t>
          </a:r>
        </a:p>
      </dgm:t>
    </dgm:pt>
    <dgm:pt modelId="{7E6A466C-C27A-45F9-AA61-41BEF3D3F040}" type="parTrans" cxnId="{8245243E-03A1-4A9D-A06F-A9C1DD3939F4}">
      <dgm:prSet/>
      <dgm:spPr/>
      <dgm:t>
        <a:bodyPr/>
        <a:lstStyle/>
        <a:p>
          <a:endParaRPr lang="en-US"/>
        </a:p>
      </dgm:t>
    </dgm:pt>
    <dgm:pt modelId="{AC34EC9C-DC5A-4D58-B3D2-6D5D5E988F17}" type="sibTrans" cxnId="{8245243E-03A1-4A9D-A06F-A9C1DD3939F4}">
      <dgm:prSet/>
      <dgm:spPr/>
      <dgm:t>
        <a:bodyPr/>
        <a:lstStyle/>
        <a:p>
          <a:endParaRPr lang="en-US"/>
        </a:p>
      </dgm:t>
    </dgm:pt>
    <dgm:pt modelId="{35C9E458-5F2E-4205-B34D-50BBCE5BF142}">
      <dgm:prSet phldrT="[Text]"/>
      <dgm:spPr/>
      <dgm:t>
        <a:bodyPr/>
        <a:lstStyle/>
        <a:p>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Resxtop</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esxtop</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trong</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shell)</a:t>
          </a:r>
        </a:p>
      </dgm:t>
    </dgm:pt>
    <dgm:pt modelId="{94339507-534A-4D73-A2F2-1F05E486FF2E}" type="parTrans" cxnId="{8996D78F-1A12-4887-B702-D8ED2A76249A}">
      <dgm:prSet/>
      <dgm:spPr/>
      <dgm:t>
        <a:bodyPr/>
        <a:lstStyle/>
        <a:p>
          <a:endParaRPr lang="en-US"/>
        </a:p>
      </dgm:t>
    </dgm:pt>
    <dgm:pt modelId="{C3CCD713-6267-4578-AB48-BA8EAAED2756}" type="sibTrans" cxnId="{8996D78F-1A12-4887-B702-D8ED2A76249A}">
      <dgm:prSet/>
      <dgm:spPr/>
      <dgm:t>
        <a:bodyPr/>
        <a:lstStyle/>
        <a:p>
          <a:endParaRPr lang="en-US"/>
        </a:p>
      </dgm:t>
    </dgm:pt>
    <dgm:pt modelId="{BB208CD7-D614-43DB-89E6-4BF3F0266431}" type="pres">
      <dgm:prSet presAssocID="{5153B3D8-525A-45E3-940D-7E9775286ACE}" presName="linear" presStyleCnt="0">
        <dgm:presLayoutVars>
          <dgm:dir/>
          <dgm:animLvl val="lvl"/>
          <dgm:resizeHandles val="exact"/>
        </dgm:presLayoutVars>
      </dgm:prSet>
      <dgm:spPr/>
    </dgm:pt>
    <dgm:pt modelId="{6EA46845-0173-49BB-84F4-27F026EB9EBC}" type="pres">
      <dgm:prSet presAssocID="{655A4B45-1E26-458C-91EE-2B1951ED8E0D}" presName="parentLin" presStyleCnt="0"/>
      <dgm:spPr/>
    </dgm:pt>
    <dgm:pt modelId="{890C15D9-FA6C-4675-9DD6-B876ADA5123C}" type="pres">
      <dgm:prSet presAssocID="{655A4B45-1E26-458C-91EE-2B1951ED8E0D}" presName="parentLeftMargin" presStyleLbl="node1" presStyleIdx="0" presStyleCnt="2"/>
      <dgm:spPr/>
    </dgm:pt>
    <dgm:pt modelId="{73B94325-0FAF-4205-B819-FD29D44BEB29}" type="pres">
      <dgm:prSet presAssocID="{655A4B45-1E26-458C-91EE-2B1951ED8E0D}" presName="parentText" presStyleLbl="node1" presStyleIdx="0" presStyleCnt="2">
        <dgm:presLayoutVars>
          <dgm:chMax val="0"/>
          <dgm:bulletEnabled val="1"/>
        </dgm:presLayoutVars>
      </dgm:prSet>
      <dgm:spPr/>
    </dgm:pt>
    <dgm:pt modelId="{8C8DA813-717C-4C79-94FD-A81FC5FFDF13}" type="pres">
      <dgm:prSet presAssocID="{655A4B45-1E26-458C-91EE-2B1951ED8E0D}" presName="negativeSpace" presStyleCnt="0"/>
      <dgm:spPr/>
    </dgm:pt>
    <dgm:pt modelId="{20792EDD-46EF-4228-90E5-5215573C7A9B}" type="pres">
      <dgm:prSet presAssocID="{655A4B45-1E26-458C-91EE-2B1951ED8E0D}" presName="childText" presStyleLbl="conFgAcc1" presStyleIdx="0" presStyleCnt="2">
        <dgm:presLayoutVars>
          <dgm:bulletEnabled val="1"/>
        </dgm:presLayoutVars>
      </dgm:prSet>
      <dgm:spPr/>
    </dgm:pt>
    <dgm:pt modelId="{5646A09B-971E-47AA-858A-A41B9DD3A3C6}" type="pres">
      <dgm:prSet presAssocID="{3BC761CB-FB8D-4304-B074-7698B1779600}" presName="spaceBetweenRectangles" presStyleCnt="0"/>
      <dgm:spPr/>
    </dgm:pt>
    <dgm:pt modelId="{390F7EA1-E340-4F7E-A0DA-4EA61A10950B}" type="pres">
      <dgm:prSet presAssocID="{16753DD9-A1C5-4AAA-B308-046853A38305}" presName="parentLin" presStyleCnt="0"/>
      <dgm:spPr/>
    </dgm:pt>
    <dgm:pt modelId="{80D6E96D-C587-46A0-A916-9776F8174CEA}" type="pres">
      <dgm:prSet presAssocID="{16753DD9-A1C5-4AAA-B308-046853A38305}" presName="parentLeftMargin" presStyleLbl="node1" presStyleIdx="0" presStyleCnt="2"/>
      <dgm:spPr/>
    </dgm:pt>
    <dgm:pt modelId="{7EC94116-3038-4E98-BE69-E03AA7FB9561}" type="pres">
      <dgm:prSet presAssocID="{16753DD9-A1C5-4AAA-B308-046853A38305}" presName="parentText" presStyleLbl="node1" presStyleIdx="1" presStyleCnt="2">
        <dgm:presLayoutVars>
          <dgm:chMax val="0"/>
          <dgm:bulletEnabled val="1"/>
        </dgm:presLayoutVars>
      </dgm:prSet>
      <dgm:spPr/>
    </dgm:pt>
    <dgm:pt modelId="{BA949FF4-329C-492A-80E3-8D941646DAEA}" type="pres">
      <dgm:prSet presAssocID="{16753DD9-A1C5-4AAA-B308-046853A38305}" presName="negativeSpace" presStyleCnt="0"/>
      <dgm:spPr/>
    </dgm:pt>
    <dgm:pt modelId="{7C822D38-F761-474B-AC5D-B6928155F29E}" type="pres">
      <dgm:prSet presAssocID="{16753DD9-A1C5-4AAA-B308-046853A38305}" presName="childText" presStyleLbl="conFgAcc1" presStyleIdx="1" presStyleCnt="2">
        <dgm:presLayoutVars>
          <dgm:bulletEnabled val="1"/>
        </dgm:presLayoutVars>
      </dgm:prSet>
      <dgm:spPr/>
    </dgm:pt>
  </dgm:ptLst>
  <dgm:cxnLst>
    <dgm:cxn modelId="{0A55540C-8D29-43B7-BE04-D0D8C55ACBE9}" type="presOf" srcId="{24A6C35A-DDF7-4E4E-9B4D-8CFE7FBA6CAA}" destId="{7C822D38-F761-474B-AC5D-B6928155F29E}" srcOrd="0" destOrd="2" presId="urn:microsoft.com/office/officeart/2005/8/layout/list1"/>
    <dgm:cxn modelId="{D9A04E39-46A7-4483-8A36-C21F3C824AA8}" srcId="{655A4B45-1E26-458C-91EE-2B1951ED8E0D}" destId="{5193B3AF-F024-4F3F-86E7-73F2A089FB47}" srcOrd="2" destOrd="0" parTransId="{B1A0BDB2-D5EC-4138-865D-122389030287}" sibTransId="{608D1127-DBEE-4F3B-8DAB-861771BE1F1A}"/>
    <dgm:cxn modelId="{E111BC3B-C20C-4AEA-AE6A-E4115A9867D3}" srcId="{16753DD9-A1C5-4AAA-B308-046853A38305}" destId="{7953CA97-C927-49CB-A40D-0CE45122B785}" srcOrd="1" destOrd="0" parTransId="{79B1DD27-6080-438B-832F-CF85692C656A}" sibTransId="{64A0E08D-D6AE-467F-AF9E-682DD95DF167}"/>
    <dgm:cxn modelId="{8245243E-03A1-4A9D-A06F-A9C1DD3939F4}" srcId="{16753DD9-A1C5-4AAA-B308-046853A38305}" destId="{24A6C35A-DDF7-4E4E-9B4D-8CFE7FBA6CAA}" srcOrd="2" destOrd="0" parTransId="{7E6A466C-C27A-45F9-AA61-41BEF3D3F040}" sibTransId="{AC34EC9C-DC5A-4D58-B3D2-6D5D5E988F17}"/>
    <dgm:cxn modelId="{6168675C-6D5E-4D41-97A8-742CEC9210CF}" type="presOf" srcId="{C4BCFBAA-FF3D-4FAB-81F6-26A7484F68E2}" destId="{7C822D38-F761-474B-AC5D-B6928155F29E}" srcOrd="0" destOrd="0" presId="urn:microsoft.com/office/officeart/2005/8/layout/list1"/>
    <dgm:cxn modelId="{4E778948-6B0C-46AD-AA54-08AE6B30FCD9}" type="presOf" srcId="{16753DD9-A1C5-4AAA-B308-046853A38305}" destId="{80D6E96D-C587-46A0-A916-9776F8174CEA}" srcOrd="0" destOrd="0" presId="urn:microsoft.com/office/officeart/2005/8/layout/list1"/>
    <dgm:cxn modelId="{FFF2D14A-1CD4-4A1D-AE3A-26B51552608B}" type="presOf" srcId="{5153B3D8-525A-45E3-940D-7E9775286ACE}" destId="{BB208CD7-D614-43DB-89E6-4BF3F0266431}" srcOrd="0" destOrd="0" presId="urn:microsoft.com/office/officeart/2005/8/layout/list1"/>
    <dgm:cxn modelId="{B9170B6B-E9A3-452F-8A0F-545E5B9085A0}" type="presOf" srcId="{2A44CD7F-E4FB-4294-AF94-FC1D0E2D9622}" destId="{20792EDD-46EF-4228-90E5-5215573C7A9B}" srcOrd="0" destOrd="0" presId="urn:microsoft.com/office/officeart/2005/8/layout/list1"/>
    <dgm:cxn modelId="{78B24B5A-E06D-4696-BF7B-5CC84A9F2C89}" srcId="{655A4B45-1E26-458C-91EE-2B1951ED8E0D}" destId="{EB3DB9A1-1EA6-4F72-8F48-181FC3E1D478}" srcOrd="1" destOrd="0" parTransId="{24874C68-F35A-4A11-9FD1-BCF7774760CA}" sibTransId="{BB893627-17CA-4B29-B26D-299683EA166E}"/>
    <dgm:cxn modelId="{8996D78F-1A12-4887-B702-D8ED2A76249A}" srcId="{16753DD9-A1C5-4AAA-B308-046853A38305}" destId="{35C9E458-5F2E-4205-B34D-50BBCE5BF142}" srcOrd="3" destOrd="0" parTransId="{94339507-534A-4D73-A2F2-1F05E486FF2E}" sibTransId="{C3CCD713-6267-4578-AB48-BA8EAAED2756}"/>
    <dgm:cxn modelId="{F16BE59E-9715-4CB1-B44D-B1B424478415}" type="presOf" srcId="{5193B3AF-F024-4F3F-86E7-73F2A089FB47}" destId="{20792EDD-46EF-4228-90E5-5215573C7A9B}" srcOrd="0" destOrd="2" presId="urn:microsoft.com/office/officeart/2005/8/layout/list1"/>
    <dgm:cxn modelId="{DFA5339F-1347-464C-810F-4BF18122B8CD}" type="presOf" srcId="{16753DD9-A1C5-4AAA-B308-046853A38305}" destId="{7EC94116-3038-4E98-BE69-E03AA7FB9561}" srcOrd="1" destOrd="0" presId="urn:microsoft.com/office/officeart/2005/8/layout/list1"/>
    <dgm:cxn modelId="{6CA832AB-DFAF-40B8-BF6F-A52EAB7B27D8}" srcId="{5153B3D8-525A-45E3-940D-7E9775286ACE}" destId="{16753DD9-A1C5-4AAA-B308-046853A38305}" srcOrd="1" destOrd="0" parTransId="{71A7BF66-3C24-497A-8F4A-6EAF53B0B274}" sibTransId="{174D5D89-D590-413B-9811-073563ED0A39}"/>
    <dgm:cxn modelId="{4EFA33AD-9DB7-404B-A54B-74F2D0D7ED9B}" srcId="{5153B3D8-525A-45E3-940D-7E9775286ACE}" destId="{655A4B45-1E26-458C-91EE-2B1951ED8E0D}" srcOrd="0" destOrd="0" parTransId="{5ABC380B-636B-43C9-88CF-048AC1ADD610}" sibTransId="{3BC761CB-FB8D-4304-B074-7698B1779600}"/>
    <dgm:cxn modelId="{761C84BF-5630-40AC-8476-A62C915FACEE}" type="presOf" srcId="{655A4B45-1E26-458C-91EE-2B1951ED8E0D}" destId="{890C15D9-FA6C-4675-9DD6-B876ADA5123C}" srcOrd="0" destOrd="0" presId="urn:microsoft.com/office/officeart/2005/8/layout/list1"/>
    <dgm:cxn modelId="{F470CCCA-5365-43E8-BCBD-39F4937E05E2}" type="presOf" srcId="{35C9E458-5F2E-4205-B34D-50BBCE5BF142}" destId="{7C822D38-F761-474B-AC5D-B6928155F29E}" srcOrd="0" destOrd="3" presId="urn:microsoft.com/office/officeart/2005/8/layout/list1"/>
    <dgm:cxn modelId="{5DDA76D3-D45F-4FC7-99B2-CA0A84329725}" type="presOf" srcId="{655A4B45-1E26-458C-91EE-2B1951ED8E0D}" destId="{73B94325-0FAF-4205-B819-FD29D44BEB29}" srcOrd="1" destOrd="0" presId="urn:microsoft.com/office/officeart/2005/8/layout/list1"/>
    <dgm:cxn modelId="{CD32EBD6-7E2B-4104-91C2-A6920B2EAB3C}" type="presOf" srcId="{7953CA97-C927-49CB-A40D-0CE45122B785}" destId="{7C822D38-F761-474B-AC5D-B6928155F29E}" srcOrd="0" destOrd="1" presId="urn:microsoft.com/office/officeart/2005/8/layout/list1"/>
    <dgm:cxn modelId="{D5E5E7ED-5033-422E-8EC9-5790BE3EB566}" type="presOf" srcId="{EB3DB9A1-1EA6-4F72-8F48-181FC3E1D478}" destId="{20792EDD-46EF-4228-90E5-5215573C7A9B}" srcOrd="0" destOrd="1" presId="urn:microsoft.com/office/officeart/2005/8/layout/list1"/>
    <dgm:cxn modelId="{DE6E17EE-6356-4024-9D26-E13AEA401277}" srcId="{16753DD9-A1C5-4AAA-B308-046853A38305}" destId="{C4BCFBAA-FF3D-4FAB-81F6-26A7484F68E2}" srcOrd="0" destOrd="0" parTransId="{888C8E28-4FD3-406D-BCA8-CDCFC8645332}" sibTransId="{5F63E086-7E1A-4EA0-938D-79399DAADF51}"/>
    <dgm:cxn modelId="{C46777F3-D529-495B-8D51-1A644B58C238}" srcId="{655A4B45-1E26-458C-91EE-2B1951ED8E0D}" destId="{2A44CD7F-E4FB-4294-AF94-FC1D0E2D9622}" srcOrd="0" destOrd="0" parTransId="{FFB8A0EB-BEA6-4EF3-A439-1A19D33A4C81}" sibTransId="{0C7FB6D0-EF6A-463D-829D-5C0615F7D543}"/>
    <dgm:cxn modelId="{4C82DBBF-557A-4AE4-9EFB-979320DC9FF9}" type="presParOf" srcId="{BB208CD7-D614-43DB-89E6-4BF3F0266431}" destId="{6EA46845-0173-49BB-84F4-27F026EB9EBC}" srcOrd="0" destOrd="0" presId="urn:microsoft.com/office/officeart/2005/8/layout/list1"/>
    <dgm:cxn modelId="{208A562E-E8E3-4A6D-B2A1-0F1B0B26A1DC}" type="presParOf" srcId="{6EA46845-0173-49BB-84F4-27F026EB9EBC}" destId="{890C15D9-FA6C-4675-9DD6-B876ADA5123C}" srcOrd="0" destOrd="0" presId="urn:microsoft.com/office/officeart/2005/8/layout/list1"/>
    <dgm:cxn modelId="{A2FDD591-99EA-4D47-8CE8-6AFD8CFCF0CF}" type="presParOf" srcId="{6EA46845-0173-49BB-84F4-27F026EB9EBC}" destId="{73B94325-0FAF-4205-B819-FD29D44BEB29}" srcOrd="1" destOrd="0" presId="urn:microsoft.com/office/officeart/2005/8/layout/list1"/>
    <dgm:cxn modelId="{66BA4F63-7311-4F49-989C-29DEFAD25176}" type="presParOf" srcId="{BB208CD7-D614-43DB-89E6-4BF3F0266431}" destId="{8C8DA813-717C-4C79-94FD-A81FC5FFDF13}" srcOrd="1" destOrd="0" presId="urn:microsoft.com/office/officeart/2005/8/layout/list1"/>
    <dgm:cxn modelId="{39C133BB-3843-4A0E-B811-6AF36F3C65B7}" type="presParOf" srcId="{BB208CD7-D614-43DB-89E6-4BF3F0266431}" destId="{20792EDD-46EF-4228-90E5-5215573C7A9B}" srcOrd="2" destOrd="0" presId="urn:microsoft.com/office/officeart/2005/8/layout/list1"/>
    <dgm:cxn modelId="{F77B3D14-EBBA-4E7A-B778-4094BC9501EA}" type="presParOf" srcId="{BB208CD7-D614-43DB-89E6-4BF3F0266431}" destId="{5646A09B-971E-47AA-858A-A41B9DD3A3C6}" srcOrd="3" destOrd="0" presId="urn:microsoft.com/office/officeart/2005/8/layout/list1"/>
    <dgm:cxn modelId="{E1A8E900-EBFA-4640-B12F-D251B6CC9A0C}" type="presParOf" srcId="{BB208CD7-D614-43DB-89E6-4BF3F0266431}" destId="{390F7EA1-E340-4F7E-A0DA-4EA61A10950B}" srcOrd="4" destOrd="0" presId="urn:microsoft.com/office/officeart/2005/8/layout/list1"/>
    <dgm:cxn modelId="{7DA290FA-A82A-4FCE-8372-8636BB19A204}" type="presParOf" srcId="{390F7EA1-E340-4F7E-A0DA-4EA61A10950B}" destId="{80D6E96D-C587-46A0-A916-9776F8174CEA}" srcOrd="0" destOrd="0" presId="urn:microsoft.com/office/officeart/2005/8/layout/list1"/>
    <dgm:cxn modelId="{C148971E-4B9C-4523-BDE2-FEA70298DF9D}" type="presParOf" srcId="{390F7EA1-E340-4F7E-A0DA-4EA61A10950B}" destId="{7EC94116-3038-4E98-BE69-E03AA7FB9561}" srcOrd="1" destOrd="0" presId="urn:microsoft.com/office/officeart/2005/8/layout/list1"/>
    <dgm:cxn modelId="{56694D3C-757E-4C77-8D62-98D6CF2FC8CD}" type="presParOf" srcId="{BB208CD7-D614-43DB-89E6-4BF3F0266431}" destId="{BA949FF4-329C-492A-80E3-8D941646DAEA}" srcOrd="5" destOrd="0" presId="urn:microsoft.com/office/officeart/2005/8/layout/list1"/>
    <dgm:cxn modelId="{3275AF92-6349-4070-942C-0BDE77120EB3}" type="presParOf" srcId="{BB208CD7-D614-43DB-89E6-4BF3F0266431}" destId="{7C822D38-F761-474B-AC5D-B6928155F29E}"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90138-FA43-4B9E-A474-2F3A4EFF73DB}">
      <dsp:nvSpPr>
        <dsp:cNvPr id="0" name=""/>
        <dsp:cNvSpPr/>
      </dsp:nvSpPr>
      <dsp:spPr>
        <a:xfrm>
          <a:off x="-5944979" y="-909741"/>
          <a:ext cx="7077283" cy="7077283"/>
        </a:xfrm>
        <a:prstGeom prst="blockArc">
          <a:avLst>
            <a:gd name="adj1" fmla="val 18900000"/>
            <a:gd name="adj2" fmla="val 2700000"/>
            <a:gd name="adj3" fmla="val 305"/>
          </a:avLst>
        </a:pr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76C7159-0780-476D-AB26-A804BAB99C90}">
      <dsp:nvSpPr>
        <dsp:cNvPr id="0" name=""/>
        <dsp:cNvSpPr/>
      </dsp:nvSpPr>
      <dsp:spPr>
        <a:xfrm>
          <a:off x="494852" y="328507"/>
          <a:ext cx="8270306" cy="6574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1839"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err="1">
              <a:latin typeface="+mn-lt"/>
              <a:ea typeface="+mn-ea"/>
              <a:cs typeface="+mn-cs"/>
            </a:rPr>
            <a:t>Hiểu</a:t>
          </a:r>
          <a:r>
            <a:rPr lang="en-US" sz="2000" kern="1200" dirty="0">
              <a:latin typeface="+mn-lt"/>
              <a:ea typeface="+mn-ea"/>
              <a:cs typeface="+mn-cs"/>
            </a:rPr>
            <a:t> </a:t>
          </a:r>
          <a:r>
            <a:rPr lang="en-US" sz="2000" kern="1200" dirty="0" err="1">
              <a:latin typeface="+mn-lt"/>
              <a:ea typeface="+mn-ea"/>
              <a:cs typeface="+mn-cs"/>
            </a:rPr>
            <a:t>được</a:t>
          </a:r>
          <a:r>
            <a:rPr lang="en-US" sz="2000" kern="1200" dirty="0">
              <a:latin typeface="+mn-lt"/>
              <a:ea typeface="+mn-ea"/>
              <a:cs typeface="+mn-cs"/>
            </a:rPr>
            <a:t> </a:t>
          </a:r>
          <a:r>
            <a:rPr lang="en-US" sz="2000" kern="1200" dirty="0" err="1">
              <a:latin typeface="+mn-lt"/>
              <a:ea typeface="+mn-ea"/>
              <a:cs typeface="+mn-cs"/>
            </a:rPr>
            <a:t>công</a:t>
          </a:r>
          <a:r>
            <a:rPr lang="en-US" sz="2000" kern="1200" dirty="0">
              <a:latin typeface="+mn-lt"/>
              <a:ea typeface="+mn-ea"/>
              <a:cs typeface="+mn-cs"/>
            </a:rPr>
            <a:t> </a:t>
          </a:r>
          <a:r>
            <a:rPr lang="en-US" sz="2000" kern="1200" dirty="0" err="1">
              <a:latin typeface="+mn-lt"/>
              <a:ea typeface="+mn-ea"/>
              <a:cs typeface="+mn-cs"/>
            </a:rPr>
            <a:t>nghệ</a:t>
          </a:r>
          <a:r>
            <a:rPr lang="en-US" sz="2000" kern="1200" dirty="0">
              <a:latin typeface="+mn-lt"/>
              <a:ea typeface="+mn-ea"/>
              <a:cs typeface="+mn-cs"/>
            </a:rPr>
            <a:t> </a:t>
          </a:r>
          <a:r>
            <a:rPr lang="en-US" sz="2000" kern="1200" dirty="0" err="1">
              <a:latin typeface="+mn-lt"/>
              <a:ea typeface="+mn-ea"/>
              <a:cs typeface="+mn-cs"/>
            </a:rPr>
            <a:t>ảo</a:t>
          </a:r>
          <a:r>
            <a:rPr lang="en-US" sz="2000" kern="1200" dirty="0">
              <a:latin typeface="+mn-lt"/>
              <a:ea typeface="+mn-ea"/>
              <a:cs typeface="+mn-cs"/>
            </a:rPr>
            <a:t> </a:t>
          </a:r>
          <a:r>
            <a:rPr lang="en-US" sz="2000" kern="1200" dirty="0" err="1">
              <a:latin typeface="+mn-lt"/>
              <a:ea typeface="+mn-ea"/>
              <a:cs typeface="+mn-cs"/>
            </a:rPr>
            <a:t>hóa</a:t>
          </a:r>
          <a:r>
            <a:rPr lang="en-US" sz="2000" kern="1200" dirty="0">
              <a:latin typeface="+mn-lt"/>
              <a:ea typeface="+mn-ea"/>
              <a:cs typeface="+mn-cs"/>
            </a:rPr>
            <a:t> </a:t>
          </a:r>
          <a:r>
            <a:rPr lang="en-US" sz="2000" kern="1200" dirty="0" err="1">
              <a:latin typeface="+mn-lt"/>
              <a:ea typeface="+mn-ea"/>
              <a:cs typeface="+mn-cs"/>
            </a:rPr>
            <a:t>và</a:t>
          </a:r>
          <a:r>
            <a:rPr lang="en-US" sz="2000" kern="1200" dirty="0">
              <a:latin typeface="+mn-lt"/>
              <a:ea typeface="+mn-ea"/>
              <a:cs typeface="+mn-cs"/>
            </a:rPr>
            <a:t> </a:t>
          </a:r>
          <a:r>
            <a:rPr lang="en-US" sz="2000" kern="1200" dirty="0" err="1">
              <a:latin typeface="+mn-lt"/>
              <a:ea typeface="+mn-ea"/>
              <a:cs typeface="+mn-cs"/>
            </a:rPr>
            <a:t>máy</a:t>
          </a:r>
          <a:r>
            <a:rPr lang="en-US" sz="2000" kern="1200" dirty="0">
              <a:latin typeface="+mn-lt"/>
              <a:ea typeface="+mn-ea"/>
              <a:cs typeface="+mn-cs"/>
            </a:rPr>
            <a:t> </a:t>
          </a:r>
          <a:r>
            <a:rPr lang="en-US" sz="2000" kern="1200" dirty="0" err="1">
              <a:latin typeface="+mn-lt"/>
              <a:ea typeface="+mn-ea"/>
              <a:cs typeface="+mn-cs"/>
            </a:rPr>
            <a:t>ảo</a:t>
          </a:r>
          <a:endParaRPr lang="en-US" sz="2000" b="0" kern="1200" dirty="0">
            <a:latin typeface="+mn-lt"/>
            <a:ea typeface="+mn-ea"/>
            <a:cs typeface="+mn-cs"/>
          </a:endParaRPr>
        </a:p>
      </dsp:txBody>
      <dsp:txXfrm>
        <a:off x="494852" y="328507"/>
        <a:ext cx="8270306" cy="657435"/>
      </dsp:txXfrm>
    </dsp:sp>
    <dsp:sp modelId="{92E3FF69-761A-4D70-8694-19A1FEF80E4F}">
      <dsp:nvSpPr>
        <dsp:cNvPr id="0" name=""/>
        <dsp:cNvSpPr/>
      </dsp:nvSpPr>
      <dsp:spPr>
        <a:xfrm>
          <a:off x="83955" y="246327"/>
          <a:ext cx="821794" cy="821794"/>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8D9F2CE6-F9BC-41BD-A990-D13AA91CFA00}">
      <dsp:nvSpPr>
        <dsp:cNvPr id="0" name=""/>
        <dsp:cNvSpPr/>
      </dsp:nvSpPr>
      <dsp:spPr>
        <a:xfrm>
          <a:off x="965951" y="1314344"/>
          <a:ext cx="7799207" cy="6574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1839" tIns="50800" rIns="50800" bIns="50800" numCol="1" spcCol="1270" anchor="ctr" anchorCtr="0">
          <a:noAutofit/>
        </a:bodyPr>
        <a:lstStyle/>
        <a:p>
          <a:pPr marL="0" lvl="0" indent="0" algn="l" defTabSz="889000">
            <a:lnSpc>
              <a:spcPct val="90000"/>
            </a:lnSpc>
            <a:spcBef>
              <a:spcPct val="0"/>
            </a:spcBef>
            <a:spcAft>
              <a:spcPct val="35000"/>
            </a:spcAft>
            <a:buNone/>
          </a:pPr>
          <a:r>
            <a:rPr lang="vi-VN" sz="2000" b="0" kern="1200" dirty="0">
              <a:latin typeface="+mn-lt"/>
              <a:ea typeface="+mn-ea"/>
              <a:cs typeface="+mn-cs"/>
            </a:rPr>
            <a:t>Giải thích được được các khái niệm ảo hóa server, network và storage</a:t>
          </a:r>
          <a:endParaRPr lang="en-US" sz="2000" b="0" kern="1200" dirty="0">
            <a:latin typeface="+mn-lt"/>
            <a:ea typeface="+mn-ea"/>
            <a:cs typeface="+mn-cs"/>
          </a:endParaRPr>
        </a:p>
      </dsp:txBody>
      <dsp:txXfrm>
        <a:off x="965951" y="1314344"/>
        <a:ext cx="7799207" cy="657435"/>
      </dsp:txXfrm>
    </dsp:sp>
    <dsp:sp modelId="{FF6048FB-00F7-4115-A8CB-89C949A97F54}">
      <dsp:nvSpPr>
        <dsp:cNvPr id="0" name=""/>
        <dsp:cNvSpPr/>
      </dsp:nvSpPr>
      <dsp:spPr>
        <a:xfrm>
          <a:off x="555054" y="1232165"/>
          <a:ext cx="821794" cy="821794"/>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CF655BB4-8663-4BE5-8ED6-A7CE46C7B702}">
      <dsp:nvSpPr>
        <dsp:cNvPr id="0" name=""/>
        <dsp:cNvSpPr/>
      </dsp:nvSpPr>
      <dsp:spPr>
        <a:xfrm>
          <a:off x="1110540" y="2300182"/>
          <a:ext cx="7654617" cy="6574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1839"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err="1">
              <a:latin typeface="+mn-lt"/>
              <a:ea typeface="+mn-ea"/>
              <a:cs typeface="+mn-cs"/>
            </a:rPr>
            <a:t>Nắm</a:t>
          </a:r>
          <a:r>
            <a:rPr lang="en-US" sz="2000" kern="1200" dirty="0">
              <a:latin typeface="+mn-lt"/>
              <a:ea typeface="+mn-ea"/>
              <a:cs typeface="+mn-cs"/>
            </a:rPr>
            <a:t> </a:t>
          </a:r>
          <a:r>
            <a:rPr lang="en-US" sz="2000" kern="1200" dirty="0" err="1">
              <a:latin typeface="+mn-lt"/>
              <a:ea typeface="+mn-ea"/>
              <a:cs typeface="+mn-cs"/>
            </a:rPr>
            <a:t>được</a:t>
          </a:r>
          <a:r>
            <a:rPr lang="en-US" sz="2000" kern="1200" dirty="0">
              <a:latin typeface="+mn-lt"/>
              <a:ea typeface="+mn-ea"/>
              <a:cs typeface="+mn-cs"/>
            </a:rPr>
            <a:t> </a:t>
          </a:r>
          <a:r>
            <a:rPr lang="en-US" sz="2000" kern="1200" dirty="0" err="1">
              <a:latin typeface="+mn-lt"/>
              <a:ea typeface="+mn-ea"/>
              <a:cs typeface="+mn-cs"/>
            </a:rPr>
            <a:t>công</a:t>
          </a:r>
          <a:r>
            <a:rPr lang="en-US" sz="2000" kern="1200" dirty="0">
              <a:latin typeface="+mn-lt"/>
              <a:ea typeface="+mn-ea"/>
              <a:cs typeface="+mn-cs"/>
            </a:rPr>
            <a:t> </a:t>
          </a:r>
          <a:r>
            <a:rPr lang="en-US" sz="2000" kern="1200" dirty="0" err="1">
              <a:latin typeface="+mn-lt"/>
              <a:ea typeface="+mn-ea"/>
              <a:cs typeface="+mn-cs"/>
            </a:rPr>
            <a:t>cụ</a:t>
          </a:r>
          <a:r>
            <a:rPr lang="en-US" sz="2000" kern="1200" dirty="0">
              <a:latin typeface="+mn-lt"/>
              <a:ea typeface="+mn-ea"/>
              <a:cs typeface="+mn-cs"/>
            </a:rPr>
            <a:t> </a:t>
          </a:r>
          <a:r>
            <a:rPr lang="en-US" sz="2000" kern="1200" dirty="0" err="1">
              <a:latin typeface="+mn-lt"/>
              <a:ea typeface="+mn-ea"/>
              <a:cs typeface="+mn-cs"/>
            </a:rPr>
            <a:t>Vmware</a:t>
          </a:r>
          <a:r>
            <a:rPr lang="en-US" sz="2000" kern="1200" dirty="0">
              <a:latin typeface="+mn-lt"/>
              <a:ea typeface="+mn-ea"/>
              <a:cs typeface="+mn-cs"/>
            </a:rPr>
            <a:t> </a:t>
          </a:r>
          <a:r>
            <a:rPr lang="en-US" sz="2000" kern="1200" dirty="0" err="1">
              <a:latin typeface="+mn-lt"/>
              <a:ea typeface="+mn-ea"/>
              <a:cs typeface="+mn-cs"/>
            </a:rPr>
            <a:t>vsphere</a:t>
          </a:r>
          <a:r>
            <a:rPr lang="en-US" sz="2000" kern="1200" dirty="0">
              <a:latin typeface="+mn-lt"/>
              <a:ea typeface="+mn-ea"/>
              <a:cs typeface="+mn-cs"/>
            </a:rPr>
            <a:t> </a:t>
          </a:r>
          <a:r>
            <a:rPr lang="en-US" sz="2000" kern="1200" dirty="0" err="1">
              <a:latin typeface="+mn-lt"/>
              <a:ea typeface="+mn-ea"/>
              <a:cs typeface="+mn-cs"/>
            </a:rPr>
            <a:t>và</a:t>
          </a:r>
          <a:r>
            <a:rPr lang="en-US" sz="2000" kern="1200" dirty="0">
              <a:latin typeface="+mn-lt"/>
              <a:ea typeface="+mn-ea"/>
              <a:cs typeface="+mn-cs"/>
            </a:rPr>
            <a:t> </a:t>
          </a:r>
          <a:r>
            <a:rPr lang="en-US" sz="2000" kern="1200" dirty="0" err="1">
              <a:latin typeface="+mn-lt"/>
              <a:ea typeface="+mn-ea"/>
              <a:cs typeface="+mn-cs"/>
            </a:rPr>
            <a:t>các</a:t>
          </a:r>
          <a:r>
            <a:rPr lang="en-US" sz="2000" kern="1200" dirty="0">
              <a:latin typeface="+mn-lt"/>
              <a:ea typeface="+mn-ea"/>
              <a:cs typeface="+mn-cs"/>
            </a:rPr>
            <a:t> </a:t>
          </a:r>
          <a:r>
            <a:rPr lang="en-US" sz="2000" kern="1200" dirty="0" err="1">
              <a:latin typeface="+mn-lt"/>
              <a:ea typeface="+mn-ea"/>
              <a:cs typeface="+mn-cs"/>
            </a:rPr>
            <a:t>thành</a:t>
          </a:r>
          <a:r>
            <a:rPr lang="en-US" sz="2000" kern="1200" dirty="0">
              <a:latin typeface="+mn-lt"/>
              <a:ea typeface="+mn-ea"/>
              <a:cs typeface="+mn-cs"/>
            </a:rPr>
            <a:t> </a:t>
          </a:r>
          <a:r>
            <a:rPr lang="en-US" sz="2000" kern="1200" dirty="0" err="1">
              <a:latin typeface="+mn-lt"/>
              <a:ea typeface="+mn-ea"/>
              <a:cs typeface="+mn-cs"/>
            </a:rPr>
            <a:t>phần</a:t>
          </a:r>
          <a:r>
            <a:rPr lang="en-US" sz="2000" kern="1200" dirty="0">
              <a:latin typeface="+mn-lt"/>
              <a:ea typeface="+mn-ea"/>
              <a:cs typeface="+mn-cs"/>
            </a:rPr>
            <a:t> </a:t>
          </a:r>
          <a:r>
            <a:rPr lang="en-US" sz="2000" kern="1200" dirty="0" err="1">
              <a:latin typeface="+mn-lt"/>
              <a:ea typeface="+mn-ea"/>
              <a:cs typeface="+mn-cs"/>
            </a:rPr>
            <a:t>của</a:t>
          </a:r>
          <a:r>
            <a:rPr lang="en-US" sz="2000" kern="1200" dirty="0">
              <a:latin typeface="+mn-lt"/>
              <a:ea typeface="+mn-ea"/>
              <a:cs typeface="+mn-cs"/>
            </a:rPr>
            <a:t> </a:t>
          </a:r>
          <a:r>
            <a:rPr lang="en-US" sz="2000" kern="1200" dirty="0" err="1">
              <a:latin typeface="+mn-lt"/>
              <a:ea typeface="+mn-ea"/>
              <a:cs typeface="+mn-cs"/>
            </a:rPr>
            <a:t>nó</a:t>
          </a:r>
          <a:endParaRPr lang="en-US" sz="2000" b="0" kern="1200" dirty="0">
            <a:latin typeface="+mn-lt"/>
            <a:ea typeface="+mn-ea"/>
            <a:cs typeface="+mn-cs"/>
          </a:endParaRPr>
        </a:p>
      </dsp:txBody>
      <dsp:txXfrm>
        <a:off x="1110540" y="2300182"/>
        <a:ext cx="7654617" cy="657435"/>
      </dsp:txXfrm>
    </dsp:sp>
    <dsp:sp modelId="{A00EA942-801B-4B4D-8F2C-586C9FBCCE7F}">
      <dsp:nvSpPr>
        <dsp:cNvPr id="0" name=""/>
        <dsp:cNvSpPr/>
      </dsp:nvSpPr>
      <dsp:spPr>
        <a:xfrm>
          <a:off x="699643" y="2218002"/>
          <a:ext cx="821794" cy="821794"/>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B8D05CC7-95CD-445A-BE16-A912D054E50C}">
      <dsp:nvSpPr>
        <dsp:cNvPr id="0" name=""/>
        <dsp:cNvSpPr/>
      </dsp:nvSpPr>
      <dsp:spPr>
        <a:xfrm>
          <a:off x="965951" y="3286019"/>
          <a:ext cx="7799207" cy="6574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1839"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err="1">
              <a:latin typeface="+mn-lt"/>
              <a:ea typeface="+mn-ea"/>
              <a:cs typeface="+mn-cs"/>
            </a:rPr>
            <a:t>Sử</a:t>
          </a:r>
          <a:r>
            <a:rPr lang="en-US" sz="2000" kern="1200">
              <a:latin typeface="+mn-lt"/>
              <a:ea typeface="+mn-ea"/>
              <a:cs typeface="+mn-cs"/>
            </a:rPr>
            <a:t> </a:t>
          </a:r>
          <a:r>
            <a:rPr lang="en-US" sz="2000" kern="1200" err="1">
              <a:latin typeface="+mn-lt"/>
              <a:ea typeface="+mn-ea"/>
              <a:cs typeface="+mn-cs"/>
            </a:rPr>
            <a:t>dụng</a:t>
          </a:r>
          <a:r>
            <a:rPr lang="en-US" sz="2000" kern="1200">
              <a:latin typeface="+mn-lt"/>
              <a:ea typeface="+mn-ea"/>
              <a:cs typeface="+mn-cs"/>
            </a:rPr>
            <a:t> </a:t>
          </a:r>
          <a:r>
            <a:rPr lang="en-US" sz="2000" kern="1200" err="1">
              <a:latin typeface="+mn-lt"/>
              <a:ea typeface="+mn-ea"/>
              <a:cs typeface="+mn-cs"/>
            </a:rPr>
            <a:t>vsphere</a:t>
          </a:r>
          <a:r>
            <a:rPr lang="en-US" sz="2000" kern="1200">
              <a:latin typeface="+mn-lt"/>
              <a:ea typeface="+mn-ea"/>
              <a:cs typeface="+mn-cs"/>
            </a:rPr>
            <a:t> client </a:t>
          </a:r>
          <a:r>
            <a:rPr lang="en-US" sz="2000" kern="1200" err="1">
              <a:latin typeface="+mn-lt"/>
              <a:ea typeface="+mn-ea"/>
              <a:cs typeface="+mn-cs"/>
            </a:rPr>
            <a:t>để</a:t>
          </a:r>
          <a:r>
            <a:rPr lang="en-US" sz="2000" kern="1200">
              <a:latin typeface="+mn-lt"/>
              <a:ea typeface="+mn-ea"/>
              <a:cs typeface="+mn-cs"/>
            </a:rPr>
            <a:t> </a:t>
          </a:r>
          <a:r>
            <a:rPr lang="en-US" sz="2000" kern="1200" err="1">
              <a:latin typeface="+mn-lt"/>
              <a:ea typeface="+mn-ea"/>
              <a:cs typeface="+mn-cs"/>
            </a:rPr>
            <a:t>quản</a:t>
          </a:r>
          <a:r>
            <a:rPr lang="en-US" sz="2000" kern="1200">
              <a:latin typeface="+mn-lt"/>
              <a:ea typeface="+mn-ea"/>
              <a:cs typeface="+mn-cs"/>
            </a:rPr>
            <a:t> </a:t>
          </a:r>
          <a:r>
            <a:rPr lang="en-US" sz="2000" kern="1200" err="1">
              <a:latin typeface="+mn-lt"/>
              <a:ea typeface="+mn-ea"/>
              <a:cs typeface="+mn-cs"/>
            </a:rPr>
            <a:t>lý</a:t>
          </a:r>
          <a:r>
            <a:rPr lang="en-US" sz="2000" kern="1200">
              <a:latin typeface="+mn-lt"/>
              <a:ea typeface="+mn-ea"/>
              <a:cs typeface="+mn-cs"/>
            </a:rPr>
            <a:t>, </a:t>
          </a:r>
          <a:r>
            <a:rPr lang="en-US" sz="2000" kern="1200" err="1">
              <a:latin typeface="+mn-lt"/>
              <a:ea typeface="+mn-ea"/>
              <a:cs typeface="+mn-cs"/>
            </a:rPr>
            <a:t>cấu</a:t>
          </a:r>
          <a:r>
            <a:rPr lang="en-US" sz="2000" kern="1200">
              <a:latin typeface="+mn-lt"/>
              <a:ea typeface="+mn-ea"/>
              <a:cs typeface="+mn-cs"/>
            </a:rPr>
            <a:t> </a:t>
          </a:r>
          <a:r>
            <a:rPr lang="en-US" sz="2000" kern="1200" err="1">
              <a:latin typeface="+mn-lt"/>
              <a:ea typeface="+mn-ea"/>
              <a:cs typeface="+mn-cs"/>
            </a:rPr>
            <a:t>hình</a:t>
          </a:r>
          <a:r>
            <a:rPr lang="en-US" sz="2000" kern="1200">
              <a:latin typeface="+mn-lt"/>
              <a:ea typeface="+mn-ea"/>
              <a:cs typeface="+mn-cs"/>
            </a:rPr>
            <a:t>, </a:t>
          </a:r>
          <a:r>
            <a:rPr lang="en-US" sz="2000" kern="1200" err="1">
              <a:latin typeface="+mn-lt"/>
              <a:ea typeface="+mn-ea"/>
              <a:cs typeface="+mn-cs"/>
            </a:rPr>
            <a:t>giám</a:t>
          </a:r>
          <a:r>
            <a:rPr lang="en-US" sz="2000" kern="1200">
              <a:latin typeface="+mn-lt"/>
              <a:ea typeface="+mn-ea"/>
              <a:cs typeface="+mn-cs"/>
            </a:rPr>
            <a:t> </a:t>
          </a:r>
          <a:r>
            <a:rPr lang="en-US" sz="2000" kern="1200" err="1">
              <a:latin typeface="+mn-lt"/>
              <a:ea typeface="+mn-ea"/>
              <a:cs typeface="+mn-cs"/>
            </a:rPr>
            <a:t>sát</a:t>
          </a:r>
          <a:r>
            <a:rPr lang="en-US" sz="2000" kern="1200">
              <a:latin typeface="+mn-lt"/>
              <a:ea typeface="+mn-ea"/>
              <a:cs typeface="+mn-cs"/>
            </a:rPr>
            <a:t> </a:t>
          </a:r>
          <a:r>
            <a:rPr lang="en-US" sz="2000" kern="1200" err="1">
              <a:latin typeface="+mn-lt"/>
              <a:ea typeface="+mn-ea"/>
              <a:cs typeface="+mn-cs"/>
            </a:rPr>
            <a:t>máy</a:t>
          </a:r>
          <a:r>
            <a:rPr lang="en-US" sz="2000" kern="1200">
              <a:latin typeface="+mn-lt"/>
              <a:ea typeface="+mn-ea"/>
              <a:cs typeface="+mn-cs"/>
            </a:rPr>
            <a:t> </a:t>
          </a:r>
          <a:r>
            <a:rPr lang="en-US" sz="2000" kern="1200" err="1">
              <a:latin typeface="+mn-lt"/>
              <a:ea typeface="+mn-ea"/>
              <a:cs typeface="+mn-cs"/>
            </a:rPr>
            <a:t>ảo</a:t>
          </a:r>
          <a:endParaRPr lang="en-US" sz="2000" kern="1200">
            <a:latin typeface="+mn-lt"/>
            <a:ea typeface="+mn-ea"/>
            <a:cs typeface="+mn-cs"/>
          </a:endParaRPr>
        </a:p>
      </dsp:txBody>
      <dsp:txXfrm>
        <a:off x="965951" y="3286019"/>
        <a:ext cx="7799207" cy="657435"/>
      </dsp:txXfrm>
    </dsp:sp>
    <dsp:sp modelId="{A3B2DFAC-5F04-4000-8674-1B2D4CBC31A5}">
      <dsp:nvSpPr>
        <dsp:cNvPr id="0" name=""/>
        <dsp:cNvSpPr/>
      </dsp:nvSpPr>
      <dsp:spPr>
        <a:xfrm>
          <a:off x="555054" y="3203840"/>
          <a:ext cx="821794" cy="821794"/>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C387450-2A2A-4381-8361-F933A0A3C0F5}">
      <dsp:nvSpPr>
        <dsp:cNvPr id="0" name=""/>
        <dsp:cNvSpPr/>
      </dsp:nvSpPr>
      <dsp:spPr>
        <a:xfrm>
          <a:off x="494852" y="4271857"/>
          <a:ext cx="8270306" cy="65743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21839"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err="1">
              <a:latin typeface="+mn-lt"/>
              <a:ea typeface="+mn-ea"/>
              <a:cs typeface="+mn-cs"/>
            </a:rPr>
            <a:t>Hiểu</a:t>
          </a:r>
          <a:r>
            <a:rPr lang="en-US" sz="2000" kern="1200" dirty="0">
              <a:latin typeface="+mn-lt"/>
              <a:ea typeface="+mn-ea"/>
              <a:cs typeface="+mn-cs"/>
            </a:rPr>
            <a:t> </a:t>
          </a:r>
          <a:r>
            <a:rPr lang="en-US" sz="2000" kern="1200" dirty="0" err="1">
              <a:latin typeface="+mn-lt"/>
              <a:ea typeface="+mn-ea"/>
              <a:cs typeface="+mn-cs"/>
            </a:rPr>
            <a:t>được</a:t>
          </a:r>
          <a:r>
            <a:rPr lang="en-US" sz="2000" kern="1200" dirty="0">
              <a:latin typeface="+mn-lt"/>
              <a:ea typeface="+mn-ea"/>
              <a:cs typeface="+mn-cs"/>
            </a:rPr>
            <a:t> </a:t>
          </a:r>
          <a:r>
            <a:rPr lang="en-US" sz="2000" kern="1200" dirty="0" err="1">
              <a:latin typeface="+mn-lt"/>
              <a:ea typeface="+mn-ea"/>
              <a:cs typeface="+mn-cs"/>
            </a:rPr>
            <a:t>tính</a:t>
          </a:r>
          <a:r>
            <a:rPr lang="en-US" sz="2000" kern="1200" dirty="0">
              <a:latin typeface="+mn-lt"/>
              <a:ea typeface="+mn-ea"/>
              <a:cs typeface="+mn-cs"/>
            </a:rPr>
            <a:t> </a:t>
          </a:r>
          <a:r>
            <a:rPr lang="en-US" sz="2000" kern="1200" dirty="0" err="1">
              <a:latin typeface="+mn-lt"/>
              <a:ea typeface="+mn-ea"/>
              <a:cs typeface="+mn-cs"/>
            </a:rPr>
            <a:t>năng</a:t>
          </a:r>
          <a:r>
            <a:rPr lang="en-US" sz="2000" kern="1200" dirty="0">
              <a:latin typeface="+mn-lt"/>
              <a:ea typeface="+mn-ea"/>
              <a:cs typeface="+mn-cs"/>
            </a:rPr>
            <a:t> vSphere DRS, HA, FT </a:t>
          </a:r>
          <a:r>
            <a:rPr lang="en-US" sz="2000" kern="1200" dirty="0" err="1">
              <a:latin typeface="+mn-lt"/>
              <a:ea typeface="+mn-ea"/>
              <a:cs typeface="+mn-cs"/>
            </a:rPr>
            <a:t>để</a:t>
          </a:r>
          <a:r>
            <a:rPr lang="en-US" sz="2000" kern="1200" dirty="0">
              <a:latin typeface="+mn-lt"/>
              <a:ea typeface="+mn-ea"/>
              <a:cs typeface="+mn-cs"/>
            </a:rPr>
            <a:t> </a:t>
          </a:r>
          <a:r>
            <a:rPr lang="en-US" sz="2000" kern="1200" dirty="0" err="1">
              <a:latin typeface="+mn-lt"/>
              <a:ea typeface="+mn-ea"/>
              <a:cs typeface="+mn-cs"/>
            </a:rPr>
            <a:t>tăng</a:t>
          </a:r>
          <a:r>
            <a:rPr lang="en-US" sz="2000" kern="1200" dirty="0">
              <a:latin typeface="+mn-lt"/>
              <a:ea typeface="+mn-ea"/>
              <a:cs typeface="+mn-cs"/>
            </a:rPr>
            <a:t> </a:t>
          </a:r>
          <a:r>
            <a:rPr lang="en-US" sz="2000" kern="1200" dirty="0" err="1">
              <a:latin typeface="+mn-lt"/>
              <a:ea typeface="+mn-ea"/>
              <a:cs typeface="+mn-cs"/>
            </a:rPr>
            <a:t>tính</a:t>
          </a:r>
          <a:r>
            <a:rPr lang="en-US" sz="2000" kern="1200" dirty="0">
              <a:latin typeface="+mn-lt"/>
              <a:ea typeface="+mn-ea"/>
              <a:cs typeface="+mn-cs"/>
            </a:rPr>
            <a:t> </a:t>
          </a:r>
          <a:r>
            <a:rPr lang="en-US" sz="2000" kern="1200" dirty="0" err="1">
              <a:latin typeface="+mn-lt"/>
              <a:ea typeface="+mn-ea"/>
              <a:cs typeface="+mn-cs"/>
            </a:rPr>
            <a:t>dự</a:t>
          </a:r>
          <a:r>
            <a:rPr lang="en-US" sz="2000" kern="1200" dirty="0">
              <a:latin typeface="+mn-lt"/>
              <a:ea typeface="+mn-ea"/>
              <a:cs typeface="+mn-cs"/>
            </a:rPr>
            <a:t> </a:t>
          </a:r>
          <a:r>
            <a:rPr lang="en-US" sz="2000" kern="1200" dirty="0" err="1">
              <a:latin typeface="+mn-lt"/>
              <a:ea typeface="+mn-ea"/>
              <a:cs typeface="+mn-cs"/>
            </a:rPr>
            <a:t>phòng</a:t>
          </a:r>
          <a:r>
            <a:rPr lang="en-US" sz="2000" kern="1200" dirty="0">
              <a:latin typeface="+mn-lt"/>
              <a:ea typeface="+mn-ea"/>
              <a:cs typeface="+mn-cs"/>
            </a:rPr>
            <a:t> </a:t>
          </a:r>
          <a:r>
            <a:rPr lang="en-US" sz="2000" kern="1200" dirty="0" err="1">
              <a:latin typeface="+mn-lt"/>
              <a:ea typeface="+mn-ea"/>
              <a:cs typeface="+mn-cs"/>
            </a:rPr>
            <a:t>hệ</a:t>
          </a:r>
          <a:r>
            <a:rPr lang="en-US" sz="2000" kern="1200" dirty="0">
              <a:latin typeface="+mn-lt"/>
              <a:ea typeface="+mn-ea"/>
              <a:cs typeface="+mn-cs"/>
            </a:rPr>
            <a:t> </a:t>
          </a:r>
          <a:r>
            <a:rPr lang="en-US" sz="2000" kern="1200" dirty="0" err="1">
              <a:latin typeface="+mn-lt"/>
              <a:ea typeface="+mn-ea"/>
              <a:cs typeface="+mn-cs"/>
            </a:rPr>
            <a:t>thống</a:t>
          </a:r>
          <a:endParaRPr lang="en-US" sz="2000" kern="1200" dirty="0">
            <a:latin typeface="+mn-lt"/>
            <a:ea typeface="+mn-ea"/>
            <a:cs typeface="+mn-cs"/>
          </a:endParaRPr>
        </a:p>
      </dsp:txBody>
      <dsp:txXfrm>
        <a:off x="494852" y="4271857"/>
        <a:ext cx="8270306" cy="657435"/>
      </dsp:txXfrm>
    </dsp:sp>
    <dsp:sp modelId="{1EF910B9-A0AB-4922-A273-54203E39D29B}">
      <dsp:nvSpPr>
        <dsp:cNvPr id="0" name=""/>
        <dsp:cNvSpPr/>
      </dsp:nvSpPr>
      <dsp:spPr>
        <a:xfrm>
          <a:off x="83955" y="4189677"/>
          <a:ext cx="821794" cy="821794"/>
        </a:xfrm>
        <a:prstGeom prst="ellipse">
          <a:avLst/>
        </a:prstGeom>
        <a:solidFill>
          <a:schemeClr val="l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DEE67E-5EAB-49D0-A60D-9949CA22D0C8}">
      <dsp:nvSpPr>
        <dsp:cNvPr id="0" name=""/>
        <dsp:cNvSpPr/>
      </dsp:nvSpPr>
      <dsp:spPr>
        <a:xfrm>
          <a:off x="0" y="3976"/>
          <a:ext cx="10329549" cy="5557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err="1"/>
            <a:t>Đối</a:t>
          </a:r>
          <a:r>
            <a:rPr lang="en-US" sz="2800" kern="1200"/>
            <a:t> </a:t>
          </a:r>
          <a:r>
            <a:rPr lang="en-US" sz="2800" kern="1200" err="1"/>
            <a:t>tượng</a:t>
          </a:r>
          <a:endParaRPr lang="en-US" sz="2800" kern="1200"/>
        </a:p>
      </dsp:txBody>
      <dsp:txXfrm>
        <a:off x="27129" y="31105"/>
        <a:ext cx="10275291" cy="501490"/>
      </dsp:txXfrm>
    </dsp:sp>
    <dsp:sp modelId="{5D4765F2-EADC-4F13-A14D-C79451FEEEBF}">
      <dsp:nvSpPr>
        <dsp:cNvPr id="0" name=""/>
        <dsp:cNvSpPr/>
      </dsp:nvSpPr>
      <dsp:spPr>
        <a:xfrm>
          <a:off x="0" y="559724"/>
          <a:ext cx="10329549"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63"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err="1"/>
            <a:t>Người</a:t>
          </a:r>
          <a:r>
            <a:rPr lang="en-US" sz="2400" kern="1200" dirty="0"/>
            <a:t> </a:t>
          </a:r>
          <a:r>
            <a:rPr lang="en-US" sz="2400" kern="1200" dirty="0" err="1"/>
            <a:t>quản</a:t>
          </a:r>
          <a:r>
            <a:rPr lang="en-US" sz="2400" kern="1200" dirty="0"/>
            <a:t> </a:t>
          </a:r>
          <a:r>
            <a:rPr lang="en-US" sz="2400" kern="1200" dirty="0" err="1"/>
            <a:t>trị</a:t>
          </a:r>
          <a:r>
            <a:rPr lang="en-US" sz="2400" kern="1200" dirty="0"/>
            <a:t> </a:t>
          </a:r>
          <a:r>
            <a:rPr lang="en-US" sz="2400" kern="1200" dirty="0" err="1"/>
            <a:t>hệ</a:t>
          </a:r>
          <a:r>
            <a:rPr lang="en-US" sz="2400" kern="1200" dirty="0"/>
            <a:t> </a:t>
          </a:r>
          <a:r>
            <a:rPr lang="en-US" sz="2400" kern="1200" dirty="0" err="1"/>
            <a:t>thống</a:t>
          </a:r>
          <a:r>
            <a:rPr lang="en-US" sz="2400" kern="1200" dirty="0"/>
            <a:t> </a:t>
          </a:r>
          <a:r>
            <a:rPr lang="en-US" sz="2400" kern="1200" dirty="0" err="1"/>
            <a:t>và</a:t>
          </a:r>
          <a:r>
            <a:rPr lang="en-US" sz="2400" kern="1200" dirty="0"/>
            <a:t> </a:t>
          </a:r>
          <a:r>
            <a:rPr lang="en-US" sz="2400" kern="1200" dirty="0" err="1"/>
            <a:t>người</a:t>
          </a:r>
          <a:r>
            <a:rPr lang="en-US" sz="2400" kern="1200" dirty="0"/>
            <a:t> </a:t>
          </a:r>
          <a:r>
            <a:rPr lang="en-US" sz="2400" kern="1200" dirty="0" err="1"/>
            <a:t>vận</a:t>
          </a:r>
          <a:r>
            <a:rPr lang="en-US" sz="2400" kern="1200" dirty="0"/>
            <a:t> hành </a:t>
          </a:r>
          <a:r>
            <a:rPr lang="en-US" sz="2400" kern="1200" dirty="0" err="1"/>
            <a:t>quản</a:t>
          </a:r>
          <a:r>
            <a:rPr lang="en-US" sz="2400" kern="1200" dirty="0"/>
            <a:t> </a:t>
          </a:r>
          <a:r>
            <a:rPr lang="en-US" sz="2400" kern="1200" dirty="0" err="1"/>
            <a:t>lý</a:t>
          </a:r>
          <a:r>
            <a:rPr lang="en-US" sz="2400" kern="1200" dirty="0"/>
            <a:t> </a:t>
          </a:r>
          <a:r>
            <a:rPr lang="en-US" sz="2400" kern="1200" dirty="0" err="1"/>
            <a:t>máy</a:t>
          </a:r>
          <a:r>
            <a:rPr lang="en-US" sz="2400" kern="1200" dirty="0"/>
            <a:t> </a:t>
          </a:r>
          <a:r>
            <a:rPr lang="en-US" sz="2400" kern="1200" dirty="0" err="1"/>
            <a:t>ảo</a:t>
          </a:r>
          <a:r>
            <a:rPr lang="en-US" sz="2400" kern="1200" dirty="0"/>
            <a:t> </a:t>
          </a:r>
          <a:r>
            <a:rPr lang="en-US" sz="2400" kern="1200" dirty="0" err="1"/>
            <a:t>sử</a:t>
          </a:r>
          <a:r>
            <a:rPr lang="en-US" sz="2400" kern="1200" dirty="0"/>
            <a:t> </a:t>
          </a:r>
          <a:r>
            <a:rPr lang="en-US" sz="2400" kern="1200" dirty="0" err="1"/>
            <a:t>dụng</a:t>
          </a:r>
          <a:r>
            <a:rPr lang="en-US" sz="2400" kern="1200" dirty="0"/>
            <a:t> </a:t>
          </a:r>
          <a:r>
            <a:rPr lang="en-US" sz="2400" kern="1200" dirty="0" err="1"/>
            <a:t>Vmware</a:t>
          </a:r>
          <a:r>
            <a:rPr lang="en-US" sz="2400" kern="1200" dirty="0"/>
            <a:t> ESXI </a:t>
          </a:r>
          <a:r>
            <a:rPr lang="en-US" sz="2400" kern="1200" dirty="0" err="1"/>
            <a:t>và</a:t>
          </a:r>
          <a:r>
            <a:rPr lang="en-US" sz="2400" kern="1200" dirty="0"/>
            <a:t> </a:t>
          </a:r>
          <a:r>
            <a:rPr lang="en-US" sz="2400" kern="1200" dirty="0" err="1"/>
            <a:t>Vmware</a:t>
          </a:r>
          <a:r>
            <a:rPr lang="en-US" sz="2400" kern="1200" dirty="0"/>
            <a:t> vCenter Server</a:t>
          </a:r>
        </a:p>
      </dsp:txBody>
      <dsp:txXfrm>
        <a:off x="0" y="559724"/>
        <a:ext cx="10329549" cy="993600"/>
      </dsp:txXfrm>
    </dsp:sp>
    <dsp:sp modelId="{2E60FE62-EB29-49D1-9BAB-8300ADA2C4D6}">
      <dsp:nvSpPr>
        <dsp:cNvPr id="0" name=""/>
        <dsp:cNvSpPr/>
      </dsp:nvSpPr>
      <dsp:spPr>
        <a:xfrm>
          <a:off x="0" y="1553324"/>
          <a:ext cx="10329549" cy="5604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err="1"/>
            <a:t>Yêu</a:t>
          </a:r>
          <a:r>
            <a:rPr lang="en-US" sz="2800" kern="1200"/>
            <a:t> </a:t>
          </a:r>
          <a:r>
            <a:rPr lang="en-US" sz="2800" kern="1200" err="1"/>
            <a:t>cầu</a:t>
          </a:r>
          <a:endParaRPr lang="en-US" sz="2800" kern="1200"/>
        </a:p>
      </dsp:txBody>
      <dsp:txXfrm>
        <a:off x="27359" y="1580683"/>
        <a:ext cx="10274831" cy="505725"/>
      </dsp:txXfrm>
    </dsp:sp>
    <dsp:sp modelId="{4789CC97-DBF3-4EB9-BB15-31A9EF883B72}">
      <dsp:nvSpPr>
        <dsp:cNvPr id="0" name=""/>
        <dsp:cNvSpPr/>
      </dsp:nvSpPr>
      <dsp:spPr>
        <a:xfrm>
          <a:off x="0" y="2113767"/>
          <a:ext cx="10329549"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63"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err="1"/>
            <a:t>Có</a:t>
          </a:r>
          <a:r>
            <a:rPr lang="en-US" sz="2400" kern="1200"/>
            <a:t> </a:t>
          </a:r>
          <a:r>
            <a:rPr lang="en-US" sz="2400" kern="1200" err="1"/>
            <a:t>kiến</a:t>
          </a:r>
          <a:r>
            <a:rPr lang="en-US" sz="2400" kern="1200"/>
            <a:t> </a:t>
          </a:r>
          <a:r>
            <a:rPr lang="en-US" sz="2400" kern="1200" err="1"/>
            <a:t>thức</a:t>
          </a:r>
          <a:r>
            <a:rPr lang="en-US" sz="2400" kern="1200"/>
            <a:t> </a:t>
          </a:r>
          <a:r>
            <a:rPr lang="en-US" sz="2400" kern="1200" err="1"/>
            <a:t>về</a:t>
          </a:r>
          <a:r>
            <a:rPr lang="en-US" sz="2400" kern="1200"/>
            <a:t> </a:t>
          </a:r>
          <a:r>
            <a:rPr lang="en-US" sz="2400" kern="1200" err="1"/>
            <a:t>hệ</a:t>
          </a:r>
          <a:r>
            <a:rPr lang="en-US" sz="2400" kern="1200"/>
            <a:t> điều hành</a:t>
          </a:r>
        </a:p>
        <a:p>
          <a:pPr marL="228600" lvl="1" indent="-228600" algn="l" defTabSz="1066800">
            <a:lnSpc>
              <a:spcPct val="90000"/>
            </a:lnSpc>
            <a:spcBef>
              <a:spcPct val="0"/>
            </a:spcBef>
            <a:spcAft>
              <a:spcPct val="20000"/>
            </a:spcAft>
            <a:buChar char="•"/>
          </a:pPr>
          <a:r>
            <a:rPr lang="en-US" sz="2400" kern="1200" dirty="0" err="1"/>
            <a:t>Có</a:t>
          </a:r>
          <a:r>
            <a:rPr lang="en-US" sz="2400" kern="1200" dirty="0"/>
            <a:t> </a:t>
          </a:r>
          <a:r>
            <a:rPr lang="en-US" sz="2400" kern="1200" dirty="0" err="1"/>
            <a:t>kiến</a:t>
          </a:r>
          <a:r>
            <a:rPr lang="en-US" sz="2400" kern="1200" dirty="0"/>
            <a:t> </a:t>
          </a:r>
          <a:r>
            <a:rPr lang="en-US" sz="2400" kern="1200" dirty="0" err="1"/>
            <a:t>thức</a:t>
          </a:r>
          <a:r>
            <a:rPr lang="en-US" sz="2400" kern="1200" dirty="0"/>
            <a:t> </a:t>
          </a:r>
          <a:r>
            <a:rPr lang="en-US" sz="2400" kern="1200" dirty="0" err="1"/>
            <a:t>cơ</a:t>
          </a:r>
          <a:r>
            <a:rPr lang="en-US" sz="2400" kern="1200" dirty="0"/>
            <a:t> </a:t>
          </a:r>
          <a:r>
            <a:rPr lang="en-US" sz="2400" kern="1200" dirty="0" err="1"/>
            <a:t>bản</a:t>
          </a:r>
          <a:r>
            <a:rPr lang="en-US" sz="2400" kern="1200" dirty="0"/>
            <a:t> </a:t>
          </a:r>
          <a:r>
            <a:rPr lang="en-US" sz="2400" kern="1200" dirty="0" err="1"/>
            <a:t>về</a:t>
          </a:r>
          <a:r>
            <a:rPr lang="en-US" sz="2400" kern="1200" dirty="0"/>
            <a:t> network, storage </a:t>
          </a:r>
          <a:r>
            <a:rPr lang="en-US" sz="2400" kern="1200" dirty="0" err="1"/>
            <a:t>và</a:t>
          </a:r>
          <a:r>
            <a:rPr lang="en-US" sz="2400" kern="1200" dirty="0"/>
            <a:t> </a:t>
          </a:r>
          <a:r>
            <a:rPr lang="en-US" sz="2400" kern="1200" dirty="0" err="1"/>
            <a:t>phần</a:t>
          </a:r>
          <a:r>
            <a:rPr lang="en-US" sz="2400" kern="1200" dirty="0"/>
            <a:t> </a:t>
          </a:r>
          <a:r>
            <a:rPr lang="en-US" sz="2400" kern="1200" dirty="0" err="1"/>
            <a:t>cứng</a:t>
          </a:r>
          <a:r>
            <a:rPr lang="en-US" sz="2400" kern="1200" dirty="0"/>
            <a:t> </a:t>
          </a:r>
          <a:r>
            <a:rPr lang="en-US" sz="2400" kern="1200" dirty="0" err="1"/>
            <a:t>máy</a:t>
          </a:r>
          <a:r>
            <a:rPr lang="en-US" sz="2400" kern="1200" dirty="0"/>
            <a:t> </a:t>
          </a:r>
          <a:r>
            <a:rPr lang="en-US" sz="2400" kern="1200" dirty="0" err="1"/>
            <a:t>tính</a:t>
          </a:r>
          <a:endParaRPr lang="en-US" sz="2400" kern="1200" dirty="0"/>
        </a:p>
      </dsp:txBody>
      <dsp:txXfrm>
        <a:off x="0" y="2113767"/>
        <a:ext cx="10329549" cy="993600"/>
      </dsp:txXfrm>
    </dsp:sp>
    <dsp:sp modelId="{375942CA-401C-4182-8DEB-D6109F7DAFFB}">
      <dsp:nvSpPr>
        <dsp:cNvPr id="0" name=""/>
        <dsp:cNvSpPr/>
      </dsp:nvSpPr>
      <dsp:spPr>
        <a:xfrm>
          <a:off x="0" y="3107367"/>
          <a:ext cx="10329549" cy="5711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err="1"/>
            <a:t>Phiên</a:t>
          </a:r>
          <a:r>
            <a:rPr lang="en-US" sz="2400" kern="1200" dirty="0"/>
            <a:t> </a:t>
          </a:r>
          <a:r>
            <a:rPr lang="en-US" sz="2400" kern="1200" dirty="0" err="1"/>
            <a:t>bản</a:t>
          </a:r>
          <a:r>
            <a:rPr lang="en-US" sz="2400" kern="1200" dirty="0"/>
            <a:t> </a:t>
          </a:r>
          <a:r>
            <a:rPr lang="en-US" sz="2400" kern="1200" dirty="0" err="1"/>
            <a:t>Vmware</a:t>
          </a:r>
          <a:endParaRPr lang="en-US" sz="2400" kern="1200" dirty="0"/>
        </a:p>
      </dsp:txBody>
      <dsp:txXfrm>
        <a:off x="27883" y="3135250"/>
        <a:ext cx="10273783" cy="515426"/>
      </dsp:txXfrm>
    </dsp:sp>
    <dsp:sp modelId="{40C9BBF1-5C5C-4EC6-9496-3A7F57E9D19D}">
      <dsp:nvSpPr>
        <dsp:cNvPr id="0" name=""/>
        <dsp:cNvSpPr/>
      </dsp:nvSpPr>
      <dsp:spPr>
        <a:xfrm>
          <a:off x="0" y="3678559"/>
          <a:ext cx="10329549"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7963"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VMware </a:t>
          </a:r>
          <a:r>
            <a:rPr lang="en-US" sz="2400" kern="1200" dirty="0" err="1"/>
            <a:t>ESXi</a:t>
          </a:r>
          <a:r>
            <a:rPr lang="en-US" sz="2400" kern="1200" dirty="0"/>
            <a:t> 7.0</a:t>
          </a:r>
        </a:p>
        <a:p>
          <a:pPr marL="228600" lvl="1" indent="-228600" algn="l" defTabSz="1066800">
            <a:lnSpc>
              <a:spcPct val="90000"/>
            </a:lnSpc>
            <a:spcBef>
              <a:spcPct val="0"/>
            </a:spcBef>
            <a:spcAft>
              <a:spcPct val="20000"/>
            </a:spcAft>
            <a:buChar char="•"/>
          </a:pPr>
          <a:r>
            <a:rPr lang="en-US" sz="2400" kern="1200" dirty="0"/>
            <a:t>VMware vCenter Server 7.0</a:t>
          </a:r>
        </a:p>
      </dsp:txBody>
      <dsp:txXfrm>
        <a:off x="0" y="3678559"/>
        <a:ext cx="10329549" cy="9936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557D5-FA5D-4B18-8D01-753CAD486094}">
      <dsp:nvSpPr>
        <dsp:cNvPr id="0" name=""/>
        <dsp:cNvSpPr/>
      </dsp:nvSpPr>
      <dsp:spPr>
        <a:xfrm>
          <a:off x="0" y="441295"/>
          <a:ext cx="10058399"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97E8BA-89A8-41AF-AAAB-B1179AD1F0AE}">
      <dsp:nvSpPr>
        <dsp:cNvPr id="0" name=""/>
        <dsp:cNvSpPr/>
      </dsp:nvSpPr>
      <dsp:spPr>
        <a:xfrm>
          <a:off x="502920" y="87055"/>
          <a:ext cx="8761248"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1066800">
            <a:lnSpc>
              <a:spcPct val="90000"/>
            </a:lnSpc>
            <a:spcBef>
              <a:spcPct val="0"/>
            </a:spcBef>
            <a:spcAft>
              <a:spcPct val="35000"/>
            </a:spcAft>
            <a:buNone/>
          </a:pPr>
          <a:r>
            <a:rPr lang="en-US" sz="2400" kern="1200" dirty="0" err="1"/>
            <a:t>Giới</a:t>
          </a:r>
          <a:r>
            <a:rPr lang="en-US" sz="2400" kern="1200" dirty="0"/>
            <a:t> </a:t>
          </a:r>
          <a:r>
            <a:rPr lang="en-US" sz="2400" kern="1200" dirty="0" err="1"/>
            <a:t>thiệu</a:t>
          </a:r>
          <a:r>
            <a:rPr lang="en-US" sz="2400" kern="1200" dirty="0"/>
            <a:t> </a:t>
          </a:r>
          <a:r>
            <a:rPr lang="en-US" sz="2400" kern="1200" dirty="0" err="1"/>
            <a:t>về</a:t>
          </a:r>
          <a:r>
            <a:rPr lang="en-US" sz="2400" kern="1200" dirty="0"/>
            <a:t> </a:t>
          </a:r>
          <a:r>
            <a:rPr lang="en-US" sz="2400" kern="1200" dirty="0" err="1"/>
            <a:t>ảo</a:t>
          </a:r>
          <a:r>
            <a:rPr lang="en-US" sz="2400" kern="1200" dirty="0"/>
            <a:t> </a:t>
          </a:r>
          <a:r>
            <a:rPr lang="en-US" sz="2400" kern="1200" dirty="0" err="1"/>
            <a:t>hóa</a:t>
          </a:r>
          <a:r>
            <a:rPr lang="en-US" sz="2400" kern="1200" dirty="0"/>
            <a:t> </a:t>
          </a:r>
          <a:r>
            <a:rPr lang="en-US" sz="2400" kern="1200" dirty="0" err="1"/>
            <a:t>và</a:t>
          </a:r>
          <a:r>
            <a:rPr lang="en-US" sz="2400" kern="1200" dirty="0"/>
            <a:t> </a:t>
          </a:r>
          <a:r>
            <a:rPr lang="en-US" sz="2400" kern="1200" dirty="0" err="1"/>
            <a:t>sản</a:t>
          </a:r>
          <a:r>
            <a:rPr lang="en-US" sz="2400" kern="1200" dirty="0"/>
            <a:t> </a:t>
          </a:r>
          <a:r>
            <a:rPr lang="en-US" sz="2400" kern="1200" dirty="0" err="1"/>
            <a:t>phẩm</a:t>
          </a:r>
          <a:r>
            <a:rPr lang="en-US" sz="2400" kern="1200" dirty="0"/>
            <a:t> vSphere </a:t>
          </a:r>
          <a:r>
            <a:rPr lang="en-US" sz="2400" kern="1200" dirty="0" err="1"/>
            <a:t>của</a:t>
          </a:r>
          <a:r>
            <a:rPr lang="en-US" sz="2400" kern="1200" dirty="0"/>
            <a:t> VMWARE</a:t>
          </a:r>
        </a:p>
      </dsp:txBody>
      <dsp:txXfrm>
        <a:off x="537505" y="121640"/>
        <a:ext cx="8692078" cy="639310"/>
      </dsp:txXfrm>
    </dsp:sp>
    <dsp:sp modelId="{E534B5D7-0E76-4651-8F18-106A78DD0DEE}">
      <dsp:nvSpPr>
        <dsp:cNvPr id="0" name=""/>
        <dsp:cNvSpPr/>
      </dsp:nvSpPr>
      <dsp:spPr>
        <a:xfrm>
          <a:off x="0" y="1529935"/>
          <a:ext cx="10058399"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254505-6B58-4A57-842F-57C2866A239E}">
      <dsp:nvSpPr>
        <dsp:cNvPr id="0" name=""/>
        <dsp:cNvSpPr/>
      </dsp:nvSpPr>
      <dsp:spPr>
        <a:xfrm>
          <a:off x="502920" y="1175695"/>
          <a:ext cx="8724354"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1066800">
            <a:lnSpc>
              <a:spcPct val="90000"/>
            </a:lnSpc>
            <a:spcBef>
              <a:spcPct val="0"/>
            </a:spcBef>
            <a:spcAft>
              <a:spcPct val="35000"/>
            </a:spcAft>
            <a:buNone/>
          </a:pPr>
          <a:r>
            <a:rPr lang="en-US" sz="2400" kern="1200" dirty="0" err="1"/>
            <a:t>Hướng</a:t>
          </a:r>
          <a:r>
            <a:rPr lang="en-US" sz="2400" kern="1200" dirty="0"/>
            <a:t> dẫn </a:t>
          </a:r>
          <a:r>
            <a:rPr lang="en-US" sz="2400" kern="1200" dirty="0" err="1"/>
            <a:t>tạo</a:t>
          </a:r>
          <a:r>
            <a:rPr lang="en-US" sz="2400" kern="1200" dirty="0"/>
            <a:t> </a:t>
          </a:r>
          <a:r>
            <a:rPr lang="en-US" sz="2400" kern="1200" dirty="0" err="1"/>
            <a:t>và</a:t>
          </a:r>
          <a:r>
            <a:rPr lang="en-US" sz="2400" kern="1200" dirty="0"/>
            <a:t> </a:t>
          </a:r>
          <a:r>
            <a:rPr lang="en-US" sz="2400" kern="1200" dirty="0" err="1"/>
            <a:t>quản</a:t>
          </a:r>
          <a:r>
            <a:rPr lang="en-US" sz="2400" kern="1200" dirty="0"/>
            <a:t> </a:t>
          </a:r>
          <a:r>
            <a:rPr lang="en-US" sz="2400" kern="1200" dirty="0" err="1"/>
            <a:t>lý</a:t>
          </a:r>
          <a:r>
            <a:rPr lang="en-US" sz="2400" kern="1200" dirty="0"/>
            <a:t> </a:t>
          </a:r>
          <a:r>
            <a:rPr lang="en-US" sz="2400" kern="1200" dirty="0" err="1"/>
            <a:t>máy</a:t>
          </a:r>
          <a:r>
            <a:rPr lang="en-US" sz="2400" kern="1200" dirty="0"/>
            <a:t> </a:t>
          </a:r>
          <a:r>
            <a:rPr lang="en-US" sz="2400" kern="1200" dirty="0" err="1"/>
            <a:t>ảo</a:t>
          </a:r>
          <a:endParaRPr lang="en-US" sz="2400" kern="1200" dirty="0"/>
        </a:p>
      </dsp:txBody>
      <dsp:txXfrm>
        <a:off x="537505" y="1210280"/>
        <a:ext cx="8655184" cy="639310"/>
      </dsp:txXfrm>
    </dsp:sp>
    <dsp:sp modelId="{AD98E560-5A36-460F-A30B-30B1B159B1B9}">
      <dsp:nvSpPr>
        <dsp:cNvPr id="0" name=""/>
        <dsp:cNvSpPr/>
      </dsp:nvSpPr>
      <dsp:spPr>
        <a:xfrm>
          <a:off x="0" y="2618575"/>
          <a:ext cx="10058399"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FDEE2FC-CE12-4F42-8B3E-57E971D42735}">
      <dsp:nvSpPr>
        <dsp:cNvPr id="0" name=""/>
        <dsp:cNvSpPr/>
      </dsp:nvSpPr>
      <dsp:spPr>
        <a:xfrm>
          <a:off x="502920" y="2264335"/>
          <a:ext cx="8720833"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1066800">
            <a:lnSpc>
              <a:spcPct val="90000"/>
            </a:lnSpc>
            <a:spcBef>
              <a:spcPct val="0"/>
            </a:spcBef>
            <a:spcAft>
              <a:spcPct val="35000"/>
            </a:spcAft>
            <a:buNone/>
          </a:pPr>
          <a:r>
            <a:rPr lang="en-US" sz="2400" kern="1200" dirty="0" err="1"/>
            <a:t>Quản</a:t>
          </a:r>
          <a:r>
            <a:rPr lang="en-US" sz="2400" kern="1200" dirty="0"/>
            <a:t> </a:t>
          </a:r>
          <a:r>
            <a:rPr lang="en-US" sz="2400" kern="1200" dirty="0" err="1"/>
            <a:t>lý</a:t>
          </a:r>
          <a:r>
            <a:rPr lang="en-US" sz="2400" kern="1200" dirty="0"/>
            <a:t> </a:t>
          </a:r>
          <a:r>
            <a:rPr lang="en-US" sz="2400" kern="1200" dirty="0" err="1"/>
            <a:t>và</a:t>
          </a:r>
          <a:r>
            <a:rPr lang="en-US" sz="2400" kern="1200" dirty="0"/>
            <a:t> </a:t>
          </a:r>
          <a:r>
            <a:rPr lang="en-US" sz="2400" kern="1200" dirty="0" err="1"/>
            <a:t>giám</a:t>
          </a:r>
          <a:r>
            <a:rPr lang="en-US" sz="2400" kern="1200" dirty="0"/>
            <a:t> </a:t>
          </a:r>
          <a:r>
            <a:rPr lang="en-US" sz="2400" kern="1200" dirty="0" err="1"/>
            <a:t>sát</a:t>
          </a:r>
          <a:r>
            <a:rPr lang="en-US" sz="2400" kern="1200" dirty="0"/>
            <a:t> </a:t>
          </a:r>
          <a:r>
            <a:rPr lang="en-US" sz="2400" kern="1200" dirty="0" err="1"/>
            <a:t>tài</a:t>
          </a:r>
          <a:r>
            <a:rPr lang="en-US" sz="2400" kern="1200" dirty="0"/>
            <a:t> </a:t>
          </a:r>
          <a:r>
            <a:rPr lang="en-US" sz="2400" kern="1200" dirty="0" err="1"/>
            <a:t>nguyên</a:t>
          </a:r>
          <a:r>
            <a:rPr lang="en-US" sz="2400" kern="1200" dirty="0"/>
            <a:t> </a:t>
          </a:r>
          <a:r>
            <a:rPr lang="en-US" sz="2400" kern="1200" dirty="0" err="1"/>
            <a:t>ảo</a:t>
          </a:r>
          <a:r>
            <a:rPr lang="en-US" sz="2400" kern="1200" dirty="0"/>
            <a:t> </a:t>
          </a:r>
          <a:r>
            <a:rPr lang="en-US" sz="2400" kern="1200" dirty="0" err="1"/>
            <a:t>hóa</a:t>
          </a:r>
          <a:endParaRPr lang="en-US" sz="2400" kern="1200" dirty="0"/>
        </a:p>
      </dsp:txBody>
      <dsp:txXfrm>
        <a:off x="537505" y="2298920"/>
        <a:ext cx="8651663" cy="639310"/>
      </dsp:txXfrm>
    </dsp:sp>
    <dsp:sp modelId="{628F7EBE-6761-4B74-AD49-39A67DE73327}">
      <dsp:nvSpPr>
        <dsp:cNvPr id="0" name=""/>
        <dsp:cNvSpPr/>
      </dsp:nvSpPr>
      <dsp:spPr>
        <a:xfrm>
          <a:off x="0" y="3707215"/>
          <a:ext cx="10058399" cy="60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1A9039-6C9E-4228-A3A1-9F6F5B97616B}">
      <dsp:nvSpPr>
        <dsp:cNvPr id="0" name=""/>
        <dsp:cNvSpPr/>
      </dsp:nvSpPr>
      <dsp:spPr>
        <a:xfrm>
          <a:off x="502920" y="3352975"/>
          <a:ext cx="8710202"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1066800">
            <a:lnSpc>
              <a:spcPct val="90000"/>
            </a:lnSpc>
            <a:spcBef>
              <a:spcPct val="0"/>
            </a:spcBef>
            <a:spcAft>
              <a:spcPct val="35000"/>
            </a:spcAft>
            <a:buNone/>
          </a:pPr>
          <a:r>
            <a:rPr lang="en-US" sz="2400" kern="1200" dirty="0" err="1"/>
            <a:t>Giới</a:t>
          </a:r>
          <a:r>
            <a:rPr lang="en-US" sz="2400" kern="1200" dirty="0"/>
            <a:t> </a:t>
          </a:r>
          <a:r>
            <a:rPr lang="en-US" sz="2400" kern="1200" dirty="0" err="1"/>
            <a:t>thiệu</a:t>
          </a:r>
          <a:r>
            <a:rPr lang="en-US" sz="2400" kern="1200" dirty="0"/>
            <a:t> </a:t>
          </a:r>
          <a:r>
            <a:rPr lang="en-US" sz="2400" kern="1200" dirty="0" err="1"/>
            <a:t>về</a:t>
          </a:r>
          <a:r>
            <a:rPr lang="en-US" sz="2400" kern="1200" dirty="0"/>
            <a:t> vSphere Cluster</a:t>
          </a:r>
        </a:p>
      </dsp:txBody>
      <dsp:txXfrm>
        <a:off x="537505" y="3387560"/>
        <a:ext cx="8641032" cy="639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09D10-74A4-4DA0-AE2A-BCE0287E9886}">
      <dsp:nvSpPr>
        <dsp:cNvPr id="0" name=""/>
        <dsp:cNvSpPr/>
      </dsp:nvSpPr>
      <dsp:spPr>
        <a:xfrm>
          <a:off x="118441" y="980"/>
          <a:ext cx="4288652" cy="5846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US" sz="3500" kern="1200" err="1"/>
            <a:t>Lợi</a:t>
          </a:r>
          <a:r>
            <a:rPr lang="en-US" sz="3500" kern="1200"/>
            <a:t> </a:t>
          </a:r>
          <a:r>
            <a:rPr lang="en-US" sz="3500" kern="1200" err="1"/>
            <a:t>ích</a:t>
          </a:r>
          <a:endParaRPr lang="en-US" sz="3500" kern="1200"/>
        </a:p>
      </dsp:txBody>
      <dsp:txXfrm>
        <a:off x="135565" y="18104"/>
        <a:ext cx="4254404" cy="550424"/>
      </dsp:txXfrm>
    </dsp:sp>
    <dsp:sp modelId="{92E34B9A-6CD0-4F0C-9583-9B4D63745304}">
      <dsp:nvSpPr>
        <dsp:cNvPr id="0" name=""/>
        <dsp:cNvSpPr/>
      </dsp:nvSpPr>
      <dsp:spPr>
        <a:xfrm>
          <a:off x="547306" y="585652"/>
          <a:ext cx="446999" cy="672201"/>
        </a:xfrm>
        <a:custGeom>
          <a:avLst/>
          <a:gdLst/>
          <a:ahLst/>
          <a:cxnLst/>
          <a:rect l="0" t="0" r="0" b="0"/>
          <a:pathLst>
            <a:path>
              <a:moveTo>
                <a:pt x="0" y="0"/>
              </a:moveTo>
              <a:lnTo>
                <a:pt x="0" y="672201"/>
              </a:lnTo>
              <a:lnTo>
                <a:pt x="446999" y="6722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B5FEC0-D0DB-44E2-BED8-BBAAA4091830}">
      <dsp:nvSpPr>
        <dsp:cNvPr id="0" name=""/>
        <dsp:cNvSpPr/>
      </dsp:nvSpPr>
      <dsp:spPr>
        <a:xfrm>
          <a:off x="994305" y="756488"/>
          <a:ext cx="4203120" cy="100273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l" defTabSz="666750">
            <a:lnSpc>
              <a:spcPct val="90000"/>
            </a:lnSpc>
            <a:spcBef>
              <a:spcPct val="0"/>
            </a:spcBef>
            <a:spcAft>
              <a:spcPct val="35000"/>
            </a:spcAft>
            <a:buNone/>
          </a:pPr>
          <a:r>
            <a:rPr lang="en-US" sz="1500" kern="1200" dirty="0" err="1"/>
            <a:t>Tiết</a:t>
          </a:r>
          <a:r>
            <a:rPr lang="en-US" sz="1500" kern="1200" dirty="0"/>
            <a:t> </a:t>
          </a:r>
          <a:r>
            <a:rPr lang="en-US" sz="1500" kern="1200" dirty="0" err="1"/>
            <a:t>kiệm</a:t>
          </a:r>
          <a:r>
            <a:rPr lang="en-US" sz="1500" kern="1200" dirty="0"/>
            <a:t> chi </a:t>
          </a:r>
          <a:r>
            <a:rPr lang="en-US" sz="1500" kern="1200" dirty="0" err="1"/>
            <a:t>phí</a:t>
          </a:r>
          <a:r>
            <a:rPr lang="en-US" sz="1500" kern="1200" dirty="0"/>
            <a:t> do </a:t>
          </a:r>
          <a:r>
            <a:rPr lang="en-US" sz="1500" kern="1200" dirty="0" err="1"/>
            <a:t>tận</a:t>
          </a:r>
          <a:r>
            <a:rPr lang="en-US" sz="1500" kern="1200" dirty="0"/>
            <a:t> </a:t>
          </a:r>
          <a:r>
            <a:rPr lang="en-US" sz="1500" kern="1200" dirty="0" err="1"/>
            <a:t>dụng</a:t>
          </a:r>
          <a:r>
            <a:rPr lang="en-US" sz="1500" kern="1200" dirty="0"/>
            <a:t> </a:t>
          </a:r>
          <a:r>
            <a:rPr lang="en-US" sz="1500" kern="1200" dirty="0" err="1"/>
            <a:t>tối</a:t>
          </a:r>
          <a:r>
            <a:rPr lang="en-US" sz="1500" kern="1200" dirty="0"/>
            <a:t> </a:t>
          </a:r>
          <a:r>
            <a:rPr lang="en-US" sz="1500" kern="1200" dirty="0" err="1"/>
            <a:t>đa</a:t>
          </a:r>
          <a:r>
            <a:rPr lang="en-US" sz="1500" kern="1200" dirty="0"/>
            <a:t> </a:t>
          </a:r>
          <a:r>
            <a:rPr lang="en-US" sz="1500" kern="1200" dirty="0" err="1"/>
            <a:t>năng</a:t>
          </a:r>
          <a:r>
            <a:rPr lang="en-US" sz="1500" kern="1200" dirty="0"/>
            <a:t> </a:t>
          </a:r>
          <a:r>
            <a:rPr lang="en-US" sz="1500" kern="1200" dirty="0" err="1"/>
            <a:t>suất</a:t>
          </a:r>
          <a:r>
            <a:rPr lang="en-US" sz="1500" kern="1200" dirty="0"/>
            <a:t> </a:t>
          </a:r>
          <a:r>
            <a:rPr lang="en-US" sz="1500" kern="1200" dirty="0" err="1"/>
            <a:t>của</a:t>
          </a:r>
          <a:r>
            <a:rPr lang="en-US" sz="1500" kern="1200" dirty="0"/>
            <a:t> </a:t>
          </a:r>
          <a:r>
            <a:rPr lang="en-US" sz="1500" kern="1200" dirty="0" err="1"/>
            <a:t>thiết</a:t>
          </a:r>
          <a:r>
            <a:rPr lang="en-US" sz="1500" kern="1200" dirty="0"/>
            <a:t> </a:t>
          </a:r>
          <a:r>
            <a:rPr lang="en-US" sz="1500" kern="1200" dirty="0" err="1"/>
            <a:t>bị</a:t>
          </a:r>
          <a:r>
            <a:rPr lang="en-US" sz="1500" kern="1200" dirty="0"/>
            <a:t> </a:t>
          </a:r>
          <a:r>
            <a:rPr lang="en-US" sz="1500" kern="1200" dirty="0" err="1"/>
            <a:t>phần</a:t>
          </a:r>
          <a:r>
            <a:rPr lang="en-US" sz="1500" kern="1200" dirty="0"/>
            <a:t> </a:t>
          </a:r>
          <a:r>
            <a:rPr lang="en-US" sz="1500" kern="1200" dirty="0" err="1"/>
            <a:t>cứng</a:t>
          </a:r>
          <a:r>
            <a:rPr lang="en-US" sz="1500" kern="1200" dirty="0"/>
            <a:t>, </a:t>
          </a:r>
          <a:r>
            <a:rPr lang="en-US" sz="1500" kern="1200" dirty="0" err="1"/>
            <a:t>giảm</a:t>
          </a:r>
          <a:r>
            <a:rPr lang="en-US" sz="1500" kern="1200" dirty="0"/>
            <a:t> </a:t>
          </a:r>
          <a:r>
            <a:rPr lang="en-US" sz="1500" kern="1200" dirty="0" err="1"/>
            <a:t>số</a:t>
          </a:r>
          <a:r>
            <a:rPr lang="en-US" sz="1500" kern="1200" dirty="0"/>
            <a:t> </a:t>
          </a:r>
          <a:r>
            <a:rPr lang="en-US" sz="1500" kern="1200" dirty="0" err="1"/>
            <a:t>lượng</a:t>
          </a:r>
          <a:r>
            <a:rPr lang="en-US" sz="1500" kern="1200" dirty="0"/>
            <a:t> </a:t>
          </a:r>
          <a:r>
            <a:rPr lang="en-US" sz="1500" kern="1200" dirty="0" err="1"/>
            <a:t>máy</a:t>
          </a:r>
          <a:r>
            <a:rPr lang="en-US" sz="1500" kern="1200" dirty="0"/>
            <a:t> </a:t>
          </a:r>
          <a:r>
            <a:rPr lang="en-US" sz="1500" kern="1200" dirty="0" err="1"/>
            <a:t>chủ</a:t>
          </a:r>
          <a:r>
            <a:rPr lang="en-US" sz="1500" kern="1200" dirty="0"/>
            <a:t>, </a:t>
          </a:r>
          <a:r>
            <a:rPr lang="en-US" sz="1500" kern="1200" dirty="0" err="1"/>
            <a:t>giảm</a:t>
          </a:r>
          <a:r>
            <a:rPr lang="en-US" sz="1500" kern="1200" dirty="0"/>
            <a:t> </a:t>
          </a:r>
          <a:r>
            <a:rPr lang="en-US" sz="1500" kern="1200" dirty="0" err="1"/>
            <a:t>điện</a:t>
          </a:r>
          <a:r>
            <a:rPr lang="en-US" sz="1500" kern="1200" dirty="0"/>
            <a:t> </a:t>
          </a:r>
          <a:r>
            <a:rPr lang="en-US" sz="1500" kern="1200" dirty="0" err="1"/>
            <a:t>năng</a:t>
          </a:r>
          <a:r>
            <a:rPr lang="en-US" sz="1500" kern="1200" dirty="0"/>
            <a:t> </a:t>
          </a:r>
          <a:r>
            <a:rPr lang="en-US" sz="1500" kern="1200" dirty="0" err="1"/>
            <a:t>tiêu</a:t>
          </a:r>
          <a:r>
            <a:rPr lang="en-US" sz="1500" kern="1200" dirty="0"/>
            <a:t> </a:t>
          </a:r>
          <a:r>
            <a:rPr lang="en-US" sz="1500" kern="1200" dirty="0" err="1"/>
            <a:t>thụ</a:t>
          </a:r>
          <a:r>
            <a:rPr lang="en-US" sz="1500" kern="1200" dirty="0"/>
            <a:t> </a:t>
          </a:r>
          <a:r>
            <a:rPr lang="en-US" sz="1500" kern="1200" dirty="0" err="1"/>
            <a:t>và</a:t>
          </a:r>
          <a:r>
            <a:rPr lang="en-US" sz="1500" kern="1200" dirty="0"/>
            <a:t> </a:t>
          </a:r>
          <a:r>
            <a:rPr lang="en-US" sz="1500" kern="1200" dirty="0" err="1"/>
            <a:t>làm</a:t>
          </a:r>
          <a:r>
            <a:rPr lang="en-US" sz="1500" kern="1200" dirty="0"/>
            <a:t> </a:t>
          </a:r>
          <a:r>
            <a:rPr lang="en-US" sz="1500" kern="1200" dirty="0" err="1"/>
            <a:t>lạnh</a:t>
          </a:r>
          <a:r>
            <a:rPr lang="en-US" sz="1500" kern="1200" dirty="0"/>
            <a:t>, </a:t>
          </a:r>
          <a:r>
            <a:rPr lang="en-US" sz="1500" kern="1200" dirty="0" err="1"/>
            <a:t>giảm</a:t>
          </a:r>
          <a:r>
            <a:rPr lang="en-US" sz="1500" kern="1200" dirty="0"/>
            <a:t> </a:t>
          </a:r>
          <a:r>
            <a:rPr lang="en-US" sz="1500" kern="1200" dirty="0" err="1"/>
            <a:t>chí</a:t>
          </a:r>
          <a:r>
            <a:rPr lang="en-US" sz="1500" kern="1200" dirty="0"/>
            <a:t> </a:t>
          </a:r>
          <a:r>
            <a:rPr lang="en-US" sz="1500" kern="1200" dirty="0" err="1"/>
            <a:t>phí</a:t>
          </a:r>
          <a:r>
            <a:rPr lang="en-US" sz="1500" kern="1200" dirty="0"/>
            <a:t> </a:t>
          </a:r>
          <a:r>
            <a:rPr lang="en-US" sz="1500" kern="1200" dirty="0" err="1"/>
            <a:t>bảo</a:t>
          </a:r>
          <a:r>
            <a:rPr lang="en-US" sz="1500" kern="1200" dirty="0"/>
            <a:t> </a:t>
          </a:r>
          <a:r>
            <a:rPr lang="en-US" sz="1500" kern="1200" dirty="0" err="1"/>
            <a:t>trì</a:t>
          </a:r>
          <a:endParaRPr lang="en-US" sz="1500" kern="1200" dirty="0"/>
        </a:p>
      </dsp:txBody>
      <dsp:txXfrm>
        <a:off x="1023674" y="785857"/>
        <a:ext cx="4144382" cy="943993"/>
      </dsp:txXfrm>
    </dsp:sp>
    <dsp:sp modelId="{D185538A-959E-4004-B938-90DB79A8E3C6}">
      <dsp:nvSpPr>
        <dsp:cNvPr id="0" name=""/>
        <dsp:cNvSpPr/>
      </dsp:nvSpPr>
      <dsp:spPr>
        <a:xfrm>
          <a:off x="547306" y="585652"/>
          <a:ext cx="465156" cy="1815462"/>
        </a:xfrm>
        <a:custGeom>
          <a:avLst/>
          <a:gdLst/>
          <a:ahLst/>
          <a:cxnLst/>
          <a:rect l="0" t="0" r="0" b="0"/>
          <a:pathLst>
            <a:path>
              <a:moveTo>
                <a:pt x="0" y="0"/>
              </a:moveTo>
              <a:lnTo>
                <a:pt x="0" y="1815462"/>
              </a:lnTo>
              <a:lnTo>
                <a:pt x="465156" y="18154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747A2B-1F82-4CF2-A1FB-97D01867E9B4}">
      <dsp:nvSpPr>
        <dsp:cNvPr id="0" name=""/>
        <dsp:cNvSpPr/>
      </dsp:nvSpPr>
      <dsp:spPr>
        <a:xfrm>
          <a:off x="1012463" y="1994205"/>
          <a:ext cx="4171664" cy="8138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l" defTabSz="666750">
            <a:lnSpc>
              <a:spcPct val="90000"/>
            </a:lnSpc>
            <a:spcBef>
              <a:spcPct val="0"/>
            </a:spcBef>
            <a:spcAft>
              <a:spcPct val="35000"/>
            </a:spcAft>
            <a:buNone/>
          </a:pPr>
          <a:r>
            <a:rPr lang="en-US" sz="1500" kern="1200" dirty="0"/>
            <a:t>Khôi </a:t>
          </a:r>
          <a:r>
            <a:rPr lang="en-US" sz="1500" kern="1200" dirty="0" err="1"/>
            <a:t>phục</a:t>
          </a:r>
          <a:r>
            <a:rPr lang="en-US" sz="1500" kern="1200" dirty="0"/>
            <a:t> </a:t>
          </a:r>
          <a:r>
            <a:rPr lang="en-US" sz="1500" kern="1200" dirty="0" err="1"/>
            <a:t>thảm</a:t>
          </a:r>
          <a:r>
            <a:rPr lang="en-US" sz="1500" kern="1200" dirty="0"/>
            <a:t> </a:t>
          </a:r>
          <a:r>
            <a:rPr lang="en-US" sz="1500" kern="1200" dirty="0" err="1"/>
            <a:t>họa</a:t>
          </a:r>
          <a:r>
            <a:rPr lang="en-US" sz="1500" kern="1200" dirty="0"/>
            <a:t> </a:t>
          </a:r>
          <a:r>
            <a:rPr lang="en-US" sz="1500" kern="1200" dirty="0" err="1"/>
            <a:t>dễ</a:t>
          </a:r>
          <a:r>
            <a:rPr lang="en-US" sz="1500" kern="1200" dirty="0"/>
            <a:t> </a:t>
          </a:r>
          <a:r>
            <a:rPr lang="en-US" sz="1500" kern="1200" dirty="0" err="1"/>
            <a:t>dàng</a:t>
          </a:r>
          <a:r>
            <a:rPr lang="en-US" sz="1500" kern="1200" dirty="0"/>
            <a:t> </a:t>
          </a:r>
          <a:r>
            <a:rPr lang="en-US" sz="1500" kern="1200" dirty="0" err="1"/>
            <a:t>hơn</a:t>
          </a:r>
          <a:r>
            <a:rPr lang="en-US" sz="1500" kern="1200" dirty="0"/>
            <a:t>, </a:t>
          </a:r>
          <a:r>
            <a:rPr lang="en-US" sz="1500" kern="1200" dirty="0" err="1"/>
            <a:t>dễ</a:t>
          </a:r>
          <a:r>
            <a:rPr lang="en-US" sz="1500" kern="1200" dirty="0"/>
            <a:t> </a:t>
          </a:r>
          <a:r>
            <a:rPr lang="en-US" sz="1500" kern="1200" dirty="0" err="1"/>
            <a:t>sao</a:t>
          </a:r>
          <a:r>
            <a:rPr lang="en-US" sz="1500" kern="1200" dirty="0"/>
            <a:t> </a:t>
          </a:r>
          <a:r>
            <a:rPr lang="en-US" sz="1500" kern="1200" dirty="0" err="1"/>
            <a:t>lưu</a:t>
          </a:r>
          <a:r>
            <a:rPr lang="en-US" sz="1500" kern="1200" dirty="0"/>
            <a:t> </a:t>
          </a:r>
          <a:r>
            <a:rPr lang="en-US" sz="1500" kern="1200" dirty="0" err="1"/>
            <a:t>phục</a:t>
          </a:r>
          <a:r>
            <a:rPr lang="en-US" sz="1500" kern="1200" dirty="0"/>
            <a:t> </a:t>
          </a:r>
          <a:r>
            <a:rPr lang="en-US" sz="1500" kern="1200" dirty="0" err="1"/>
            <a:t>hồi</a:t>
          </a:r>
          <a:r>
            <a:rPr lang="en-US" sz="1500" kern="1200" dirty="0"/>
            <a:t> </a:t>
          </a:r>
          <a:r>
            <a:rPr lang="en-US" sz="1500" kern="1200" dirty="0" err="1"/>
            <a:t>và</a:t>
          </a:r>
          <a:r>
            <a:rPr lang="en-US" sz="1500" kern="1200" dirty="0"/>
            <a:t> </a:t>
          </a:r>
          <a:r>
            <a:rPr lang="en-US" sz="1500" kern="1200" dirty="0" err="1"/>
            <a:t>có</a:t>
          </a:r>
          <a:r>
            <a:rPr lang="en-US" sz="1500" kern="1200" dirty="0"/>
            <a:t> </a:t>
          </a:r>
          <a:r>
            <a:rPr lang="en-US" sz="1500" kern="1200" dirty="0" err="1"/>
            <a:t>thể</a:t>
          </a:r>
          <a:r>
            <a:rPr lang="en-US" sz="1500" kern="1200" dirty="0"/>
            <a:t> di </a:t>
          </a:r>
          <a:r>
            <a:rPr lang="en-US" sz="1500" kern="1200" dirty="0" err="1"/>
            <a:t>chuyển</a:t>
          </a:r>
          <a:r>
            <a:rPr lang="en-US" sz="1500" kern="1200" dirty="0"/>
            <a:t> </a:t>
          </a:r>
          <a:r>
            <a:rPr lang="en-US" sz="1500" kern="1200" dirty="0" err="1"/>
            <a:t>máy</a:t>
          </a:r>
          <a:r>
            <a:rPr lang="en-US" sz="1500" kern="1200" dirty="0"/>
            <a:t> </a:t>
          </a:r>
          <a:r>
            <a:rPr lang="en-US" sz="1500" kern="1200" dirty="0" err="1"/>
            <a:t>ảo</a:t>
          </a:r>
          <a:r>
            <a:rPr lang="en-US" sz="1500" kern="1200" dirty="0"/>
            <a:t> </a:t>
          </a:r>
          <a:r>
            <a:rPr lang="en-US" sz="1500" kern="1200" dirty="0" err="1"/>
            <a:t>dễ</a:t>
          </a:r>
          <a:r>
            <a:rPr lang="en-US" sz="1500" kern="1200" dirty="0"/>
            <a:t> </a:t>
          </a:r>
          <a:r>
            <a:rPr lang="en-US" sz="1500" kern="1200" dirty="0" err="1"/>
            <a:t>dàng</a:t>
          </a:r>
          <a:r>
            <a:rPr lang="en-US" sz="1500" kern="1200" dirty="0"/>
            <a:t> </a:t>
          </a:r>
          <a:r>
            <a:rPr lang="en-US" sz="1500" kern="1200" dirty="0" err="1"/>
            <a:t>giữa</a:t>
          </a:r>
          <a:r>
            <a:rPr lang="en-US" sz="1500" kern="1200" dirty="0"/>
            <a:t> </a:t>
          </a:r>
          <a:r>
            <a:rPr lang="en-US" sz="1500" kern="1200" dirty="0" err="1"/>
            <a:t>các</a:t>
          </a:r>
          <a:r>
            <a:rPr lang="en-US" sz="1500" kern="1200" dirty="0"/>
            <a:t> </a:t>
          </a:r>
          <a:r>
            <a:rPr lang="en-US" sz="1500" kern="1200" dirty="0" err="1"/>
            <a:t>máy</a:t>
          </a:r>
          <a:r>
            <a:rPr lang="en-US" sz="1500" kern="1200" dirty="0"/>
            <a:t> </a:t>
          </a:r>
          <a:r>
            <a:rPr lang="en-US" sz="1500" kern="1200" dirty="0" err="1"/>
            <a:t>chủ</a:t>
          </a:r>
          <a:endParaRPr lang="en-US" sz="1500" kern="1200" dirty="0"/>
        </a:p>
      </dsp:txBody>
      <dsp:txXfrm>
        <a:off x="1036299" y="2018041"/>
        <a:ext cx="4123992" cy="766148"/>
      </dsp:txXfrm>
    </dsp:sp>
    <dsp:sp modelId="{6EA190CA-6520-4FD4-97F1-D1C55F69D74F}">
      <dsp:nvSpPr>
        <dsp:cNvPr id="0" name=""/>
        <dsp:cNvSpPr/>
      </dsp:nvSpPr>
      <dsp:spPr>
        <a:xfrm>
          <a:off x="547306" y="585652"/>
          <a:ext cx="484879" cy="2762162"/>
        </a:xfrm>
        <a:custGeom>
          <a:avLst/>
          <a:gdLst/>
          <a:ahLst/>
          <a:cxnLst/>
          <a:rect l="0" t="0" r="0" b="0"/>
          <a:pathLst>
            <a:path>
              <a:moveTo>
                <a:pt x="0" y="0"/>
              </a:moveTo>
              <a:lnTo>
                <a:pt x="0" y="2762162"/>
              </a:lnTo>
              <a:lnTo>
                <a:pt x="484879" y="27621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CEFA87-2B0B-4473-98BB-125237AE4C7E}">
      <dsp:nvSpPr>
        <dsp:cNvPr id="0" name=""/>
        <dsp:cNvSpPr/>
      </dsp:nvSpPr>
      <dsp:spPr>
        <a:xfrm>
          <a:off x="1032185" y="3074583"/>
          <a:ext cx="4167919" cy="54646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l" defTabSz="666750">
            <a:lnSpc>
              <a:spcPct val="90000"/>
            </a:lnSpc>
            <a:spcBef>
              <a:spcPct val="0"/>
            </a:spcBef>
            <a:spcAft>
              <a:spcPct val="35000"/>
            </a:spcAft>
            <a:buNone/>
          </a:pPr>
          <a:r>
            <a:rPr lang="en-US" sz="1500" kern="1200" dirty="0" err="1"/>
            <a:t>Dễ</a:t>
          </a:r>
          <a:r>
            <a:rPr lang="en-US" sz="1500" kern="1200" dirty="0"/>
            <a:t> </a:t>
          </a:r>
          <a:r>
            <a:rPr lang="en-US" sz="1500" kern="1200" dirty="0" err="1"/>
            <a:t>dàng</a:t>
          </a:r>
          <a:r>
            <a:rPr lang="en-US" sz="1500" kern="1200" dirty="0"/>
            <a:t> </a:t>
          </a:r>
          <a:r>
            <a:rPr lang="en-US" sz="1500" kern="1200" dirty="0" err="1"/>
            <a:t>mở</a:t>
          </a:r>
          <a:r>
            <a:rPr lang="en-US" sz="1500" kern="1200" dirty="0"/>
            <a:t> </a:t>
          </a:r>
          <a:r>
            <a:rPr lang="en-US" sz="1500" kern="1200" dirty="0" err="1"/>
            <a:t>rộng</a:t>
          </a:r>
          <a:r>
            <a:rPr lang="en-US" sz="1500" kern="1200" dirty="0"/>
            <a:t> </a:t>
          </a:r>
          <a:r>
            <a:rPr lang="en-US" sz="1500" kern="1200" dirty="0" err="1"/>
            <a:t>phần</a:t>
          </a:r>
          <a:r>
            <a:rPr lang="en-US" sz="1500" kern="1200" dirty="0"/>
            <a:t> </a:t>
          </a:r>
          <a:r>
            <a:rPr lang="en-US" sz="1500" kern="1200" dirty="0" err="1"/>
            <a:t>cứng</a:t>
          </a:r>
          <a:r>
            <a:rPr lang="en-US" sz="1500" kern="1200" dirty="0"/>
            <a:t> </a:t>
          </a:r>
          <a:r>
            <a:rPr lang="en-US" sz="1500" kern="1200" dirty="0" err="1"/>
            <a:t>như</a:t>
          </a:r>
          <a:r>
            <a:rPr lang="en-US" sz="1500" kern="1200" dirty="0"/>
            <a:t> CPU, RAM, ổ </a:t>
          </a:r>
          <a:r>
            <a:rPr lang="en-US" sz="1500" kern="1200" dirty="0" err="1"/>
            <a:t>cứng</a:t>
          </a:r>
          <a:r>
            <a:rPr lang="en-US" sz="1500" kern="1200" dirty="0"/>
            <a:t> </a:t>
          </a:r>
          <a:r>
            <a:rPr lang="en-US" sz="1500" kern="1200" dirty="0" err="1"/>
            <a:t>khi</a:t>
          </a:r>
          <a:r>
            <a:rPr lang="en-US" sz="1500" kern="1200" dirty="0"/>
            <a:t> </a:t>
          </a:r>
          <a:r>
            <a:rPr lang="en-US" sz="1500" kern="1200" dirty="0" err="1"/>
            <a:t>có</a:t>
          </a:r>
          <a:r>
            <a:rPr lang="en-US" sz="1500" kern="1200" dirty="0"/>
            <a:t> </a:t>
          </a:r>
          <a:r>
            <a:rPr lang="en-US" sz="1500" kern="1200" dirty="0" err="1"/>
            <a:t>nhu</a:t>
          </a:r>
          <a:r>
            <a:rPr lang="en-US" sz="1500" kern="1200" dirty="0"/>
            <a:t> </a:t>
          </a:r>
          <a:r>
            <a:rPr lang="en-US" sz="1500" kern="1200" dirty="0" err="1"/>
            <a:t>cầu</a:t>
          </a:r>
          <a:endParaRPr lang="en-US" sz="1500" kern="1200" dirty="0"/>
        </a:p>
      </dsp:txBody>
      <dsp:txXfrm>
        <a:off x="1048190" y="3090588"/>
        <a:ext cx="4135909" cy="514453"/>
      </dsp:txXfrm>
    </dsp:sp>
    <dsp:sp modelId="{B2630D3B-C910-4F43-924B-09A67E99E09F}">
      <dsp:nvSpPr>
        <dsp:cNvPr id="0" name=""/>
        <dsp:cNvSpPr/>
      </dsp:nvSpPr>
      <dsp:spPr>
        <a:xfrm>
          <a:off x="547306" y="585652"/>
          <a:ext cx="456860" cy="3582190"/>
        </a:xfrm>
        <a:custGeom>
          <a:avLst/>
          <a:gdLst/>
          <a:ahLst/>
          <a:cxnLst/>
          <a:rect l="0" t="0" r="0" b="0"/>
          <a:pathLst>
            <a:path>
              <a:moveTo>
                <a:pt x="0" y="0"/>
              </a:moveTo>
              <a:lnTo>
                <a:pt x="0" y="3582190"/>
              </a:lnTo>
              <a:lnTo>
                <a:pt x="456860" y="358219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8D8601-F0E2-4F4C-9CB9-6633ECFAF659}">
      <dsp:nvSpPr>
        <dsp:cNvPr id="0" name=""/>
        <dsp:cNvSpPr/>
      </dsp:nvSpPr>
      <dsp:spPr>
        <a:xfrm>
          <a:off x="1004166" y="3842062"/>
          <a:ext cx="4194492" cy="65156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l" defTabSz="666750">
            <a:lnSpc>
              <a:spcPct val="90000"/>
            </a:lnSpc>
            <a:spcBef>
              <a:spcPct val="0"/>
            </a:spcBef>
            <a:spcAft>
              <a:spcPct val="35000"/>
            </a:spcAft>
            <a:buNone/>
          </a:pPr>
          <a:r>
            <a:rPr lang="en-US" sz="1500" kern="1200" dirty="0" err="1"/>
            <a:t>Quản</a:t>
          </a:r>
          <a:r>
            <a:rPr lang="en-US" sz="1500" kern="1200" dirty="0"/>
            <a:t> </a:t>
          </a:r>
          <a:r>
            <a:rPr lang="en-US" sz="1500" kern="1200" dirty="0" err="1"/>
            <a:t>lý</a:t>
          </a:r>
          <a:r>
            <a:rPr lang="en-US" sz="1500" kern="1200" dirty="0"/>
            <a:t> </a:t>
          </a:r>
          <a:r>
            <a:rPr lang="en-US" sz="1500" kern="1200" dirty="0" err="1"/>
            <a:t>tập</a:t>
          </a:r>
          <a:r>
            <a:rPr lang="en-US" sz="1500" kern="1200" dirty="0"/>
            <a:t> trung, </a:t>
          </a:r>
          <a:r>
            <a:rPr lang="en-US" sz="1500" kern="1200" dirty="0" err="1"/>
            <a:t>dễ</a:t>
          </a:r>
          <a:r>
            <a:rPr lang="en-US" sz="1500" kern="1200" dirty="0"/>
            <a:t> </a:t>
          </a:r>
          <a:r>
            <a:rPr lang="en-US" sz="1500" kern="1200" dirty="0" err="1"/>
            <a:t>dàng</a:t>
          </a:r>
          <a:r>
            <a:rPr lang="en-US" sz="1500" kern="1200" dirty="0"/>
            <a:t> </a:t>
          </a:r>
          <a:r>
            <a:rPr lang="en-US" sz="1500" kern="1200" dirty="0" err="1"/>
            <a:t>san</a:t>
          </a:r>
          <a:r>
            <a:rPr lang="en-US" sz="1500" kern="1200" dirty="0"/>
            <a:t> </a:t>
          </a:r>
          <a:r>
            <a:rPr lang="en-US" sz="1500" kern="1200" dirty="0" err="1"/>
            <a:t>sẻ</a:t>
          </a:r>
          <a:r>
            <a:rPr lang="en-US" sz="1500" kern="1200" dirty="0"/>
            <a:t> </a:t>
          </a:r>
          <a:r>
            <a:rPr lang="en-US" sz="1500" kern="1200" dirty="0" err="1"/>
            <a:t>tài</a:t>
          </a:r>
          <a:r>
            <a:rPr lang="en-US" sz="1500" kern="1200" dirty="0"/>
            <a:t> </a:t>
          </a:r>
          <a:r>
            <a:rPr lang="en-US" sz="1500" kern="1200" dirty="0" err="1"/>
            <a:t>nguyên</a:t>
          </a:r>
          <a:r>
            <a:rPr lang="en-US" sz="1500" kern="1200" dirty="0"/>
            <a:t> </a:t>
          </a:r>
          <a:r>
            <a:rPr lang="en-US" sz="1500" kern="1200" dirty="0" err="1"/>
            <a:t>giữa</a:t>
          </a:r>
          <a:r>
            <a:rPr lang="en-US" sz="1500" kern="1200" dirty="0"/>
            <a:t> </a:t>
          </a:r>
          <a:r>
            <a:rPr lang="en-US" sz="1500" kern="1200" dirty="0" err="1"/>
            <a:t>các</a:t>
          </a:r>
          <a:r>
            <a:rPr lang="en-US" sz="1500" kern="1200" dirty="0"/>
            <a:t> </a:t>
          </a:r>
          <a:r>
            <a:rPr lang="en-US" sz="1500" kern="1200" dirty="0" err="1"/>
            <a:t>máy</a:t>
          </a:r>
          <a:r>
            <a:rPr lang="en-US" sz="1500" kern="1200" dirty="0"/>
            <a:t> </a:t>
          </a:r>
          <a:r>
            <a:rPr lang="en-US" sz="1500" kern="1200" dirty="0" err="1"/>
            <a:t>ảo</a:t>
          </a:r>
          <a:r>
            <a:rPr lang="en-US" sz="1500" kern="1200" dirty="0"/>
            <a:t>, </a:t>
          </a:r>
          <a:r>
            <a:rPr lang="en-US" sz="1500" kern="1200" dirty="0" err="1"/>
            <a:t>bảo</a:t>
          </a:r>
          <a:r>
            <a:rPr lang="en-US" sz="1500" kern="1200" dirty="0"/>
            <a:t> </a:t>
          </a:r>
          <a:r>
            <a:rPr lang="en-US" sz="1500" kern="1200" dirty="0" err="1"/>
            <a:t>trì</a:t>
          </a:r>
          <a:r>
            <a:rPr lang="en-US" sz="1500" kern="1200" dirty="0"/>
            <a:t> </a:t>
          </a:r>
          <a:r>
            <a:rPr lang="en-US" sz="1500" kern="1200" dirty="0" err="1"/>
            <a:t>phần</a:t>
          </a:r>
          <a:r>
            <a:rPr lang="en-US" sz="1500" kern="1200" dirty="0"/>
            <a:t> </a:t>
          </a:r>
          <a:r>
            <a:rPr lang="en-US" sz="1500" kern="1200" dirty="0" err="1"/>
            <a:t>cứng</a:t>
          </a:r>
          <a:r>
            <a:rPr lang="en-US" sz="1500" kern="1200" dirty="0"/>
            <a:t> </a:t>
          </a:r>
          <a:r>
            <a:rPr lang="en-US" sz="1500" kern="1200" dirty="0" err="1"/>
            <a:t>dễ</a:t>
          </a:r>
          <a:r>
            <a:rPr lang="en-US" sz="1500" kern="1200" dirty="0"/>
            <a:t> </a:t>
          </a:r>
          <a:r>
            <a:rPr lang="en-US" sz="1500" kern="1200" dirty="0" err="1"/>
            <a:t>dàng</a:t>
          </a:r>
          <a:r>
            <a:rPr lang="en-US" sz="1500" kern="1200" dirty="0"/>
            <a:t> </a:t>
          </a:r>
        </a:p>
      </dsp:txBody>
      <dsp:txXfrm>
        <a:off x="1023250" y="3861146"/>
        <a:ext cx="4156324" cy="613395"/>
      </dsp:txXfrm>
    </dsp:sp>
    <dsp:sp modelId="{0D578B05-28B0-42DD-B589-CFD549A0B538}">
      <dsp:nvSpPr>
        <dsp:cNvPr id="0" name=""/>
        <dsp:cNvSpPr/>
      </dsp:nvSpPr>
      <dsp:spPr>
        <a:xfrm>
          <a:off x="5374415" y="0"/>
          <a:ext cx="4647479" cy="5846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44450" rIns="66675" bIns="44450" numCol="1" spcCol="1270" anchor="ctr" anchorCtr="0">
          <a:noAutofit/>
        </a:bodyPr>
        <a:lstStyle/>
        <a:p>
          <a:pPr marL="0" lvl="0" indent="0" algn="ctr" defTabSz="1555750">
            <a:lnSpc>
              <a:spcPct val="90000"/>
            </a:lnSpc>
            <a:spcBef>
              <a:spcPct val="0"/>
            </a:spcBef>
            <a:spcAft>
              <a:spcPct val="35000"/>
            </a:spcAft>
            <a:buNone/>
          </a:pPr>
          <a:r>
            <a:rPr lang="en-US" sz="3500" kern="1200" err="1"/>
            <a:t>Nhược</a:t>
          </a:r>
          <a:r>
            <a:rPr lang="en-US" sz="3500" kern="1200"/>
            <a:t> </a:t>
          </a:r>
          <a:r>
            <a:rPr lang="en-US" sz="3500" kern="1200" err="1"/>
            <a:t>điểm</a:t>
          </a:r>
          <a:endParaRPr lang="en-US" sz="3500" kern="1200"/>
        </a:p>
      </dsp:txBody>
      <dsp:txXfrm>
        <a:off x="5391539" y="17124"/>
        <a:ext cx="4613231" cy="550424"/>
      </dsp:txXfrm>
    </dsp:sp>
    <dsp:sp modelId="{B0FCCC3A-12AD-4C88-BFED-70878A774966}">
      <dsp:nvSpPr>
        <dsp:cNvPr id="0" name=""/>
        <dsp:cNvSpPr/>
      </dsp:nvSpPr>
      <dsp:spPr>
        <a:xfrm>
          <a:off x="5839163" y="584672"/>
          <a:ext cx="238191" cy="657433"/>
        </a:xfrm>
        <a:custGeom>
          <a:avLst/>
          <a:gdLst/>
          <a:ahLst/>
          <a:cxnLst/>
          <a:rect l="0" t="0" r="0" b="0"/>
          <a:pathLst>
            <a:path>
              <a:moveTo>
                <a:pt x="0" y="0"/>
              </a:moveTo>
              <a:lnTo>
                <a:pt x="0" y="657433"/>
              </a:lnTo>
              <a:lnTo>
                <a:pt x="238191" y="6574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61FCE5-AE8D-44DF-A23F-F401A6CA5427}">
      <dsp:nvSpPr>
        <dsp:cNvPr id="0" name=""/>
        <dsp:cNvSpPr/>
      </dsp:nvSpPr>
      <dsp:spPr>
        <a:xfrm>
          <a:off x="6077355" y="956036"/>
          <a:ext cx="4048519" cy="57213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l" defTabSz="666750">
            <a:lnSpc>
              <a:spcPct val="90000"/>
            </a:lnSpc>
            <a:spcBef>
              <a:spcPct val="0"/>
            </a:spcBef>
            <a:spcAft>
              <a:spcPct val="35000"/>
            </a:spcAft>
            <a:buNone/>
          </a:pPr>
          <a:r>
            <a:rPr lang="en-US" sz="1500" kern="1200" dirty="0" err="1"/>
            <a:t>Rủi</a:t>
          </a:r>
          <a:r>
            <a:rPr lang="en-US" sz="1500" kern="1200" dirty="0"/>
            <a:t> </a:t>
          </a:r>
          <a:r>
            <a:rPr lang="en-US" sz="1500" kern="1200" dirty="0" err="1"/>
            <a:t>ro</a:t>
          </a:r>
          <a:r>
            <a:rPr lang="en-US" sz="1500" kern="1200" dirty="0"/>
            <a:t> </a:t>
          </a:r>
          <a:r>
            <a:rPr lang="en-US" sz="1500" kern="1200" dirty="0" err="1"/>
            <a:t>lỗi</a:t>
          </a:r>
          <a:r>
            <a:rPr lang="en-US" sz="1500" kern="1200" dirty="0"/>
            <a:t> file </a:t>
          </a:r>
          <a:r>
            <a:rPr lang="en-US" sz="1500" kern="1200" dirty="0" err="1"/>
            <a:t>vmdk</a:t>
          </a:r>
          <a:r>
            <a:rPr lang="en-US" sz="1500" kern="1200" dirty="0"/>
            <a:t> </a:t>
          </a:r>
          <a:r>
            <a:rPr lang="en-US" sz="1500" kern="1200" dirty="0" err="1"/>
            <a:t>của</a:t>
          </a:r>
          <a:r>
            <a:rPr lang="en-US" sz="1500" kern="1200" dirty="0"/>
            <a:t> </a:t>
          </a:r>
          <a:r>
            <a:rPr lang="en-US" sz="1500" kern="1200" dirty="0" err="1"/>
            <a:t>máy</a:t>
          </a:r>
          <a:r>
            <a:rPr lang="en-US" sz="1500" kern="1200" dirty="0"/>
            <a:t> </a:t>
          </a:r>
          <a:r>
            <a:rPr lang="en-US" sz="1500" kern="1200" dirty="0" err="1"/>
            <a:t>ảo</a:t>
          </a:r>
          <a:r>
            <a:rPr lang="en-US" sz="1500" kern="1200" dirty="0"/>
            <a:t> </a:t>
          </a:r>
          <a:r>
            <a:rPr lang="en-US" sz="1500" kern="1200" dirty="0" err="1"/>
            <a:t>sẽ</a:t>
          </a:r>
          <a:r>
            <a:rPr lang="en-US" sz="1500" kern="1200" dirty="0"/>
            <a:t> </a:t>
          </a:r>
          <a:r>
            <a:rPr lang="en-US" sz="1500" kern="1200" dirty="0" err="1"/>
            <a:t>làm</a:t>
          </a:r>
          <a:r>
            <a:rPr lang="en-US" sz="1500" kern="1200" dirty="0"/>
            <a:t> </a:t>
          </a:r>
          <a:r>
            <a:rPr lang="en-US" sz="1500" kern="1200" dirty="0" err="1"/>
            <a:t>lỗi</a:t>
          </a:r>
          <a:r>
            <a:rPr lang="en-US" sz="1500" kern="1200" dirty="0"/>
            <a:t> </a:t>
          </a:r>
          <a:r>
            <a:rPr lang="en-US" sz="1500" kern="1200" dirty="0" err="1"/>
            <a:t>máy</a:t>
          </a:r>
          <a:r>
            <a:rPr lang="en-US" sz="1500" kern="1200" dirty="0"/>
            <a:t> </a:t>
          </a:r>
          <a:r>
            <a:rPr lang="en-US" sz="1500" kern="1200" dirty="0" err="1"/>
            <a:t>ảo</a:t>
          </a:r>
          <a:r>
            <a:rPr lang="en-US" sz="1500" kern="1200" dirty="0"/>
            <a:t> </a:t>
          </a:r>
          <a:r>
            <a:rPr lang="en-US" sz="1500" kern="1200" dirty="0" err="1"/>
            <a:t>hoàn</a:t>
          </a:r>
          <a:r>
            <a:rPr lang="en-US" sz="1500" kern="1200" dirty="0"/>
            <a:t> </a:t>
          </a:r>
          <a:r>
            <a:rPr lang="en-US" sz="1500" kern="1200" dirty="0" err="1"/>
            <a:t>toàn</a:t>
          </a:r>
          <a:r>
            <a:rPr lang="en-US" sz="1500" kern="1200" dirty="0"/>
            <a:t> </a:t>
          </a:r>
          <a:r>
            <a:rPr lang="en-US" sz="1500" kern="1200" dirty="0" err="1"/>
            <a:t>nếu</a:t>
          </a:r>
          <a:r>
            <a:rPr lang="en-US" sz="1500" kern="1200" dirty="0"/>
            <a:t> </a:t>
          </a:r>
          <a:r>
            <a:rPr lang="en-US" sz="1500" kern="1200" dirty="0" err="1"/>
            <a:t>không</a:t>
          </a:r>
          <a:r>
            <a:rPr lang="en-US" sz="1500" kern="1200" dirty="0"/>
            <a:t> </a:t>
          </a:r>
          <a:r>
            <a:rPr lang="en-US" sz="1500" kern="1200" dirty="0" err="1"/>
            <a:t>có</a:t>
          </a:r>
          <a:r>
            <a:rPr lang="en-US" sz="1500" kern="1200" dirty="0"/>
            <a:t> backup</a:t>
          </a:r>
        </a:p>
      </dsp:txBody>
      <dsp:txXfrm>
        <a:off x="6094112" y="972793"/>
        <a:ext cx="4015005" cy="538624"/>
      </dsp:txXfrm>
    </dsp:sp>
    <dsp:sp modelId="{492047C6-F29B-4189-A95D-1F28C53416C1}">
      <dsp:nvSpPr>
        <dsp:cNvPr id="0" name=""/>
        <dsp:cNvSpPr/>
      </dsp:nvSpPr>
      <dsp:spPr>
        <a:xfrm>
          <a:off x="5839163" y="584672"/>
          <a:ext cx="238191" cy="1725262"/>
        </a:xfrm>
        <a:custGeom>
          <a:avLst/>
          <a:gdLst/>
          <a:ahLst/>
          <a:cxnLst/>
          <a:rect l="0" t="0" r="0" b="0"/>
          <a:pathLst>
            <a:path>
              <a:moveTo>
                <a:pt x="0" y="0"/>
              </a:moveTo>
              <a:lnTo>
                <a:pt x="0" y="1725262"/>
              </a:lnTo>
              <a:lnTo>
                <a:pt x="238191" y="172526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C9F435-FE53-42B9-AA5F-E7EEC6A1D2A6}">
      <dsp:nvSpPr>
        <dsp:cNvPr id="0" name=""/>
        <dsp:cNvSpPr/>
      </dsp:nvSpPr>
      <dsp:spPr>
        <a:xfrm>
          <a:off x="6077355" y="1898557"/>
          <a:ext cx="4072152" cy="8227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l" defTabSz="666750">
            <a:lnSpc>
              <a:spcPct val="90000"/>
            </a:lnSpc>
            <a:spcBef>
              <a:spcPct val="0"/>
            </a:spcBef>
            <a:spcAft>
              <a:spcPct val="35000"/>
            </a:spcAft>
            <a:buNone/>
          </a:pPr>
          <a:r>
            <a:rPr lang="en-US" sz="1500" kern="1200" dirty="0" err="1"/>
            <a:t>Nếu</a:t>
          </a:r>
          <a:r>
            <a:rPr lang="en-US" sz="1500" kern="1200" dirty="0"/>
            <a:t> </a:t>
          </a:r>
          <a:r>
            <a:rPr lang="en-US" sz="1500" kern="1200" dirty="0" err="1"/>
            <a:t>tài</a:t>
          </a:r>
          <a:r>
            <a:rPr lang="en-US" sz="1500" kern="1200" dirty="0"/>
            <a:t> </a:t>
          </a:r>
          <a:r>
            <a:rPr lang="en-US" sz="1500" kern="1200" dirty="0" err="1"/>
            <a:t>nguyên</a:t>
          </a:r>
          <a:r>
            <a:rPr lang="en-US" sz="1500" kern="1200" dirty="0"/>
            <a:t> </a:t>
          </a:r>
          <a:r>
            <a:rPr lang="en-US" sz="1500" kern="1200" dirty="0" err="1"/>
            <a:t>phần</a:t>
          </a:r>
          <a:r>
            <a:rPr lang="en-US" sz="1500" kern="1200" dirty="0"/>
            <a:t> </a:t>
          </a:r>
          <a:r>
            <a:rPr lang="en-US" sz="1500" kern="1200" dirty="0" err="1"/>
            <a:t>cứng</a:t>
          </a:r>
          <a:r>
            <a:rPr lang="en-US" sz="1500" kern="1200" dirty="0"/>
            <a:t> </a:t>
          </a:r>
          <a:r>
            <a:rPr lang="en-US" sz="1500" kern="1200" dirty="0" err="1"/>
            <a:t>của</a:t>
          </a:r>
          <a:r>
            <a:rPr lang="en-US" sz="1500" kern="1200" dirty="0"/>
            <a:t> </a:t>
          </a:r>
          <a:r>
            <a:rPr lang="en-US" sz="1500" kern="1200" dirty="0" err="1"/>
            <a:t>máy</a:t>
          </a:r>
          <a:r>
            <a:rPr lang="en-US" sz="1500" kern="1200" dirty="0"/>
            <a:t> </a:t>
          </a:r>
          <a:r>
            <a:rPr lang="en-US" sz="1500" kern="1200" dirty="0" err="1"/>
            <a:t>chủ</a:t>
          </a:r>
          <a:r>
            <a:rPr lang="en-US" sz="1500" kern="1200" dirty="0"/>
            <a:t> </a:t>
          </a:r>
          <a:r>
            <a:rPr lang="en-US" sz="1500" kern="1200" dirty="0" err="1"/>
            <a:t>vật</a:t>
          </a:r>
          <a:r>
            <a:rPr lang="en-US" sz="1500" kern="1200" dirty="0"/>
            <a:t> </a:t>
          </a:r>
          <a:r>
            <a:rPr lang="en-US" sz="1500" kern="1200" dirty="0" err="1"/>
            <a:t>lý</a:t>
          </a:r>
          <a:r>
            <a:rPr lang="en-US" sz="1500" kern="1200" dirty="0"/>
            <a:t> </a:t>
          </a:r>
          <a:r>
            <a:rPr lang="en-US" sz="1500" kern="1200" dirty="0" err="1"/>
            <a:t>không</a:t>
          </a:r>
          <a:r>
            <a:rPr lang="en-US" sz="1500" kern="1200" dirty="0"/>
            <a:t> </a:t>
          </a:r>
          <a:r>
            <a:rPr lang="en-US" sz="1500" kern="1200" dirty="0" err="1"/>
            <a:t>đủ</a:t>
          </a:r>
          <a:r>
            <a:rPr lang="en-US" sz="1500" kern="1200" dirty="0"/>
            <a:t> </a:t>
          </a:r>
          <a:r>
            <a:rPr lang="en-US" sz="1500" kern="1200" dirty="0" err="1"/>
            <a:t>sẽ</a:t>
          </a:r>
          <a:r>
            <a:rPr lang="en-US" sz="1500" kern="1200" dirty="0"/>
            <a:t> </a:t>
          </a:r>
          <a:r>
            <a:rPr lang="en-US" sz="1500" kern="1200" dirty="0" err="1"/>
            <a:t>làm</a:t>
          </a:r>
          <a:r>
            <a:rPr lang="en-US" sz="1500" kern="1200" dirty="0"/>
            <a:t> </a:t>
          </a:r>
          <a:r>
            <a:rPr lang="en-US" sz="1500" kern="1200" dirty="0" err="1"/>
            <a:t>ảnh</a:t>
          </a:r>
          <a:r>
            <a:rPr lang="en-US" sz="1500" kern="1200" dirty="0"/>
            <a:t> </a:t>
          </a:r>
          <a:r>
            <a:rPr lang="en-US" sz="1500" kern="1200" dirty="0" err="1"/>
            <a:t>hưởng</a:t>
          </a:r>
          <a:r>
            <a:rPr lang="en-US" sz="1500" kern="1200" dirty="0"/>
            <a:t> performance </a:t>
          </a:r>
          <a:r>
            <a:rPr lang="en-US" sz="1500" kern="1200" dirty="0" err="1"/>
            <a:t>toàn</a:t>
          </a:r>
          <a:r>
            <a:rPr lang="en-US" sz="1500" kern="1200" dirty="0"/>
            <a:t> </a:t>
          </a:r>
          <a:r>
            <a:rPr lang="en-US" sz="1500" kern="1200" dirty="0" err="1"/>
            <a:t>bộ</a:t>
          </a:r>
          <a:r>
            <a:rPr lang="en-US" sz="1500" kern="1200" dirty="0"/>
            <a:t> </a:t>
          </a:r>
          <a:r>
            <a:rPr lang="en-US" sz="1500" kern="1200" dirty="0" err="1"/>
            <a:t>máy</a:t>
          </a:r>
          <a:r>
            <a:rPr lang="en-US" sz="1500" kern="1200" dirty="0"/>
            <a:t> </a:t>
          </a:r>
          <a:r>
            <a:rPr lang="en-US" sz="1500" kern="1200" dirty="0" err="1"/>
            <a:t>ảo</a:t>
          </a:r>
          <a:r>
            <a:rPr lang="en-US" sz="1500" kern="1200" dirty="0"/>
            <a:t> </a:t>
          </a:r>
          <a:r>
            <a:rPr lang="en-US" sz="1500" kern="1200" dirty="0" err="1"/>
            <a:t>trên</a:t>
          </a:r>
          <a:r>
            <a:rPr lang="en-US" sz="1500" kern="1200" dirty="0"/>
            <a:t> </a:t>
          </a:r>
          <a:r>
            <a:rPr lang="en-US" sz="1500" kern="1200" dirty="0" err="1"/>
            <a:t>nó</a:t>
          </a:r>
          <a:endParaRPr lang="en-US" sz="1500" kern="1200" dirty="0"/>
        </a:p>
      </dsp:txBody>
      <dsp:txXfrm>
        <a:off x="6101453" y="1922655"/>
        <a:ext cx="4023956" cy="774558"/>
      </dsp:txXfrm>
    </dsp:sp>
    <dsp:sp modelId="{CE36125D-4BD4-472D-9AC1-95D331169AC6}">
      <dsp:nvSpPr>
        <dsp:cNvPr id="0" name=""/>
        <dsp:cNvSpPr/>
      </dsp:nvSpPr>
      <dsp:spPr>
        <a:xfrm>
          <a:off x="5839163" y="584672"/>
          <a:ext cx="238191" cy="2876791"/>
        </a:xfrm>
        <a:custGeom>
          <a:avLst/>
          <a:gdLst/>
          <a:ahLst/>
          <a:cxnLst/>
          <a:rect l="0" t="0" r="0" b="0"/>
          <a:pathLst>
            <a:path>
              <a:moveTo>
                <a:pt x="0" y="0"/>
              </a:moveTo>
              <a:lnTo>
                <a:pt x="0" y="2876791"/>
              </a:lnTo>
              <a:lnTo>
                <a:pt x="238191" y="28767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ACFE97-E229-44AA-AB24-A46D5482B7B1}">
      <dsp:nvSpPr>
        <dsp:cNvPr id="0" name=""/>
        <dsp:cNvSpPr/>
      </dsp:nvSpPr>
      <dsp:spPr>
        <a:xfrm>
          <a:off x="6077355" y="3091695"/>
          <a:ext cx="4069000" cy="73953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l" defTabSz="666750">
            <a:lnSpc>
              <a:spcPct val="90000"/>
            </a:lnSpc>
            <a:spcBef>
              <a:spcPct val="0"/>
            </a:spcBef>
            <a:spcAft>
              <a:spcPct val="35000"/>
            </a:spcAft>
            <a:buNone/>
          </a:pPr>
          <a:r>
            <a:rPr lang="en-US" sz="1500" kern="1200" dirty="0" err="1"/>
            <a:t>Nếu</a:t>
          </a:r>
          <a:r>
            <a:rPr lang="en-US" sz="1500" kern="1200" dirty="0"/>
            <a:t> </a:t>
          </a:r>
          <a:r>
            <a:rPr lang="en-US" sz="1500" kern="1200" dirty="0" err="1"/>
            <a:t>máy</a:t>
          </a:r>
          <a:r>
            <a:rPr lang="en-US" sz="1500" kern="1200" dirty="0"/>
            <a:t> </a:t>
          </a:r>
          <a:r>
            <a:rPr lang="en-US" sz="1500" kern="1200" dirty="0" err="1"/>
            <a:t>chủ</a:t>
          </a:r>
          <a:r>
            <a:rPr lang="en-US" sz="1500" kern="1200" dirty="0"/>
            <a:t> </a:t>
          </a:r>
          <a:r>
            <a:rPr lang="en-US" sz="1500" kern="1200" dirty="0" err="1"/>
            <a:t>vật</a:t>
          </a:r>
          <a:r>
            <a:rPr lang="en-US" sz="1500" kern="1200" dirty="0"/>
            <a:t> </a:t>
          </a:r>
          <a:r>
            <a:rPr lang="en-US" sz="1500" kern="1200" dirty="0" err="1"/>
            <a:t>lý</a:t>
          </a:r>
          <a:r>
            <a:rPr lang="en-US" sz="1500" kern="1200" dirty="0"/>
            <a:t> </a:t>
          </a:r>
          <a:r>
            <a:rPr lang="en-US" sz="1500" kern="1200" dirty="0" err="1"/>
            <a:t>có</a:t>
          </a:r>
          <a:r>
            <a:rPr lang="en-US" sz="1500" kern="1200" dirty="0"/>
            <a:t> </a:t>
          </a:r>
          <a:r>
            <a:rPr lang="en-US" sz="1500" kern="1200" dirty="0" err="1"/>
            <a:t>vấn</a:t>
          </a:r>
          <a:r>
            <a:rPr lang="en-US" sz="1500" kern="1200" dirty="0"/>
            <a:t> </a:t>
          </a:r>
          <a:r>
            <a:rPr lang="en-US" sz="1500" kern="1200" dirty="0" err="1"/>
            <a:t>đề</a:t>
          </a:r>
          <a:r>
            <a:rPr lang="en-US" sz="1500" kern="1200" dirty="0"/>
            <a:t> </a:t>
          </a:r>
          <a:r>
            <a:rPr lang="en-US" sz="1500" kern="1200" dirty="0" err="1"/>
            <a:t>hư</a:t>
          </a:r>
          <a:r>
            <a:rPr lang="en-US" sz="1500" kern="1200" dirty="0"/>
            <a:t> </a:t>
          </a:r>
          <a:r>
            <a:rPr lang="en-US" sz="1500" kern="1200" dirty="0" err="1"/>
            <a:t>hỏng</a:t>
          </a:r>
          <a:r>
            <a:rPr lang="en-US" sz="1500" kern="1200" dirty="0"/>
            <a:t> hay </a:t>
          </a:r>
          <a:r>
            <a:rPr lang="en-US" sz="1500" kern="1200" dirty="0" err="1"/>
            <a:t>bảo</a:t>
          </a:r>
          <a:r>
            <a:rPr lang="en-US" sz="1500" kern="1200" dirty="0"/>
            <a:t> </a:t>
          </a:r>
          <a:r>
            <a:rPr lang="en-US" sz="1500" kern="1200" dirty="0" err="1"/>
            <a:t>mật</a:t>
          </a:r>
          <a:r>
            <a:rPr lang="en-US" sz="1500" kern="1200" dirty="0"/>
            <a:t> </a:t>
          </a:r>
          <a:r>
            <a:rPr lang="en-US" sz="1500" kern="1200" dirty="0" err="1"/>
            <a:t>thì</a:t>
          </a:r>
          <a:r>
            <a:rPr lang="en-US" sz="1500" kern="1200" dirty="0"/>
            <a:t> </a:t>
          </a:r>
          <a:r>
            <a:rPr lang="en-US" sz="1500" kern="1200" dirty="0" err="1"/>
            <a:t>toàn</a:t>
          </a:r>
          <a:r>
            <a:rPr lang="en-US" sz="1500" kern="1200" dirty="0"/>
            <a:t> </a:t>
          </a:r>
          <a:r>
            <a:rPr lang="en-US" sz="1500" kern="1200" dirty="0" err="1"/>
            <a:t>bộ</a:t>
          </a:r>
          <a:r>
            <a:rPr lang="en-US" sz="1500" kern="1200" dirty="0"/>
            <a:t> </a:t>
          </a:r>
          <a:r>
            <a:rPr lang="en-US" sz="1500" kern="1200" dirty="0" err="1"/>
            <a:t>máy</a:t>
          </a:r>
          <a:r>
            <a:rPr lang="en-US" sz="1500" kern="1200" dirty="0"/>
            <a:t> </a:t>
          </a:r>
          <a:r>
            <a:rPr lang="en-US" sz="1500" kern="1200" dirty="0" err="1"/>
            <a:t>ảo</a:t>
          </a:r>
          <a:r>
            <a:rPr lang="en-US" sz="1500" kern="1200" dirty="0"/>
            <a:t> </a:t>
          </a:r>
          <a:r>
            <a:rPr lang="en-US" sz="1500" kern="1200" dirty="0" err="1"/>
            <a:t>trên</a:t>
          </a:r>
          <a:r>
            <a:rPr lang="en-US" sz="1500" kern="1200" dirty="0"/>
            <a:t> </a:t>
          </a:r>
          <a:r>
            <a:rPr lang="en-US" sz="1500" kern="1200" dirty="0" err="1"/>
            <a:t>nó</a:t>
          </a:r>
          <a:r>
            <a:rPr lang="en-US" sz="1500" kern="1200" dirty="0"/>
            <a:t> </a:t>
          </a:r>
          <a:r>
            <a:rPr lang="en-US" sz="1500" kern="1200" dirty="0" err="1"/>
            <a:t>sẽ</a:t>
          </a:r>
          <a:r>
            <a:rPr lang="en-US" sz="1500" kern="1200" dirty="0"/>
            <a:t> </a:t>
          </a:r>
          <a:r>
            <a:rPr lang="en-US" sz="1500" kern="1200" dirty="0" err="1"/>
            <a:t>bị</a:t>
          </a:r>
          <a:r>
            <a:rPr lang="en-US" sz="1500" kern="1200" dirty="0"/>
            <a:t> </a:t>
          </a:r>
          <a:r>
            <a:rPr lang="en-US" sz="1500" kern="1200" dirty="0" err="1"/>
            <a:t>ảnh</a:t>
          </a:r>
          <a:r>
            <a:rPr lang="en-US" sz="1500" kern="1200" dirty="0"/>
            <a:t> </a:t>
          </a:r>
          <a:r>
            <a:rPr lang="en-US" sz="1500" kern="1200" dirty="0" err="1"/>
            <a:t>hưởng</a:t>
          </a:r>
          <a:endParaRPr lang="en-US" sz="1500" kern="1200" dirty="0"/>
        </a:p>
      </dsp:txBody>
      <dsp:txXfrm>
        <a:off x="6099015" y="3113355"/>
        <a:ext cx="4025680" cy="6962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EF0575-D4C5-4C77-8193-17A0154A6BCB}">
      <dsp:nvSpPr>
        <dsp:cNvPr id="0" name=""/>
        <dsp:cNvSpPr/>
      </dsp:nvSpPr>
      <dsp:spPr>
        <a:xfrm>
          <a:off x="0" y="507420"/>
          <a:ext cx="5419160" cy="5979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Montserrat" panose="00000500000000000000" pitchFamily="2" charset="0"/>
            </a:rPr>
            <a:t>Thick provisioned virtual disk</a:t>
          </a:r>
        </a:p>
      </dsp:txBody>
      <dsp:txXfrm>
        <a:off x="29191" y="536611"/>
        <a:ext cx="5360778" cy="539602"/>
      </dsp:txXfrm>
    </dsp:sp>
    <dsp:sp modelId="{6968C489-0293-4DDE-956F-1CD262C2426A}">
      <dsp:nvSpPr>
        <dsp:cNvPr id="0" name=""/>
        <dsp:cNvSpPr/>
      </dsp:nvSpPr>
      <dsp:spPr>
        <a:xfrm>
          <a:off x="0" y="1105404"/>
          <a:ext cx="5419160" cy="1379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058" tIns="22860" rIns="128016" bIns="22860" numCol="1" spcCol="1270" anchor="t" anchorCtr="0">
          <a:noAutofit/>
        </a:bodyPr>
        <a:lstStyle/>
        <a:p>
          <a:pPr marL="171450" lvl="1" indent="-171450" algn="l" defTabSz="800100">
            <a:lnSpc>
              <a:spcPct val="100000"/>
            </a:lnSpc>
            <a:spcBef>
              <a:spcPct val="0"/>
            </a:spcBef>
            <a:spcAft>
              <a:spcPct val="20000"/>
            </a:spcAft>
            <a:buChar char="•"/>
          </a:pP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tất</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cả</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gian</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đĩa</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khai</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báo</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đĩa</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171450" lvl="1" indent="-171450" algn="l" defTabSz="800100">
            <a:lnSpc>
              <a:spcPct val="100000"/>
            </a:lnSpc>
            <a:spcBef>
              <a:spcPct val="0"/>
            </a:spcBef>
            <a:spcAft>
              <a:spcPct val="20000"/>
            </a:spcAft>
            <a:buChar char="•"/>
          </a:pP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quan</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tâm</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lượng</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dữ</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liệu</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thực</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dùng</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Guest OS</a:t>
          </a:r>
        </a:p>
      </dsp:txBody>
      <dsp:txXfrm>
        <a:off x="0" y="1105404"/>
        <a:ext cx="5419160" cy="1379137"/>
      </dsp:txXfrm>
    </dsp:sp>
    <dsp:sp modelId="{075E3A7A-AE1F-4715-9FC0-BB34E28E1AF7}">
      <dsp:nvSpPr>
        <dsp:cNvPr id="0" name=""/>
        <dsp:cNvSpPr/>
      </dsp:nvSpPr>
      <dsp:spPr>
        <a:xfrm>
          <a:off x="0" y="2484542"/>
          <a:ext cx="5419160" cy="52653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Montserrat" panose="00000500000000000000" pitchFamily="2" charset="0"/>
            </a:rPr>
            <a:t>Thin provisioned virtual disk</a:t>
          </a:r>
        </a:p>
      </dsp:txBody>
      <dsp:txXfrm>
        <a:off x="25703" y="2510245"/>
        <a:ext cx="5367754" cy="475127"/>
      </dsp:txXfrm>
    </dsp:sp>
    <dsp:sp modelId="{F134F624-D0C9-479A-9070-0ABA49F06780}">
      <dsp:nvSpPr>
        <dsp:cNvPr id="0" name=""/>
        <dsp:cNvSpPr/>
      </dsp:nvSpPr>
      <dsp:spPr>
        <a:xfrm>
          <a:off x="0" y="3011075"/>
          <a:ext cx="5419160" cy="1379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058" tIns="22860" rIns="128016" bIns="22860" numCol="1" spcCol="1270" anchor="t" anchorCtr="0">
          <a:noAutofit/>
        </a:bodyPr>
        <a:lstStyle/>
        <a:p>
          <a:pPr marL="171450" lvl="1" indent="-171450" algn="l" defTabSz="800100">
            <a:lnSpc>
              <a:spcPct val="100000"/>
            </a:lnSpc>
            <a:spcBef>
              <a:spcPct val="0"/>
            </a:spcBef>
            <a:spcAft>
              <a:spcPct val="20000"/>
            </a:spcAft>
            <a:buChar char="•"/>
          </a:pP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Virtual disks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chỉ</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dung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lượng</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cần</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thiết</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chứa</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tệp</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hiện</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tại</a:t>
          </a:r>
          <a:endPar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171450" lvl="1" indent="-171450" algn="l" defTabSz="800100">
            <a:lnSpc>
              <a:spcPct val="100000"/>
            </a:lnSpc>
            <a:spcBef>
              <a:spcPct val="0"/>
            </a:spcBef>
            <a:spcAft>
              <a:spcPct val="20000"/>
            </a:spcAft>
            <a:buChar char="•"/>
          </a:pP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luôn</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nhìn</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thấy</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kích</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thước</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đĩa</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cấp</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phát</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đầy</a:t>
          </a:r>
          <a:r>
            <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8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đủ</a:t>
          </a:r>
          <a:endParaRPr lang="en-US" sz="18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dsp:txBody>
      <dsp:txXfrm>
        <a:off x="0" y="3011075"/>
        <a:ext cx="5419160" cy="13791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792EDD-46EF-4228-90E5-5215573C7A9B}">
      <dsp:nvSpPr>
        <dsp:cNvPr id="0" name=""/>
        <dsp:cNvSpPr/>
      </dsp:nvSpPr>
      <dsp:spPr>
        <a:xfrm>
          <a:off x="0" y="356330"/>
          <a:ext cx="7345915" cy="16868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0125" tIns="437388" rIns="570125"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Perfmon</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DLL</a:t>
          </a:r>
        </a:p>
        <a:p>
          <a:pPr marL="228600" lvl="1" indent="-228600" algn="l" defTabSz="933450">
            <a:lnSpc>
              <a:spcPct val="90000"/>
            </a:lnSpc>
            <a:spcBef>
              <a:spcPct val="0"/>
            </a:spcBef>
            <a:spcAft>
              <a:spcPct val="15000"/>
            </a:spcAft>
            <a:buChar char="•"/>
          </a:pP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Task manager</a:t>
          </a:r>
        </a:p>
        <a:p>
          <a:pPr marL="228600" lvl="1" indent="-228600" algn="l" defTabSz="933450">
            <a:lnSpc>
              <a:spcPct val="90000"/>
            </a:lnSpc>
            <a:spcBef>
              <a:spcPct val="0"/>
            </a:spcBef>
            <a:spcAft>
              <a:spcPct val="15000"/>
            </a:spcAft>
            <a:buChar char="•"/>
          </a:pP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Top command (Linux)</a:t>
          </a:r>
        </a:p>
      </dsp:txBody>
      <dsp:txXfrm>
        <a:off x="0" y="356330"/>
        <a:ext cx="7345915" cy="1686825"/>
      </dsp:txXfrm>
    </dsp:sp>
    <dsp:sp modelId="{73B94325-0FAF-4205-B819-FD29D44BEB29}">
      <dsp:nvSpPr>
        <dsp:cNvPr id="0" name=""/>
        <dsp:cNvSpPr/>
      </dsp:nvSpPr>
      <dsp:spPr>
        <a:xfrm>
          <a:off x="367295" y="46370"/>
          <a:ext cx="514214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61" tIns="0" rIns="194361" bIns="0" numCol="1" spcCol="1270" anchor="ctr" anchorCtr="0">
          <a:noAutofit/>
        </a:bodyPr>
        <a:lstStyle/>
        <a:p>
          <a:pPr marL="0" lvl="0" indent="0" algn="l" defTabSz="933450">
            <a:lnSpc>
              <a:spcPct val="90000"/>
            </a:lnSpc>
            <a:spcBef>
              <a:spcPct val="0"/>
            </a:spcBef>
            <a:spcAft>
              <a:spcPct val="35000"/>
            </a:spcAft>
            <a:buNone/>
          </a:pPr>
          <a:r>
            <a:rPr lang="en-US" sz="2100" kern="1200" dirty="0" err="1"/>
            <a:t>Công</a:t>
          </a:r>
          <a:r>
            <a:rPr lang="en-US" sz="2100" kern="1200" dirty="0"/>
            <a:t> </a:t>
          </a:r>
          <a:r>
            <a:rPr lang="en-US" sz="2100" kern="1200" dirty="0" err="1"/>
            <a:t>cụ</a:t>
          </a:r>
          <a:r>
            <a:rPr lang="en-US" sz="2100" kern="1200" dirty="0"/>
            <a:t> </a:t>
          </a:r>
          <a:r>
            <a:rPr lang="en-US" sz="2100" kern="1200" dirty="0" err="1"/>
            <a:t>trên</a:t>
          </a:r>
          <a:r>
            <a:rPr lang="en-US" sz="2100" kern="1200" dirty="0"/>
            <a:t> </a:t>
          </a:r>
          <a:r>
            <a:rPr lang="en-US" sz="2100" kern="1200" dirty="0" err="1"/>
            <a:t>hệ</a:t>
          </a:r>
          <a:r>
            <a:rPr lang="en-US" sz="2100" kern="1200" dirty="0"/>
            <a:t> điều hành </a:t>
          </a:r>
          <a:r>
            <a:rPr lang="en-US" sz="2100" kern="1200" dirty="0" err="1"/>
            <a:t>máy</a:t>
          </a:r>
          <a:r>
            <a:rPr lang="en-US" sz="2100" kern="1200" dirty="0"/>
            <a:t> </a:t>
          </a:r>
          <a:r>
            <a:rPr lang="en-US" sz="2100" kern="1200" dirty="0" err="1"/>
            <a:t>ảo</a:t>
          </a:r>
          <a:endParaRPr lang="en-US" sz="2100" kern="1200" dirty="0"/>
        </a:p>
      </dsp:txBody>
      <dsp:txXfrm>
        <a:off x="397557" y="76632"/>
        <a:ext cx="5081616" cy="559396"/>
      </dsp:txXfrm>
    </dsp:sp>
    <dsp:sp modelId="{7C822D38-F761-474B-AC5D-B6928155F29E}">
      <dsp:nvSpPr>
        <dsp:cNvPr id="0" name=""/>
        <dsp:cNvSpPr/>
      </dsp:nvSpPr>
      <dsp:spPr>
        <a:xfrm>
          <a:off x="0" y="2466515"/>
          <a:ext cx="7345915" cy="20837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0125" tIns="437388" rIns="570125"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vCenter Center performance chart</a:t>
          </a:r>
        </a:p>
        <a:p>
          <a:pPr marL="228600" lvl="1" indent="-228600" algn="l" defTabSz="933450">
            <a:lnSpc>
              <a:spcPct val="90000"/>
            </a:lnSpc>
            <a:spcBef>
              <a:spcPct val="0"/>
            </a:spcBef>
            <a:spcAft>
              <a:spcPct val="15000"/>
            </a:spcAft>
            <a:buChar char="•"/>
          </a:pP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vRealize</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Operations</a:t>
          </a:r>
        </a:p>
        <a:p>
          <a:pPr marL="228600" lvl="1" indent="-228600" algn="l" defTabSz="933450">
            <a:lnSpc>
              <a:spcPct val="90000"/>
            </a:lnSpc>
            <a:spcBef>
              <a:spcPct val="0"/>
            </a:spcBef>
            <a:spcAft>
              <a:spcPct val="15000"/>
            </a:spcAft>
            <a:buChar char="•"/>
          </a:pP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a:t>
          </a: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system log</a:t>
          </a:r>
        </a:p>
        <a:p>
          <a:pPr marL="228600" lvl="1" indent="-228600" algn="l" defTabSz="933450">
            <a:lnSpc>
              <a:spcPct val="90000"/>
            </a:lnSpc>
            <a:spcBef>
              <a:spcPct val="0"/>
            </a:spcBef>
            <a:spcAft>
              <a:spcPct val="15000"/>
            </a:spcAft>
            <a:buChar char="•"/>
          </a:pP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Resxtop</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esxtop</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trong</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2100" kern="12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sz="2100" kern="12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shell)</a:t>
          </a:r>
        </a:p>
      </dsp:txBody>
      <dsp:txXfrm>
        <a:off x="0" y="2466515"/>
        <a:ext cx="7345915" cy="2083725"/>
      </dsp:txXfrm>
    </dsp:sp>
    <dsp:sp modelId="{7EC94116-3038-4E98-BE69-E03AA7FB9561}">
      <dsp:nvSpPr>
        <dsp:cNvPr id="0" name=""/>
        <dsp:cNvSpPr/>
      </dsp:nvSpPr>
      <dsp:spPr>
        <a:xfrm>
          <a:off x="367295" y="2156556"/>
          <a:ext cx="514214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61" tIns="0" rIns="194361" bIns="0" numCol="1" spcCol="1270" anchor="ctr" anchorCtr="0">
          <a:noAutofit/>
        </a:bodyPr>
        <a:lstStyle/>
        <a:p>
          <a:pPr marL="0" lvl="0" indent="0" algn="l" defTabSz="933450">
            <a:lnSpc>
              <a:spcPct val="90000"/>
            </a:lnSpc>
            <a:spcBef>
              <a:spcPct val="0"/>
            </a:spcBef>
            <a:spcAft>
              <a:spcPct val="35000"/>
            </a:spcAft>
            <a:buNone/>
          </a:pPr>
          <a:r>
            <a:rPr lang="en-US" sz="2100" kern="1200" dirty="0" err="1"/>
            <a:t>Công</a:t>
          </a:r>
          <a:r>
            <a:rPr lang="en-US" sz="2100" kern="1200" dirty="0"/>
            <a:t> </a:t>
          </a:r>
          <a:r>
            <a:rPr lang="en-US" sz="2100" kern="1200" dirty="0" err="1"/>
            <a:t>cụ</a:t>
          </a:r>
          <a:r>
            <a:rPr lang="en-US" sz="2100" kern="1200" dirty="0"/>
            <a:t> </a:t>
          </a:r>
          <a:r>
            <a:rPr lang="en-US" sz="2100" kern="1200" dirty="0" err="1"/>
            <a:t>của</a:t>
          </a:r>
          <a:r>
            <a:rPr lang="en-US" sz="2100" kern="1200" dirty="0"/>
            <a:t> vSphere</a:t>
          </a:r>
        </a:p>
      </dsp:txBody>
      <dsp:txXfrm>
        <a:off x="397557" y="2186818"/>
        <a:ext cx="5081616" cy="559396"/>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6115C38-0CE6-62EB-4538-36FFA4ED3FB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2666534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96AD0-BCA8-4BE5-9FF3-034197B66861}" type="datetimeFigureOut">
              <a:rPr lang="en-US" smtClean="0"/>
              <a:t>07-01-2025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CE66BC-7C40-4782-966A-408D8EE74A14}" type="slidenum">
              <a:rPr lang="en-US" smtClean="0"/>
              <a:t>‹#›</a:t>
            </a:fld>
            <a:endParaRPr lang="en-US"/>
          </a:p>
        </p:txBody>
      </p:sp>
    </p:spTree>
    <p:extLst>
      <p:ext uri="{BB962C8B-B14F-4D97-AF65-F5344CB8AC3E}">
        <p14:creationId xmlns:p14="http://schemas.microsoft.com/office/powerpoint/2010/main" val="4243702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CE66BC-7C40-4782-966A-408D8EE74A14}" type="slidenum">
              <a:rPr lang="en-US" smtClean="0"/>
              <a:t>1</a:t>
            </a:fld>
            <a:endParaRPr lang="en-US"/>
          </a:p>
        </p:txBody>
      </p:sp>
    </p:spTree>
    <p:extLst>
      <p:ext uri="{BB962C8B-B14F-4D97-AF65-F5344CB8AC3E}">
        <p14:creationId xmlns:p14="http://schemas.microsoft.com/office/powerpoint/2010/main" val="3130844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96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1FC41-DDD6-40F2-A88E-1C74B29402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200" y="-533400"/>
            <a:ext cx="4318210" cy="2438400"/>
          </a:xfrm>
          <a:prstGeom prst="rect">
            <a:avLst/>
          </a:prstGeom>
        </p:spPr>
      </p:pic>
    </p:spTree>
    <p:extLst>
      <p:ext uri="{BB962C8B-B14F-4D97-AF65-F5344CB8AC3E}">
        <p14:creationId xmlns:p14="http://schemas.microsoft.com/office/powerpoint/2010/main" val="1804034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28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2" name="任意多边形 8">
            <a:extLst>
              <a:ext uri="{FF2B5EF4-FFF2-40B4-BE49-F238E27FC236}">
                <a16:creationId xmlns:a16="http://schemas.microsoft.com/office/drawing/2014/main" id="{102D3093-0848-42D6-9FCE-DAFE2C2586ED}"/>
              </a:ext>
            </a:extLst>
          </p:cNvPr>
          <p:cNvSpPr/>
          <p:nvPr userDrawn="1">
            <p:custDataLst>
              <p:tags r:id="rId1"/>
            </p:custDataLst>
          </p:nvPr>
        </p:nvSpPr>
        <p:spPr>
          <a:xfrm>
            <a:off x="0" y="327441"/>
            <a:ext cx="471803" cy="504784"/>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05F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3" name="Parallelogram 2">
            <a:extLst>
              <a:ext uri="{FF2B5EF4-FFF2-40B4-BE49-F238E27FC236}">
                <a16:creationId xmlns:a16="http://schemas.microsoft.com/office/drawing/2014/main" id="{31EACF68-EFC0-45AF-B833-5693E3AC4C5C}"/>
              </a:ext>
            </a:extLst>
          </p:cNvPr>
          <p:cNvSpPr/>
          <p:nvPr userDrawn="1"/>
        </p:nvSpPr>
        <p:spPr>
          <a:xfrm flipH="1">
            <a:off x="296894" y="327441"/>
            <a:ext cx="349818" cy="504784"/>
          </a:xfrm>
          <a:prstGeom prst="parallelogram">
            <a:avLst>
              <a:gd name="adj" fmla="val 68272"/>
            </a:avLst>
          </a:prstGeom>
          <a:solidFill>
            <a:srgbClr val="005F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arallelogram 3">
            <a:extLst>
              <a:ext uri="{FF2B5EF4-FFF2-40B4-BE49-F238E27FC236}">
                <a16:creationId xmlns:a16="http://schemas.microsoft.com/office/drawing/2014/main" id="{B3B2BABD-6025-4A93-B882-E82BFB417072}"/>
              </a:ext>
            </a:extLst>
          </p:cNvPr>
          <p:cNvSpPr/>
          <p:nvPr userDrawn="1"/>
        </p:nvSpPr>
        <p:spPr>
          <a:xfrm flipH="1">
            <a:off x="471803" y="327441"/>
            <a:ext cx="349818" cy="504784"/>
          </a:xfrm>
          <a:prstGeom prst="parallelogram">
            <a:avLst>
              <a:gd name="adj" fmla="val 68272"/>
            </a:avLst>
          </a:prstGeom>
          <a:solidFill>
            <a:srgbClr val="005F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202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任意多边形 8">
            <a:extLst>
              <a:ext uri="{FF2B5EF4-FFF2-40B4-BE49-F238E27FC236}">
                <a16:creationId xmlns:a16="http://schemas.microsoft.com/office/drawing/2014/main" id="{5FDBC340-DDD7-4EAB-94F5-5866C19C42CC}"/>
              </a:ext>
            </a:extLst>
          </p:cNvPr>
          <p:cNvSpPr/>
          <p:nvPr userDrawn="1">
            <p:custDataLst>
              <p:tags r:id="rId1"/>
            </p:custDataLst>
          </p:nvPr>
        </p:nvSpPr>
        <p:spPr>
          <a:xfrm>
            <a:off x="0" y="327441"/>
            <a:ext cx="471803" cy="504784"/>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005F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noAutofit/>
          </a:bodyPr>
          <a:lstStyle/>
          <a:p>
            <a:pPr algn="ctr"/>
            <a:endParaRPr lang="zh-CN" altLang="en-US" sz="1400">
              <a:solidFill>
                <a:srgbClr val="7EC234"/>
              </a:solidFill>
              <a:latin typeface="Arial" panose="020B0604020202020204" pitchFamily="34" charset="0"/>
              <a:ea typeface="微软雅黑" panose="020B0503020204020204" charset="-122"/>
              <a:sym typeface="Arial" panose="020B0604020202020204" pitchFamily="34" charset="0"/>
            </a:endParaRPr>
          </a:p>
        </p:txBody>
      </p:sp>
      <p:sp>
        <p:nvSpPr>
          <p:cNvPr id="8" name="Parallelogram 7">
            <a:extLst>
              <a:ext uri="{FF2B5EF4-FFF2-40B4-BE49-F238E27FC236}">
                <a16:creationId xmlns:a16="http://schemas.microsoft.com/office/drawing/2014/main" id="{41F333C3-2EC3-4CF6-8AF2-EE1E62085DDE}"/>
              </a:ext>
            </a:extLst>
          </p:cNvPr>
          <p:cNvSpPr/>
          <p:nvPr userDrawn="1"/>
        </p:nvSpPr>
        <p:spPr>
          <a:xfrm flipH="1">
            <a:off x="296894" y="327441"/>
            <a:ext cx="349818" cy="504784"/>
          </a:xfrm>
          <a:prstGeom prst="parallelogram">
            <a:avLst>
              <a:gd name="adj" fmla="val 68272"/>
            </a:avLst>
          </a:prstGeom>
          <a:solidFill>
            <a:srgbClr val="005F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0834C6D3-0AA9-41A2-B26E-D380A04272A5}"/>
              </a:ext>
            </a:extLst>
          </p:cNvPr>
          <p:cNvSpPr/>
          <p:nvPr userDrawn="1"/>
        </p:nvSpPr>
        <p:spPr>
          <a:xfrm flipH="1">
            <a:off x="471803" y="327441"/>
            <a:ext cx="349818" cy="504784"/>
          </a:xfrm>
          <a:prstGeom prst="parallelogram">
            <a:avLst>
              <a:gd name="adj" fmla="val 68272"/>
            </a:avLst>
          </a:prstGeom>
          <a:solidFill>
            <a:srgbClr val="005F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740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5C8BC-CF44-4FCD-ACB9-6C06E1FD0D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E26985-A785-4717-80AD-9B8D8F5B8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30C20EA2-78ED-4391-B2FB-25000FDBCAA6}"/>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4275132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F1648-7584-4AEA-8C77-7809A781D6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69EACA-EA18-4330-8E00-A6EE638C59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741BCD-3A1F-4F81-8567-C86538D04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54ADCBC-3C3A-4256-87D5-D0D9AF50D871}"/>
              </a:ext>
            </a:extLst>
          </p:cNvPr>
          <p:cNvSpPr>
            <a:spLocks noGrp="1"/>
          </p:cNvSpPr>
          <p:nvPr>
            <p:ph type="sldNum" sz="quarter" idx="12"/>
          </p:nvPr>
        </p:nvSpPr>
        <p:spPr/>
        <p:txBody>
          <a:bodyPr/>
          <a:lstStyle/>
          <a:p>
            <a:fld id="{17F55963-6440-4C45-BA09-4E6A99D1BBE0}" type="slidenum">
              <a:rPr lang="en-US" smtClean="0"/>
              <a:t>‹#›</a:t>
            </a:fld>
            <a:endParaRPr lang="en-US"/>
          </a:p>
        </p:txBody>
      </p:sp>
    </p:spTree>
    <p:extLst>
      <p:ext uri="{BB962C8B-B14F-4D97-AF65-F5344CB8AC3E}">
        <p14:creationId xmlns:p14="http://schemas.microsoft.com/office/powerpoint/2010/main" val="386623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9Slide.vn - 2019">
            <a:extLst>
              <a:ext uri="{FF2B5EF4-FFF2-40B4-BE49-F238E27FC236}">
                <a16:creationId xmlns:a16="http://schemas.microsoft.com/office/drawing/2014/main" id="{EC0F810A-D62D-47D5-89E9-3550C6247D82}"/>
              </a:ext>
            </a:extLst>
          </p:cNvPr>
          <p:cNvSpPr txBox="1"/>
          <p:nvPr userDrawn="1"/>
        </p:nvSpPr>
        <p:spPr>
          <a:xfrm>
            <a:off x="0" y="-879277"/>
            <a:ext cx="12192000" cy="307777"/>
          </a:xfrm>
          <a:prstGeom prst="rect">
            <a:avLst/>
          </a:prstGeom>
          <a:noFill/>
        </p:spPr>
        <p:txBody>
          <a:bodyPr vert="horz" wrap="none" lIns="0" tIns="0" rIns="0" bIns="0" rtlCol="0">
            <a:spAutoFit/>
          </a:bodyPr>
          <a:lstStyle/>
          <a:p>
            <a:pPr algn="ctr"/>
            <a:r>
              <a:rPr lang="en-US" sz="2000">
                <a:solidFill>
                  <a:srgbClr val="C3C3C3"/>
                </a:solidFill>
              </a:rPr>
              <a:t>www.9slide.vn</a:t>
            </a:r>
          </a:p>
        </p:txBody>
      </p:sp>
      <p:sp>
        <p:nvSpPr>
          <p:cNvPr id="2" name="Title Placeholder 1">
            <a:extLst>
              <a:ext uri="{FF2B5EF4-FFF2-40B4-BE49-F238E27FC236}">
                <a16:creationId xmlns:a16="http://schemas.microsoft.com/office/drawing/2014/main" id="{76CB0E7E-7BDA-4369-B06E-95E5B313A5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F2DE87-7D95-4722-9EE5-248D158C7F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B30118F-80C4-4861-A4D3-A50D382E7D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F55963-6440-4C45-BA09-4E6A99D1BBE0}" type="slidenum">
              <a:rPr lang="en-US" smtClean="0"/>
              <a:t>‹#›</a:t>
            </a:fld>
            <a:endParaRPr lang="en-US"/>
          </a:p>
        </p:txBody>
      </p:sp>
      <p:sp>
        <p:nvSpPr>
          <p:cNvPr id="7" name="Oval 6">
            <a:extLst>
              <a:ext uri="{FF2B5EF4-FFF2-40B4-BE49-F238E27FC236}">
                <a16:creationId xmlns:a16="http://schemas.microsoft.com/office/drawing/2014/main" id="{38D51644-545E-44E3-BC6E-2AD8AC8B2625}"/>
              </a:ext>
            </a:extLst>
          </p:cNvPr>
          <p:cNvSpPr/>
          <p:nvPr userDrawn="1"/>
        </p:nvSpPr>
        <p:spPr>
          <a:xfrm>
            <a:off x="-23164800" y="-13030200"/>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1B1CA3B-4E43-438A-9AA3-C4D817313CF4}"/>
              </a:ext>
            </a:extLst>
          </p:cNvPr>
          <p:cNvSpPr/>
          <p:nvPr userDrawn="1"/>
        </p:nvSpPr>
        <p:spPr>
          <a:xfrm>
            <a:off x="34961779" y="-13030200"/>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3004496-AE44-4F53-BEA8-30179F68F210}"/>
              </a:ext>
            </a:extLst>
          </p:cNvPr>
          <p:cNvSpPr/>
          <p:nvPr userDrawn="1"/>
        </p:nvSpPr>
        <p:spPr>
          <a:xfrm>
            <a:off x="34961779" y="19493179"/>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4C10C7B-BAE9-4433-8761-500EAC3C28A0}"/>
              </a:ext>
            </a:extLst>
          </p:cNvPr>
          <p:cNvSpPr/>
          <p:nvPr userDrawn="1"/>
        </p:nvSpPr>
        <p:spPr>
          <a:xfrm>
            <a:off x="-23164800" y="19493179"/>
            <a:ext cx="395021" cy="39502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D0CE00B-B040-4546-AF5D-EEF96AA126B0}"/>
              </a:ext>
            </a:extLst>
          </p:cNvPr>
          <p:cNvGrpSpPr>
            <a:grpSpLocks noGrp="1" noSelect="1" noRot="1" noMove="1" noResize="1"/>
          </p:cNvGrpSpPr>
          <p:nvPr userDrawn="1">
            <p:custDataLst>
              <p:tags r:id="rId9"/>
            </p:custDataLst>
          </p:nvPr>
        </p:nvGrpSpPr>
        <p:grpSpPr>
          <a:xfrm>
            <a:off x="-2202100" y="-2224223"/>
            <a:ext cx="16596200" cy="11284323"/>
            <a:chOff x="-2202100" y="-2224223"/>
            <a:chExt cx="16596200" cy="11284323"/>
          </a:xfrm>
        </p:grpSpPr>
        <p:sp>
          <p:nvSpPr>
            <p:cNvPr id="12" name="Rectangle 11">
              <a:extLst>
                <a:ext uri="{FF2B5EF4-FFF2-40B4-BE49-F238E27FC236}">
                  <a16:creationId xmlns:a16="http://schemas.microsoft.com/office/drawing/2014/main" id="{AA423BDB-6737-4700-9989-01683A4147DA}"/>
                </a:ext>
              </a:extLst>
            </p:cNvPr>
            <p:cNvSpPr/>
            <p:nvPr/>
          </p:nvSpPr>
          <p:spPr>
            <a:xfrm>
              <a:off x="4851540" y="8494776"/>
              <a:ext cx="2488920" cy="565324"/>
            </a:xfrm>
            <a:prstGeom prst="rect">
              <a:avLst/>
            </a:prstGeom>
            <a:noFill/>
            <a:ln w="2159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391E50D3-44ED-477F-84FB-1E24BC65ED8F}"/>
                </a:ext>
              </a:extLst>
            </p:cNvPr>
            <p:cNvSpPr txBox="1"/>
            <p:nvPr/>
          </p:nvSpPr>
          <p:spPr>
            <a:xfrm>
              <a:off x="5006988" y="8647176"/>
              <a:ext cx="2178025" cy="260524"/>
            </a:xfrm>
            <a:custGeom>
              <a:avLst/>
              <a:gdLst/>
              <a:ahLst/>
              <a:cxnLst/>
              <a:rect l="l" t="t" r="r" b="b"/>
              <a:pathLst>
                <a:path w="2178025" h="260524">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chemeClr val="bg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700">
                <a:solidFill>
                  <a:schemeClr val="bg1">
                    <a:lumMod val="75000"/>
                  </a:schemeClr>
                </a:solidFill>
                <a:latin typeface="#9Slide02 Noi dung dai" panose="02000000000000000000" pitchFamily="2" charset="0"/>
                <a:ea typeface="#9Slide02 Noi dung dai" panose="02000000000000000000" pitchFamily="2" charset="0"/>
              </a:endParaRPr>
            </a:p>
          </p:txBody>
        </p:sp>
        <p:sp>
          <p:nvSpPr>
            <p:cNvPr id="14" name="Rectangle 13">
              <a:extLst>
                <a:ext uri="{FF2B5EF4-FFF2-40B4-BE49-F238E27FC236}">
                  <a16:creationId xmlns:a16="http://schemas.microsoft.com/office/drawing/2014/main" id="{52465F73-4B27-4C0F-9B02-510C8E083EB6}"/>
                </a:ext>
              </a:extLst>
            </p:cNvPr>
            <p:cNvSpPr/>
            <p:nvPr/>
          </p:nvSpPr>
          <p:spPr>
            <a:xfrm>
              <a:off x="-2202100" y="-2224223"/>
              <a:ext cx="16596200" cy="112843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descr="Logo&#10;&#10;Description automatically generated">
            <a:extLst>
              <a:ext uri="{FF2B5EF4-FFF2-40B4-BE49-F238E27FC236}">
                <a16:creationId xmlns:a16="http://schemas.microsoft.com/office/drawing/2014/main" id="{5F94AEA7-7737-114D-8283-C2D7CCF5BC05}"/>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52400" y="5795394"/>
            <a:ext cx="2743200" cy="1465364"/>
          </a:xfrm>
          <a:prstGeom prst="rect">
            <a:avLst/>
          </a:prstGeom>
        </p:spPr>
      </p:pic>
      <p:pic>
        <p:nvPicPr>
          <p:cNvPr id="19" name="Picture 18" descr="Logo&#10;&#10;Description automatically generated">
            <a:extLst>
              <a:ext uri="{FF2B5EF4-FFF2-40B4-BE49-F238E27FC236}">
                <a16:creationId xmlns:a16="http://schemas.microsoft.com/office/drawing/2014/main" id="{51233827-C8C4-1603-086B-A24CC9874BA5}"/>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2133600" y="6195142"/>
            <a:ext cx="2097294" cy="526333"/>
          </a:xfrm>
          <a:prstGeom prst="rect">
            <a:avLst/>
          </a:prstGeom>
        </p:spPr>
      </p:pic>
    </p:spTree>
    <p:extLst>
      <p:ext uri="{BB962C8B-B14F-4D97-AF65-F5344CB8AC3E}">
        <p14:creationId xmlns:p14="http://schemas.microsoft.com/office/powerpoint/2010/main" val="4018146389"/>
      </p:ext>
    </p:extLst>
  </p:cSld>
  <p:clrMap bg1="lt1" tx1="dk1" bg2="lt2" tx2="dk2" accent1="accent1" accent2="accent2" accent3="accent3" accent4="accent4" accent5="accent5" accent6="accent6" hlink="hlink" folHlink="folHlink"/>
  <p:sldLayoutIdLst>
    <p:sldLayoutId id="2147483655" r:id="rId1"/>
    <p:sldLayoutId id="2147483657" r:id="rId2"/>
    <p:sldLayoutId id="2147483654" r:id="rId3"/>
    <p:sldLayoutId id="2147483658" r:id="rId4"/>
    <p:sldLayoutId id="2147483649" r:id="rId5"/>
    <p:sldLayoutId id="2147483650" r:id="rId6"/>
    <p:sldLayoutId id="214748365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jpe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texamviet.com/wp-content/uploads/2021/08/Pasted-into-Gioi-thieu-vSphere-va-Software-Defined-Data-Center-3.png"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hyperlink" Target="https://vietnix.vn/vmware-esxi-la-gi/"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itexamviet.com/wp-content/uploads/2021/08/Pasted-into-Gioi-thieu-vSphere-va-Software-Defined-Data-Center-6.png"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itexamviet.com/wp-content/uploads/2021/08/Pasted-into-vCenter-Server.png"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itexamviet.com/wp-content/uploads/2021/08/Pasted-into-vCenter-Server-6.png" TargetMode="Externa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hyperlink" Target="https://itexamviet.com/wp-content/uploads/2021/08/Pasted-into-vCenter-Server-11.png"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itexamviet.com/wp-content/uploads/2021/08/Pasted-into-Gioi-thieu-vSphere-va-Software-Defined-Data-Center-13.png"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itexamviet.com/wp-content/uploads/2021/08/Pasted-into-vCenter-Server-15.png"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itexamviet.com/wp-content/uploads/2021/08/Pasted-into-May-ao-Virtual-Machine.png" TargetMode="Externa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4.xml"/><Relationship Id="rId1" Type="http://schemas.openxmlformats.org/officeDocument/2006/relationships/themeOverride" Target="../theme/themeOverride1.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itexamviet.com/wp-content/uploads/2021/08/Pasted-into-May-ao-Virtual-Machine-4.png" TargetMode="Externa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itexamviet.com/wp-content/uploads/2021/08/Pasted-into-May-ao-Virtual-Machine-7.png" TargetMode="Externa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hyperlink" Target="https://itexamviet.com/wp-content/uploads/2021/08/Pasted-into-May-ao-Virtual-Machine-6.png"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9.png"/><Relationship Id="rId7" Type="http://schemas.openxmlformats.org/officeDocument/2006/relationships/diagramColors" Target="../diagrams/colors5.xml"/><Relationship Id="rId2" Type="http://schemas.openxmlformats.org/officeDocument/2006/relationships/hyperlink" Target="https://itexamviet.com/wp-content/uploads/2021/08/Pasted-into-May-ao-Virtual-Machine-10.png" TargetMode="External"/><Relationship Id="rId1" Type="http://schemas.openxmlformats.org/officeDocument/2006/relationships/slideLayout" Target="../slideLayouts/slideLayout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itexamviet.com/wp-content/uploads/2021/08/Pasted-into-May-ao-Virtual-Machine-11.png" TargetMode="Externa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itexamviet.com/wp-content/uploads/2021/08/Pasted-into-May-ao-Virtual-Machine-12.png"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ABBBC3-334E-4B21-A706-CA637170B012}"/>
              </a:ext>
            </a:extLst>
          </p:cNvPr>
          <p:cNvSpPr>
            <a:spLocks noGrp="1"/>
          </p:cNvSpPr>
          <p:nvPr>
            <p:ph type="sldNum" sz="quarter" idx="4294967295"/>
          </p:nvPr>
        </p:nvSpPr>
        <p:spPr>
          <a:xfrm>
            <a:off x="9448800" y="6356350"/>
            <a:ext cx="2743200" cy="365125"/>
          </a:xfrm>
        </p:spPr>
        <p:txBody>
          <a:bodyPr/>
          <a:lstStyle/>
          <a:p>
            <a:fld id="{17F55963-6440-4C45-BA09-4E6A99D1BBE0}" type="slidenum">
              <a:rPr lang="en-US" smtClean="0"/>
              <a:t>1</a:t>
            </a:fld>
            <a:endParaRPr lang="en-US" dirty="0"/>
          </a:p>
        </p:txBody>
      </p:sp>
      <p:sp>
        <p:nvSpPr>
          <p:cNvPr id="4" name="TextBox 3">
            <a:extLst>
              <a:ext uri="{FF2B5EF4-FFF2-40B4-BE49-F238E27FC236}">
                <a16:creationId xmlns:a16="http://schemas.microsoft.com/office/drawing/2014/main" id="{EDC0F683-0B08-7C19-92BF-28C040232C5D}"/>
              </a:ext>
            </a:extLst>
          </p:cNvPr>
          <p:cNvSpPr txBox="1"/>
          <p:nvPr/>
        </p:nvSpPr>
        <p:spPr>
          <a:xfrm>
            <a:off x="16565" y="2138479"/>
            <a:ext cx="12191998" cy="1600438"/>
          </a:xfrm>
          <a:prstGeom prst="rect">
            <a:avLst/>
          </a:prstGeom>
          <a:solidFill>
            <a:schemeClr val="bg1">
              <a:lumMod val="85000"/>
              <a:alpha val="40000"/>
            </a:schemeClr>
          </a:solidFill>
        </p:spPr>
        <p:txBody>
          <a:bodyPr wrap="square" rtlCol="0" anchor="ctr">
            <a:spAutoFit/>
          </a:bodyPr>
          <a:lstStyle/>
          <a:p>
            <a:pPr algn="ctr"/>
            <a:r>
              <a:rPr lang="en-US" sz="4400" b="1" dirty="0">
                <a:solidFill>
                  <a:srgbClr val="FFFF00"/>
                </a:solidFill>
                <a:effectLst>
                  <a:outerShdw blurRad="38100" dist="38100" dir="2700000" algn="tl">
                    <a:srgbClr val="000000">
                      <a:alpha val="43137"/>
                    </a:srgbClr>
                  </a:outerShdw>
                </a:effectLst>
                <a:latin typeface="Times" panose="02020603050405020304" pitchFamily="18" charset="0"/>
                <a:ea typeface="Tahoma" pitchFamily="34" charset="0"/>
                <a:cs typeface="Times" panose="02020603050405020304" pitchFamily="18" charset="0"/>
              </a:rPr>
              <a:t>BÀI GIẢNG</a:t>
            </a:r>
            <a:endParaRPr lang="en-US" sz="5400" b="1" dirty="0">
              <a:solidFill>
                <a:schemeClr val="bg1"/>
              </a:solidFill>
              <a:effectLst>
                <a:outerShdw blurRad="38100" dist="38100" dir="2700000" algn="tl">
                  <a:srgbClr val="000000">
                    <a:alpha val="43137"/>
                  </a:srgbClr>
                </a:outerShdw>
              </a:effectLst>
              <a:latin typeface="Times" panose="02020603050405020304" pitchFamily="18" charset="0"/>
              <a:ea typeface="Tahoma" pitchFamily="34" charset="0"/>
              <a:cs typeface="Times" panose="02020603050405020304" pitchFamily="18" charset="0"/>
            </a:endParaRPr>
          </a:p>
          <a:p>
            <a:pPr algn="ctr"/>
            <a:r>
              <a:rPr lang="en-US" sz="5400" b="1" dirty="0">
                <a:solidFill>
                  <a:srgbClr val="FF0000"/>
                </a:solidFill>
                <a:effectLst>
                  <a:outerShdw blurRad="38100" dist="38100" dir="2700000" algn="tl">
                    <a:srgbClr val="000000">
                      <a:alpha val="43137"/>
                    </a:srgbClr>
                  </a:outerShdw>
                </a:effectLst>
                <a:latin typeface="Times" panose="02020603050405020304" pitchFamily="18" charset="0"/>
                <a:ea typeface="Tahoma" pitchFamily="34" charset="0"/>
                <a:cs typeface="Times" panose="02020603050405020304" pitchFamily="18" charset="0"/>
              </a:rPr>
              <a:t>VMWARE C</a:t>
            </a:r>
            <a:r>
              <a:rPr lang="vi-VN" sz="5400" b="1" dirty="0">
                <a:solidFill>
                  <a:srgbClr val="FF0000"/>
                </a:solidFill>
                <a:effectLst>
                  <a:outerShdw blurRad="38100" dist="38100" dir="2700000" algn="tl">
                    <a:srgbClr val="000000">
                      <a:alpha val="43137"/>
                    </a:srgbClr>
                  </a:outerShdw>
                </a:effectLst>
                <a:latin typeface="Times" panose="02020603050405020304" pitchFamily="18" charset="0"/>
                <a:ea typeface="Tahoma" pitchFamily="34" charset="0"/>
                <a:cs typeface="Times" panose="02020603050405020304" pitchFamily="18" charset="0"/>
              </a:rPr>
              <a:t>Ơ</a:t>
            </a:r>
            <a:r>
              <a:rPr lang="en-US" sz="5400" b="1" dirty="0">
                <a:solidFill>
                  <a:srgbClr val="FF0000"/>
                </a:solidFill>
                <a:effectLst>
                  <a:outerShdw blurRad="38100" dist="38100" dir="2700000" algn="tl">
                    <a:srgbClr val="000000">
                      <a:alpha val="43137"/>
                    </a:srgbClr>
                  </a:outerShdw>
                </a:effectLst>
                <a:latin typeface="Times" panose="02020603050405020304" pitchFamily="18" charset="0"/>
                <a:ea typeface="Tahoma" pitchFamily="34" charset="0"/>
                <a:cs typeface="Times" panose="02020603050405020304" pitchFamily="18" charset="0"/>
              </a:rPr>
              <a:t> BẢN</a:t>
            </a:r>
          </a:p>
        </p:txBody>
      </p:sp>
      <p:sp>
        <p:nvSpPr>
          <p:cNvPr id="6" name="TextBox 5">
            <a:extLst>
              <a:ext uri="{FF2B5EF4-FFF2-40B4-BE49-F238E27FC236}">
                <a16:creationId xmlns:a16="http://schemas.microsoft.com/office/drawing/2014/main" id="{CDAF18E4-04CF-DFB9-DCCC-8E8EBC5EBEB7}"/>
              </a:ext>
            </a:extLst>
          </p:cNvPr>
          <p:cNvSpPr txBox="1"/>
          <p:nvPr/>
        </p:nvSpPr>
        <p:spPr>
          <a:xfrm>
            <a:off x="8611222" y="6048573"/>
            <a:ext cx="3433188" cy="307777"/>
          </a:xfrm>
          <a:prstGeom prst="rect">
            <a:avLst/>
          </a:prstGeom>
          <a:noFill/>
        </p:spPr>
        <p:txBody>
          <a:bodyPr wrap="square" rtlCol="0">
            <a:spAutoFit/>
          </a:bodyPr>
          <a:lstStyle/>
          <a:p>
            <a:pPr algn="ctr"/>
            <a:r>
              <a:rPr lang="en-US" sz="1400" i="1" dirty="0">
                <a:solidFill>
                  <a:srgbClr val="FFFFFF"/>
                </a:solidFill>
                <a:latin typeface="Montserrat" panose="00000500000000000000" pitchFamily="2" charset="0"/>
                <a:ea typeface="Tahoma" pitchFamily="34" charset="0"/>
                <a:cs typeface="Arial" panose="020B0604020202020204" pitchFamily="34" charset="0"/>
              </a:rPr>
              <a:t>TPHCM, </a:t>
            </a:r>
            <a:r>
              <a:rPr lang="en-US" sz="1400" i="1" dirty="0" err="1">
                <a:solidFill>
                  <a:srgbClr val="FFFFFF"/>
                </a:solidFill>
                <a:latin typeface="Montserrat" panose="00000500000000000000" pitchFamily="2" charset="0"/>
                <a:ea typeface="Tahoma" pitchFamily="34" charset="0"/>
                <a:cs typeface="Arial" panose="020B0604020202020204" pitchFamily="34" charset="0"/>
              </a:rPr>
              <a:t>ngày</a:t>
            </a:r>
            <a:r>
              <a:rPr lang="en-US" sz="1400" i="1" dirty="0">
                <a:solidFill>
                  <a:srgbClr val="FFFFFF"/>
                </a:solidFill>
                <a:latin typeface="Montserrat" panose="00000500000000000000" pitchFamily="2" charset="0"/>
                <a:ea typeface="Tahoma" pitchFamily="34" charset="0"/>
                <a:cs typeface="Arial" panose="020B0604020202020204" pitchFamily="34" charset="0"/>
              </a:rPr>
              <a:t> 31 </a:t>
            </a:r>
            <a:r>
              <a:rPr lang="en-US" sz="1400" i="1" dirty="0" err="1">
                <a:solidFill>
                  <a:srgbClr val="FFFFFF"/>
                </a:solidFill>
                <a:latin typeface="Montserrat" panose="00000500000000000000" pitchFamily="2" charset="0"/>
                <a:ea typeface="Tahoma" pitchFamily="34" charset="0"/>
                <a:cs typeface="Arial" panose="020B0604020202020204" pitchFamily="34" charset="0"/>
              </a:rPr>
              <a:t>tháng</a:t>
            </a:r>
            <a:r>
              <a:rPr lang="en-US" sz="1400" i="1" dirty="0">
                <a:solidFill>
                  <a:srgbClr val="FFFFFF"/>
                </a:solidFill>
                <a:latin typeface="Montserrat" panose="00000500000000000000" pitchFamily="2" charset="0"/>
                <a:ea typeface="Tahoma" pitchFamily="34" charset="0"/>
                <a:cs typeface="Arial" panose="020B0604020202020204" pitchFamily="34" charset="0"/>
              </a:rPr>
              <a:t> </a:t>
            </a:r>
            <a:r>
              <a:rPr lang="en-US" sz="1400" i="1">
                <a:solidFill>
                  <a:srgbClr val="FFFFFF"/>
                </a:solidFill>
                <a:latin typeface="Montserrat" panose="00000500000000000000" pitchFamily="2" charset="0"/>
                <a:ea typeface="Tahoma" pitchFamily="34" charset="0"/>
                <a:cs typeface="Arial" panose="020B0604020202020204" pitchFamily="34" charset="0"/>
              </a:rPr>
              <a:t>07 ăm </a:t>
            </a:r>
            <a:r>
              <a:rPr lang="en-US" sz="1400" i="1" dirty="0">
                <a:solidFill>
                  <a:srgbClr val="FFFFFF"/>
                </a:solidFill>
                <a:latin typeface="Montserrat" panose="00000500000000000000" pitchFamily="2" charset="0"/>
                <a:ea typeface="Tahoma" pitchFamily="34" charset="0"/>
                <a:cs typeface="Arial" panose="020B0604020202020204" pitchFamily="34" charset="0"/>
              </a:rPr>
              <a:t>2022</a:t>
            </a:r>
          </a:p>
        </p:txBody>
      </p:sp>
    </p:spTree>
    <p:extLst>
      <p:ext uri="{BB962C8B-B14F-4D97-AF65-F5344CB8AC3E}">
        <p14:creationId xmlns:p14="http://schemas.microsoft.com/office/powerpoint/2010/main" val="451527363"/>
      </p:ext>
    </p:extLst>
  </p:cSld>
  <p:clrMapOvr>
    <a:masterClrMapping/>
  </p:clrMapOvr>
  <mc:AlternateContent xmlns:mc="http://schemas.openxmlformats.org/markup-compatibility/2006" xmlns:p14="http://schemas.microsoft.com/office/powerpoint/2010/main">
    <mc:Choice Requires="p14">
      <p:transition spd="med" p14:dur="700" advTm="21585">
        <p:fade/>
      </p:transition>
    </mc:Choice>
    <mc:Fallback xmlns="">
      <p:transition spd="med" advTm="21585">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 name="矩形: 圆角 30">
            <a:extLst>
              <a:ext uri="{FF2B5EF4-FFF2-40B4-BE49-F238E27FC236}">
                <a16:creationId xmlns:a16="http://schemas.microsoft.com/office/drawing/2014/main" id="{A8B77552-10C8-4A15-9240-F35C0FC0C738}"/>
              </a:ext>
            </a:extLst>
          </p:cNvPr>
          <p:cNvSpPr/>
          <p:nvPr/>
        </p:nvSpPr>
        <p:spPr>
          <a:xfrm>
            <a:off x="527007" y="2658310"/>
            <a:ext cx="3663993" cy="1032387"/>
          </a:xfrm>
          <a:prstGeom prst="roundRect">
            <a:avLst>
              <a:gd name="adj" fmla="val 50000"/>
            </a:avLst>
          </a:prstGeom>
          <a:solidFill>
            <a:schemeClr val="bg1"/>
          </a:solidFill>
          <a:ln w="12700" cap="flat" cmpd="sng" algn="ctr">
            <a:solidFill>
              <a:srgbClr val="226AB2"/>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30" name="矩形: 圆角 30">
            <a:extLst>
              <a:ext uri="{FF2B5EF4-FFF2-40B4-BE49-F238E27FC236}">
                <a16:creationId xmlns:a16="http://schemas.microsoft.com/office/drawing/2014/main" id="{111DF4CF-7FB3-434F-B2DE-4D23EA5B3447}"/>
              </a:ext>
            </a:extLst>
          </p:cNvPr>
          <p:cNvSpPr/>
          <p:nvPr/>
        </p:nvSpPr>
        <p:spPr>
          <a:xfrm>
            <a:off x="533400" y="2643097"/>
            <a:ext cx="3052301" cy="1032387"/>
          </a:xfrm>
          <a:prstGeom prst="roundRect">
            <a:avLst>
              <a:gd name="adj" fmla="val 50000"/>
            </a:avLst>
          </a:prstGeom>
          <a:gradFill>
            <a:gsLst>
              <a:gs pos="47000">
                <a:srgbClr val="297FD5"/>
              </a:gs>
              <a:gs pos="100000">
                <a:srgbClr val="297FD5">
                  <a:lumMod val="75000"/>
                </a:srgbClr>
              </a:gs>
            </a:gsLst>
            <a:lin ang="0" scaled="1"/>
          </a:gra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31" name="文本框 38">
            <a:extLst>
              <a:ext uri="{FF2B5EF4-FFF2-40B4-BE49-F238E27FC236}">
                <a16:creationId xmlns:a16="http://schemas.microsoft.com/office/drawing/2014/main" id="{400CD600-39D7-41D4-8415-56C464B5C8D6}"/>
              </a:ext>
            </a:extLst>
          </p:cNvPr>
          <p:cNvSpPr txBox="1"/>
          <p:nvPr/>
        </p:nvSpPr>
        <p:spPr>
          <a:xfrm>
            <a:off x="731716" y="2892874"/>
            <a:ext cx="2809461" cy="646331"/>
          </a:xfrm>
          <a:prstGeom prst="rect">
            <a:avLst/>
          </a:prstGeom>
          <a:noFill/>
        </p:spPr>
        <p:txBody>
          <a:bodyPr wrap="square" rtlCol="0">
            <a:spAutoFit/>
          </a:bodyPr>
          <a:lstStyle/>
          <a:p>
            <a:pPr algn="ctr"/>
            <a:r>
              <a:rPr lang="en-US" altLang="zh-CN" sz="3600" dirty="0">
                <a:solidFill>
                  <a:prstClr val="white"/>
                </a:solidFill>
                <a:latin typeface="+mj-lt"/>
                <a:ea typeface="微软雅黑"/>
                <a:cs typeface="+mn-ea"/>
                <a:sym typeface="+mn-lt"/>
              </a:rPr>
              <a:t>NỘI DUNG</a:t>
            </a:r>
            <a:endParaRPr lang="zh-CN" altLang="en-US" sz="3600" dirty="0">
              <a:solidFill>
                <a:prstClr val="white"/>
              </a:solidFill>
              <a:latin typeface="+mj-lt"/>
              <a:ea typeface="微软雅黑"/>
              <a:cs typeface="+mn-ea"/>
              <a:sym typeface="+mn-lt"/>
            </a:endParaRPr>
          </a:p>
        </p:txBody>
      </p:sp>
      <p:grpSp>
        <p:nvGrpSpPr>
          <p:cNvPr id="32" name="组合 68">
            <a:extLst>
              <a:ext uri="{FF2B5EF4-FFF2-40B4-BE49-F238E27FC236}">
                <a16:creationId xmlns:a16="http://schemas.microsoft.com/office/drawing/2014/main" id="{E900FCEC-EB61-4882-8B4E-E6ECB36E4354}"/>
              </a:ext>
            </a:extLst>
          </p:cNvPr>
          <p:cNvGrpSpPr/>
          <p:nvPr/>
        </p:nvGrpSpPr>
        <p:grpSpPr>
          <a:xfrm>
            <a:off x="4648201" y="876300"/>
            <a:ext cx="6096000" cy="705467"/>
            <a:chOff x="5910033" y="1400175"/>
            <a:chExt cx="4834167" cy="705467"/>
          </a:xfrm>
        </p:grpSpPr>
        <p:sp>
          <p:nvSpPr>
            <p:cNvPr id="33" name="矩形: 圆角 40">
              <a:extLst>
                <a:ext uri="{FF2B5EF4-FFF2-40B4-BE49-F238E27FC236}">
                  <a16:creationId xmlns:a16="http://schemas.microsoft.com/office/drawing/2014/main" id="{51831E85-D090-4036-A295-0977426EC864}"/>
                </a:ext>
              </a:extLst>
            </p:cNvPr>
            <p:cNvSpPr/>
            <p:nvPr/>
          </p:nvSpPr>
          <p:spPr>
            <a:xfrm>
              <a:off x="6249307" y="1508126"/>
              <a:ext cx="4494893" cy="528321"/>
            </a:xfrm>
            <a:prstGeom prst="roundRect">
              <a:avLst>
                <a:gd name="adj" fmla="val 50000"/>
              </a:avLst>
            </a:prstGeom>
            <a:solidFill>
              <a:sysClr val="window" lastClr="FFFFFF"/>
            </a:solidFill>
            <a:ln w="19050" cap="flat" cmpd="sng" algn="ctr">
              <a:solidFill>
                <a:srgbClr val="226AB2"/>
              </a:solidFill>
              <a:prstDash val="solid"/>
              <a:miter lim="800000"/>
            </a:ln>
            <a:effectLst>
              <a:outerShdw blurRad="63500" sx="102000" sy="102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grpSp>
          <p:nvGrpSpPr>
            <p:cNvPr id="34" name="组合 43">
              <a:extLst>
                <a:ext uri="{FF2B5EF4-FFF2-40B4-BE49-F238E27FC236}">
                  <a16:creationId xmlns:a16="http://schemas.microsoft.com/office/drawing/2014/main" id="{2BF03CA6-B69F-46ED-B4DF-D816F9878EF1}"/>
                </a:ext>
              </a:extLst>
            </p:cNvPr>
            <p:cNvGrpSpPr/>
            <p:nvPr/>
          </p:nvGrpSpPr>
          <p:grpSpPr>
            <a:xfrm>
              <a:off x="5910033" y="1400175"/>
              <a:ext cx="716967" cy="705467"/>
              <a:chOff x="5952414" y="1426107"/>
              <a:chExt cx="716967" cy="705467"/>
            </a:xfrm>
          </p:grpSpPr>
          <p:sp>
            <p:nvSpPr>
              <p:cNvPr id="35" name="矩形: 圆角 39">
                <a:extLst>
                  <a:ext uri="{FF2B5EF4-FFF2-40B4-BE49-F238E27FC236}">
                    <a16:creationId xmlns:a16="http://schemas.microsoft.com/office/drawing/2014/main" id="{50E61E1B-290B-4F2B-98DD-721492358164}"/>
                  </a:ext>
                </a:extLst>
              </p:cNvPr>
              <p:cNvSpPr/>
              <p:nvPr/>
            </p:nvSpPr>
            <p:spPr>
              <a:xfrm>
                <a:off x="5952414" y="1426107"/>
                <a:ext cx="716967" cy="705467"/>
              </a:xfrm>
              <a:prstGeom prst="roundRect">
                <a:avLst>
                  <a:gd name="adj" fmla="val 50000"/>
                </a:avLst>
              </a:prstGeom>
              <a:gradFill>
                <a:gsLst>
                  <a:gs pos="47000">
                    <a:srgbClr val="297FD5"/>
                  </a:gs>
                  <a:gs pos="100000">
                    <a:srgbClr val="297FD5">
                      <a:lumMod val="75000"/>
                    </a:srgb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36" name="文本框 42">
                <a:extLst>
                  <a:ext uri="{FF2B5EF4-FFF2-40B4-BE49-F238E27FC236}">
                    <a16:creationId xmlns:a16="http://schemas.microsoft.com/office/drawing/2014/main" id="{428F4E51-2EB9-4D5B-9823-092239241CC3}"/>
                  </a:ext>
                </a:extLst>
              </p:cNvPr>
              <p:cNvSpPr txBox="1"/>
              <p:nvPr/>
            </p:nvSpPr>
            <p:spPr>
              <a:xfrm>
                <a:off x="6046920" y="1567385"/>
                <a:ext cx="556823"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prstClr val="white"/>
                    </a:solidFill>
                    <a:effectLst/>
                    <a:uLnTx/>
                    <a:uFillTx/>
                    <a:latin typeface="+mj-lt"/>
                    <a:ea typeface="微软雅黑"/>
                    <a:cs typeface="+mn-ea"/>
                    <a:sym typeface="+mn-lt"/>
                  </a:rPr>
                  <a:t>01</a:t>
                </a:r>
                <a:endParaRPr kumimoji="0" lang="zh-CN" altLang="en-US" sz="2400" b="0" i="0" u="none" strike="noStrike" kern="0" cap="none" spc="0" normalizeH="0" baseline="0" noProof="0">
                  <a:ln>
                    <a:noFill/>
                  </a:ln>
                  <a:solidFill>
                    <a:prstClr val="white"/>
                  </a:solidFill>
                  <a:effectLst/>
                  <a:uLnTx/>
                  <a:uFillTx/>
                  <a:latin typeface="+mj-lt"/>
                  <a:ea typeface="微软雅黑"/>
                  <a:cs typeface="+mn-ea"/>
                  <a:sym typeface="+mn-lt"/>
                </a:endParaRPr>
              </a:p>
            </p:txBody>
          </p:sp>
        </p:grpSp>
      </p:grpSp>
      <p:grpSp>
        <p:nvGrpSpPr>
          <p:cNvPr id="37" name="组合 69">
            <a:extLst>
              <a:ext uri="{FF2B5EF4-FFF2-40B4-BE49-F238E27FC236}">
                <a16:creationId xmlns:a16="http://schemas.microsoft.com/office/drawing/2014/main" id="{18AEA6E7-D362-41D3-AC1A-CAD95D2C1F0E}"/>
              </a:ext>
            </a:extLst>
          </p:cNvPr>
          <p:cNvGrpSpPr/>
          <p:nvPr/>
        </p:nvGrpSpPr>
        <p:grpSpPr>
          <a:xfrm>
            <a:off x="4648201" y="1835506"/>
            <a:ext cx="6095999" cy="705467"/>
            <a:chOff x="5910033" y="1400175"/>
            <a:chExt cx="4834167" cy="705467"/>
          </a:xfrm>
        </p:grpSpPr>
        <p:sp>
          <p:nvSpPr>
            <p:cNvPr id="42" name="矩形: 圆角 74">
              <a:extLst>
                <a:ext uri="{FF2B5EF4-FFF2-40B4-BE49-F238E27FC236}">
                  <a16:creationId xmlns:a16="http://schemas.microsoft.com/office/drawing/2014/main" id="{320E80A6-B529-4880-896D-338CCE28C2AA}"/>
                </a:ext>
              </a:extLst>
            </p:cNvPr>
            <p:cNvSpPr/>
            <p:nvPr/>
          </p:nvSpPr>
          <p:spPr>
            <a:xfrm>
              <a:off x="6249307" y="1508126"/>
              <a:ext cx="4494893" cy="528321"/>
            </a:xfrm>
            <a:prstGeom prst="roundRect">
              <a:avLst>
                <a:gd name="adj" fmla="val 50000"/>
              </a:avLst>
            </a:prstGeom>
            <a:solidFill>
              <a:sysClr val="window" lastClr="FFFFFF"/>
            </a:solidFill>
            <a:ln w="19050" cap="flat" cmpd="sng" algn="ctr">
              <a:solidFill>
                <a:srgbClr val="226AB2"/>
              </a:solidFill>
              <a:prstDash val="solid"/>
              <a:miter lim="800000"/>
            </a:ln>
            <a:effectLst>
              <a:outerShdw blurRad="63500" sx="102000" sy="102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grpSp>
          <p:nvGrpSpPr>
            <p:cNvPr id="39" name="组合 71">
              <a:extLst>
                <a:ext uri="{FF2B5EF4-FFF2-40B4-BE49-F238E27FC236}">
                  <a16:creationId xmlns:a16="http://schemas.microsoft.com/office/drawing/2014/main" id="{E49FBE4F-EFB9-4A8B-9EB8-7A2B7A29DF84}"/>
                </a:ext>
              </a:extLst>
            </p:cNvPr>
            <p:cNvGrpSpPr/>
            <p:nvPr/>
          </p:nvGrpSpPr>
          <p:grpSpPr>
            <a:xfrm>
              <a:off x="5910033" y="1400175"/>
              <a:ext cx="716967" cy="705467"/>
              <a:chOff x="5952414" y="1426107"/>
              <a:chExt cx="716967" cy="705467"/>
            </a:xfrm>
          </p:grpSpPr>
          <p:sp>
            <p:nvSpPr>
              <p:cNvPr id="40" name="矩形: 圆角 72">
                <a:extLst>
                  <a:ext uri="{FF2B5EF4-FFF2-40B4-BE49-F238E27FC236}">
                    <a16:creationId xmlns:a16="http://schemas.microsoft.com/office/drawing/2014/main" id="{383C9F1B-8F75-4FE9-B5EA-DC5DFA5134FE}"/>
                  </a:ext>
                </a:extLst>
              </p:cNvPr>
              <p:cNvSpPr/>
              <p:nvPr/>
            </p:nvSpPr>
            <p:spPr>
              <a:xfrm>
                <a:off x="5952414" y="1426107"/>
                <a:ext cx="716967" cy="705467"/>
              </a:xfrm>
              <a:prstGeom prst="roundRect">
                <a:avLst>
                  <a:gd name="adj" fmla="val 50000"/>
                </a:avLst>
              </a:prstGeom>
              <a:gradFill>
                <a:gsLst>
                  <a:gs pos="47000">
                    <a:srgbClr val="297FD5"/>
                  </a:gs>
                  <a:gs pos="100000">
                    <a:srgbClr val="297FD5">
                      <a:lumMod val="75000"/>
                    </a:srgb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41" name="文本框 73">
                <a:extLst>
                  <a:ext uri="{FF2B5EF4-FFF2-40B4-BE49-F238E27FC236}">
                    <a16:creationId xmlns:a16="http://schemas.microsoft.com/office/drawing/2014/main" id="{EA855E24-8D4F-4FE1-9E21-6DFB43FB5399}"/>
                  </a:ext>
                </a:extLst>
              </p:cNvPr>
              <p:cNvSpPr txBox="1"/>
              <p:nvPr/>
            </p:nvSpPr>
            <p:spPr>
              <a:xfrm>
                <a:off x="6046920" y="1567385"/>
                <a:ext cx="556823"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prstClr val="white"/>
                    </a:solidFill>
                    <a:effectLst/>
                    <a:uLnTx/>
                    <a:uFillTx/>
                    <a:latin typeface="+mj-lt"/>
                    <a:ea typeface="微软雅黑"/>
                    <a:cs typeface="+mn-ea"/>
                    <a:sym typeface="+mn-lt"/>
                  </a:rPr>
                  <a:t>02</a:t>
                </a:r>
                <a:endParaRPr kumimoji="0" lang="zh-CN" altLang="en-US" sz="2400" b="0" i="0" u="none" strike="noStrike" kern="0" cap="none" spc="0" normalizeH="0" baseline="0" noProof="0">
                  <a:ln>
                    <a:noFill/>
                  </a:ln>
                  <a:solidFill>
                    <a:prstClr val="white"/>
                  </a:solidFill>
                  <a:effectLst/>
                  <a:uLnTx/>
                  <a:uFillTx/>
                  <a:latin typeface="+mj-lt"/>
                  <a:ea typeface="微软雅黑"/>
                  <a:cs typeface="+mn-ea"/>
                  <a:sym typeface="+mn-lt"/>
                </a:endParaRPr>
              </a:p>
            </p:txBody>
          </p:sp>
        </p:grpSp>
      </p:grpSp>
      <p:grpSp>
        <p:nvGrpSpPr>
          <p:cNvPr id="44" name="组合 76">
            <a:extLst>
              <a:ext uri="{FF2B5EF4-FFF2-40B4-BE49-F238E27FC236}">
                <a16:creationId xmlns:a16="http://schemas.microsoft.com/office/drawing/2014/main" id="{78DC3468-B6DE-4F4F-83A1-9D93C7E6091A}"/>
              </a:ext>
            </a:extLst>
          </p:cNvPr>
          <p:cNvGrpSpPr/>
          <p:nvPr/>
        </p:nvGrpSpPr>
        <p:grpSpPr>
          <a:xfrm>
            <a:off x="4648201" y="2794712"/>
            <a:ext cx="6095999" cy="705467"/>
            <a:chOff x="5910033" y="1400175"/>
            <a:chExt cx="4834167" cy="705467"/>
          </a:xfrm>
        </p:grpSpPr>
        <p:sp>
          <p:nvSpPr>
            <p:cNvPr id="45" name="矩形: 圆角 81">
              <a:extLst>
                <a:ext uri="{FF2B5EF4-FFF2-40B4-BE49-F238E27FC236}">
                  <a16:creationId xmlns:a16="http://schemas.microsoft.com/office/drawing/2014/main" id="{A5821E43-0CA7-431F-8CA3-F076CC24659A}"/>
                </a:ext>
              </a:extLst>
            </p:cNvPr>
            <p:cNvSpPr/>
            <p:nvPr/>
          </p:nvSpPr>
          <p:spPr>
            <a:xfrm>
              <a:off x="6249307" y="1508126"/>
              <a:ext cx="4494893" cy="528321"/>
            </a:xfrm>
            <a:prstGeom prst="roundRect">
              <a:avLst>
                <a:gd name="adj" fmla="val 50000"/>
              </a:avLst>
            </a:prstGeom>
            <a:solidFill>
              <a:sysClr val="window" lastClr="FFFFFF"/>
            </a:solidFill>
            <a:ln w="19050" cap="flat" cmpd="sng" algn="ctr">
              <a:solidFill>
                <a:srgbClr val="226AB2"/>
              </a:solidFill>
              <a:prstDash val="solid"/>
              <a:miter lim="800000"/>
            </a:ln>
            <a:effectLst>
              <a:outerShdw blurRad="63500" sx="102000" sy="102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grpSp>
          <p:nvGrpSpPr>
            <p:cNvPr id="46" name="组合 78">
              <a:extLst>
                <a:ext uri="{FF2B5EF4-FFF2-40B4-BE49-F238E27FC236}">
                  <a16:creationId xmlns:a16="http://schemas.microsoft.com/office/drawing/2014/main" id="{A847C1BC-2C8B-40FD-B6DB-893E50DCFDFB}"/>
                </a:ext>
              </a:extLst>
            </p:cNvPr>
            <p:cNvGrpSpPr/>
            <p:nvPr/>
          </p:nvGrpSpPr>
          <p:grpSpPr>
            <a:xfrm>
              <a:off x="5910033" y="1400175"/>
              <a:ext cx="716967" cy="705467"/>
              <a:chOff x="5952414" y="1426107"/>
              <a:chExt cx="716967" cy="705467"/>
            </a:xfrm>
          </p:grpSpPr>
          <p:sp>
            <p:nvSpPr>
              <p:cNvPr id="47" name="矩形: 圆角 79">
                <a:extLst>
                  <a:ext uri="{FF2B5EF4-FFF2-40B4-BE49-F238E27FC236}">
                    <a16:creationId xmlns:a16="http://schemas.microsoft.com/office/drawing/2014/main" id="{B7BA3BD6-FF53-4E3B-A841-B41BC4392A92}"/>
                  </a:ext>
                </a:extLst>
              </p:cNvPr>
              <p:cNvSpPr/>
              <p:nvPr/>
            </p:nvSpPr>
            <p:spPr>
              <a:xfrm>
                <a:off x="5952414" y="1426107"/>
                <a:ext cx="716967" cy="705467"/>
              </a:xfrm>
              <a:prstGeom prst="roundRect">
                <a:avLst>
                  <a:gd name="adj" fmla="val 50000"/>
                </a:avLst>
              </a:prstGeom>
              <a:gradFill>
                <a:gsLst>
                  <a:gs pos="47000">
                    <a:srgbClr val="297FD5"/>
                  </a:gs>
                  <a:gs pos="100000">
                    <a:srgbClr val="297FD5">
                      <a:lumMod val="75000"/>
                    </a:srgb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48" name="文本框 80">
                <a:extLst>
                  <a:ext uri="{FF2B5EF4-FFF2-40B4-BE49-F238E27FC236}">
                    <a16:creationId xmlns:a16="http://schemas.microsoft.com/office/drawing/2014/main" id="{56183246-5868-460F-A53B-AF0E2F2FF8B0}"/>
                  </a:ext>
                </a:extLst>
              </p:cNvPr>
              <p:cNvSpPr txBox="1"/>
              <p:nvPr/>
            </p:nvSpPr>
            <p:spPr>
              <a:xfrm>
                <a:off x="6046920" y="1567385"/>
                <a:ext cx="556823"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prstClr val="white"/>
                    </a:solidFill>
                    <a:effectLst/>
                    <a:uLnTx/>
                    <a:uFillTx/>
                    <a:latin typeface="+mj-lt"/>
                    <a:ea typeface="微软雅黑"/>
                    <a:cs typeface="+mn-ea"/>
                    <a:sym typeface="+mn-lt"/>
                  </a:rPr>
                  <a:t>03</a:t>
                </a:r>
                <a:endParaRPr kumimoji="0" lang="zh-CN" altLang="en-US" sz="2400" b="0" i="0" u="none" strike="noStrike" kern="0" cap="none" spc="0" normalizeH="0" baseline="0" noProof="0">
                  <a:ln>
                    <a:noFill/>
                  </a:ln>
                  <a:solidFill>
                    <a:prstClr val="white"/>
                  </a:solidFill>
                  <a:effectLst/>
                  <a:uLnTx/>
                  <a:uFillTx/>
                  <a:latin typeface="+mj-lt"/>
                  <a:ea typeface="微软雅黑"/>
                  <a:cs typeface="+mn-ea"/>
                  <a:sym typeface="+mn-lt"/>
                </a:endParaRPr>
              </a:p>
            </p:txBody>
          </p:sp>
        </p:grpSp>
      </p:grpSp>
      <p:grpSp>
        <p:nvGrpSpPr>
          <p:cNvPr id="49" name="组合 84">
            <a:extLst>
              <a:ext uri="{FF2B5EF4-FFF2-40B4-BE49-F238E27FC236}">
                <a16:creationId xmlns:a16="http://schemas.microsoft.com/office/drawing/2014/main" id="{80BBAE49-E90C-469F-8F17-88A7564816CA}"/>
              </a:ext>
            </a:extLst>
          </p:cNvPr>
          <p:cNvGrpSpPr/>
          <p:nvPr/>
        </p:nvGrpSpPr>
        <p:grpSpPr>
          <a:xfrm>
            <a:off x="4648201" y="3753918"/>
            <a:ext cx="6095999" cy="705467"/>
            <a:chOff x="5910033" y="1400175"/>
            <a:chExt cx="4834167" cy="705467"/>
          </a:xfrm>
        </p:grpSpPr>
        <p:sp>
          <p:nvSpPr>
            <p:cNvPr id="50" name="矩形: 圆角 89">
              <a:extLst>
                <a:ext uri="{FF2B5EF4-FFF2-40B4-BE49-F238E27FC236}">
                  <a16:creationId xmlns:a16="http://schemas.microsoft.com/office/drawing/2014/main" id="{34BDCD49-1328-488E-B271-86C7AFB3681D}"/>
                </a:ext>
              </a:extLst>
            </p:cNvPr>
            <p:cNvSpPr/>
            <p:nvPr/>
          </p:nvSpPr>
          <p:spPr>
            <a:xfrm>
              <a:off x="6249307" y="1508126"/>
              <a:ext cx="4494893" cy="528321"/>
            </a:xfrm>
            <a:prstGeom prst="roundRect">
              <a:avLst>
                <a:gd name="adj" fmla="val 50000"/>
              </a:avLst>
            </a:prstGeom>
            <a:solidFill>
              <a:sysClr val="window" lastClr="FFFFFF"/>
            </a:solidFill>
            <a:ln w="19050" cap="flat" cmpd="sng" algn="ctr">
              <a:solidFill>
                <a:srgbClr val="226AB2"/>
              </a:solidFill>
              <a:prstDash val="solid"/>
              <a:miter lim="800000"/>
            </a:ln>
            <a:effectLst>
              <a:outerShdw blurRad="63500" sx="102000" sy="102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grpSp>
          <p:nvGrpSpPr>
            <p:cNvPr id="51" name="组合 86">
              <a:extLst>
                <a:ext uri="{FF2B5EF4-FFF2-40B4-BE49-F238E27FC236}">
                  <a16:creationId xmlns:a16="http://schemas.microsoft.com/office/drawing/2014/main" id="{00898E33-3EF5-4AA6-965A-CFCBDFDF4F8A}"/>
                </a:ext>
              </a:extLst>
            </p:cNvPr>
            <p:cNvGrpSpPr/>
            <p:nvPr/>
          </p:nvGrpSpPr>
          <p:grpSpPr>
            <a:xfrm>
              <a:off x="5910033" y="1400175"/>
              <a:ext cx="716967" cy="705467"/>
              <a:chOff x="5952414" y="1426107"/>
              <a:chExt cx="716967" cy="705467"/>
            </a:xfrm>
          </p:grpSpPr>
          <p:sp>
            <p:nvSpPr>
              <p:cNvPr id="52" name="矩形: 圆角 87">
                <a:extLst>
                  <a:ext uri="{FF2B5EF4-FFF2-40B4-BE49-F238E27FC236}">
                    <a16:creationId xmlns:a16="http://schemas.microsoft.com/office/drawing/2014/main" id="{92C439CA-B64F-4607-9B19-0DB61BD3A4DF}"/>
                  </a:ext>
                </a:extLst>
              </p:cNvPr>
              <p:cNvSpPr/>
              <p:nvPr/>
            </p:nvSpPr>
            <p:spPr>
              <a:xfrm>
                <a:off x="5952414" y="1426107"/>
                <a:ext cx="716967" cy="705467"/>
              </a:xfrm>
              <a:prstGeom prst="roundRect">
                <a:avLst>
                  <a:gd name="adj" fmla="val 50000"/>
                </a:avLst>
              </a:prstGeom>
              <a:gradFill>
                <a:gsLst>
                  <a:gs pos="47000">
                    <a:srgbClr val="297FD5"/>
                  </a:gs>
                  <a:gs pos="100000">
                    <a:srgbClr val="297FD5">
                      <a:lumMod val="75000"/>
                    </a:srgb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53" name="文本框 88">
                <a:extLst>
                  <a:ext uri="{FF2B5EF4-FFF2-40B4-BE49-F238E27FC236}">
                    <a16:creationId xmlns:a16="http://schemas.microsoft.com/office/drawing/2014/main" id="{76960A6A-B8AB-44A4-8DF7-C3BC81980B2D}"/>
                  </a:ext>
                </a:extLst>
              </p:cNvPr>
              <p:cNvSpPr txBox="1"/>
              <p:nvPr/>
            </p:nvSpPr>
            <p:spPr>
              <a:xfrm>
                <a:off x="6046920" y="1567385"/>
                <a:ext cx="556823"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a:ln>
                      <a:noFill/>
                    </a:ln>
                    <a:solidFill>
                      <a:prstClr val="white"/>
                    </a:solidFill>
                    <a:effectLst/>
                    <a:uLnTx/>
                    <a:uFillTx/>
                    <a:latin typeface="+mj-lt"/>
                    <a:ea typeface="微软雅黑"/>
                    <a:cs typeface="+mn-ea"/>
                    <a:sym typeface="+mn-lt"/>
                  </a:rPr>
                  <a:t>04</a:t>
                </a:r>
                <a:endParaRPr kumimoji="0" lang="zh-CN" altLang="en-US" sz="2400" b="0" i="0" u="none" strike="noStrike" kern="0" cap="none" spc="0" normalizeH="0" baseline="0" noProof="0">
                  <a:ln>
                    <a:noFill/>
                  </a:ln>
                  <a:solidFill>
                    <a:prstClr val="white"/>
                  </a:solidFill>
                  <a:effectLst/>
                  <a:uLnTx/>
                  <a:uFillTx/>
                  <a:latin typeface="+mj-lt"/>
                  <a:ea typeface="微软雅黑"/>
                  <a:cs typeface="+mn-ea"/>
                  <a:sym typeface="+mn-lt"/>
                </a:endParaRPr>
              </a:p>
            </p:txBody>
          </p:sp>
        </p:grpSp>
      </p:grpSp>
      <p:sp>
        <p:nvSpPr>
          <p:cNvPr id="56" name="文本框 50">
            <a:extLst>
              <a:ext uri="{FF2B5EF4-FFF2-40B4-BE49-F238E27FC236}">
                <a16:creationId xmlns:a16="http://schemas.microsoft.com/office/drawing/2014/main" id="{B78EB04F-861E-44EC-8F96-DE2C30264763}"/>
              </a:ext>
            </a:extLst>
          </p:cNvPr>
          <p:cNvSpPr txBox="1"/>
          <p:nvPr/>
        </p:nvSpPr>
        <p:spPr>
          <a:xfrm>
            <a:off x="5519183" y="1104625"/>
            <a:ext cx="5326446" cy="384721"/>
          </a:xfrm>
          <a:prstGeom prst="rect">
            <a:avLst/>
          </a:prstGeom>
          <a:noFill/>
        </p:spPr>
        <p:txBody>
          <a:bodyPr wrap="square" rtlCol="0">
            <a:spAutoFit/>
          </a:bodyPr>
          <a:lstStyle/>
          <a:p>
            <a:r>
              <a:rPr lang="en-US" altLang="zh-CN" sz="1900" b="1" err="1">
                <a:solidFill>
                  <a:srgbClr val="297FD5"/>
                </a:solidFill>
                <a:latin typeface="+mj-lt"/>
                <a:ea typeface="微软雅黑"/>
                <a:cs typeface="+mn-ea"/>
                <a:sym typeface="+mn-lt"/>
              </a:rPr>
              <a:t>Giới</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thiệu</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khóa</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học</a:t>
            </a:r>
            <a:endParaRPr lang="zh-CN" altLang="en-US" sz="1900" b="1">
              <a:solidFill>
                <a:srgbClr val="297FD5"/>
              </a:solidFill>
              <a:latin typeface="+mj-lt"/>
              <a:ea typeface="微软雅黑"/>
              <a:cs typeface="+mn-ea"/>
              <a:sym typeface="+mn-lt"/>
            </a:endParaRPr>
          </a:p>
        </p:txBody>
      </p:sp>
      <p:sp>
        <p:nvSpPr>
          <p:cNvPr id="27" name="文本框 50">
            <a:extLst>
              <a:ext uri="{FF2B5EF4-FFF2-40B4-BE49-F238E27FC236}">
                <a16:creationId xmlns:a16="http://schemas.microsoft.com/office/drawing/2014/main" id="{1F53B93C-D527-4DB0-9186-09ED3BB00C2F}"/>
              </a:ext>
            </a:extLst>
          </p:cNvPr>
          <p:cNvSpPr txBox="1"/>
          <p:nvPr/>
        </p:nvSpPr>
        <p:spPr>
          <a:xfrm>
            <a:off x="5481721" y="2037751"/>
            <a:ext cx="5326446" cy="384721"/>
          </a:xfrm>
          <a:prstGeom prst="rect">
            <a:avLst/>
          </a:prstGeom>
          <a:noFill/>
        </p:spPr>
        <p:txBody>
          <a:bodyPr wrap="square" rtlCol="0">
            <a:spAutoFit/>
          </a:bodyPr>
          <a:lstStyle>
            <a:defPPr>
              <a:defRPr lang="en-US"/>
            </a:defPPr>
            <a:lvl1pPr>
              <a:defRPr sz="1900" b="1">
                <a:solidFill>
                  <a:srgbClr val="297FD5"/>
                </a:solidFill>
                <a:latin typeface="+mj-lt"/>
                <a:ea typeface="微软雅黑"/>
                <a:cs typeface="+mn-ea"/>
              </a:defRPr>
            </a:lvl1pPr>
          </a:lstStyle>
          <a:p>
            <a:r>
              <a:rPr lang="en-US"/>
              <a:t> </a:t>
            </a:r>
            <a:r>
              <a:rPr lang="en-US" err="1"/>
              <a:t>Giới</a:t>
            </a:r>
            <a:r>
              <a:rPr lang="en-US"/>
              <a:t> </a:t>
            </a:r>
            <a:r>
              <a:rPr lang="en-US" err="1"/>
              <a:t>thiệu</a:t>
            </a:r>
            <a:r>
              <a:rPr lang="en-US"/>
              <a:t> </a:t>
            </a:r>
            <a:r>
              <a:rPr lang="en-US" err="1"/>
              <a:t>về</a:t>
            </a:r>
            <a:r>
              <a:rPr lang="en-US"/>
              <a:t> </a:t>
            </a:r>
            <a:r>
              <a:rPr lang="en-US" err="1"/>
              <a:t>ảo</a:t>
            </a:r>
            <a:r>
              <a:rPr lang="en-US"/>
              <a:t> </a:t>
            </a:r>
            <a:r>
              <a:rPr lang="en-US" err="1"/>
              <a:t>hóa</a:t>
            </a:r>
            <a:r>
              <a:rPr lang="en-US"/>
              <a:t> </a:t>
            </a:r>
            <a:r>
              <a:rPr lang="en-US" err="1"/>
              <a:t>và</a:t>
            </a:r>
            <a:r>
              <a:rPr lang="en-US"/>
              <a:t> vSphere</a:t>
            </a:r>
            <a:endParaRPr lang="zh-CN" altLang="en-US">
              <a:sym typeface="+mn-lt"/>
            </a:endParaRPr>
          </a:p>
        </p:txBody>
      </p:sp>
      <p:sp>
        <p:nvSpPr>
          <p:cNvPr id="29" name="文本框 50">
            <a:extLst>
              <a:ext uri="{FF2B5EF4-FFF2-40B4-BE49-F238E27FC236}">
                <a16:creationId xmlns:a16="http://schemas.microsoft.com/office/drawing/2014/main" id="{D16A7A50-5B70-4F15-BF33-F5A00DEF04DA}"/>
              </a:ext>
            </a:extLst>
          </p:cNvPr>
          <p:cNvSpPr txBox="1"/>
          <p:nvPr/>
        </p:nvSpPr>
        <p:spPr>
          <a:xfrm>
            <a:off x="5552313" y="3019725"/>
            <a:ext cx="5362849" cy="384721"/>
          </a:xfrm>
          <a:prstGeom prst="rect">
            <a:avLst/>
          </a:prstGeom>
          <a:noFill/>
        </p:spPr>
        <p:txBody>
          <a:bodyPr wrap="square" rtlCol="0">
            <a:spAutoFit/>
          </a:bodyPr>
          <a:lstStyle/>
          <a:p>
            <a:r>
              <a:rPr lang="en-US" altLang="zh-CN" sz="1900" b="1" err="1">
                <a:solidFill>
                  <a:srgbClr val="297FD5"/>
                </a:solidFill>
                <a:latin typeface="+mj-lt"/>
                <a:ea typeface="微软雅黑"/>
                <a:cs typeface="+mn-ea"/>
                <a:sym typeface="+mn-lt"/>
              </a:rPr>
              <a:t>Tạo</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và</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quản</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lý</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máy</a:t>
            </a:r>
            <a:r>
              <a:rPr lang="en-US" altLang="zh-CN" sz="1900" b="1">
                <a:solidFill>
                  <a:srgbClr val="297FD5"/>
                </a:solidFill>
                <a:latin typeface="+mj-lt"/>
                <a:ea typeface="微软雅黑"/>
                <a:cs typeface="+mn-ea"/>
                <a:sym typeface="+mn-lt"/>
              </a:rPr>
              <a:t> </a:t>
            </a:r>
            <a:r>
              <a:rPr lang="en-US" altLang="zh-CN" sz="1900" b="1" err="1">
                <a:solidFill>
                  <a:srgbClr val="297FD5"/>
                </a:solidFill>
                <a:latin typeface="+mj-lt"/>
                <a:ea typeface="微软雅黑"/>
                <a:cs typeface="+mn-ea"/>
                <a:sym typeface="+mn-lt"/>
              </a:rPr>
              <a:t>ảo</a:t>
            </a:r>
            <a:endParaRPr lang="zh-CN" altLang="en-US" sz="1900" b="1">
              <a:solidFill>
                <a:srgbClr val="297FD5"/>
              </a:solidFill>
              <a:latin typeface="+mj-lt"/>
              <a:ea typeface="微软雅黑"/>
              <a:cs typeface="+mn-ea"/>
              <a:sym typeface="+mn-lt"/>
            </a:endParaRPr>
          </a:p>
        </p:txBody>
      </p:sp>
      <p:sp>
        <p:nvSpPr>
          <p:cNvPr id="38" name="文本框 50">
            <a:extLst>
              <a:ext uri="{FF2B5EF4-FFF2-40B4-BE49-F238E27FC236}">
                <a16:creationId xmlns:a16="http://schemas.microsoft.com/office/drawing/2014/main" id="{28B8247B-859D-4870-97C7-CE63A510C14B}"/>
              </a:ext>
            </a:extLst>
          </p:cNvPr>
          <p:cNvSpPr txBox="1"/>
          <p:nvPr/>
        </p:nvSpPr>
        <p:spPr>
          <a:xfrm>
            <a:off x="5481721" y="3972139"/>
            <a:ext cx="5326446" cy="384721"/>
          </a:xfrm>
          <a:prstGeom prst="rect">
            <a:avLst/>
          </a:prstGeom>
          <a:noFill/>
        </p:spPr>
        <p:txBody>
          <a:bodyPr wrap="square" rtlCol="0">
            <a:spAutoFit/>
          </a:bodyPr>
          <a:lstStyle/>
          <a:p>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Quản</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lý</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và</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giám</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sát</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tài</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nguyên</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ảo</a:t>
            </a:r>
            <a:r>
              <a:rPr lang="en-US" altLang="zh-CN" sz="1900" b="1" dirty="0">
                <a:solidFill>
                  <a:srgbClr val="297FD5"/>
                </a:solidFill>
                <a:latin typeface="+mj-lt"/>
                <a:ea typeface="微软雅黑"/>
                <a:cs typeface="+mn-ea"/>
                <a:sym typeface="+mn-lt"/>
              </a:rPr>
              <a:t> </a:t>
            </a:r>
            <a:r>
              <a:rPr lang="en-US" altLang="zh-CN" sz="1900" b="1" dirty="0" err="1">
                <a:solidFill>
                  <a:srgbClr val="297FD5"/>
                </a:solidFill>
                <a:latin typeface="+mj-lt"/>
                <a:ea typeface="微软雅黑"/>
                <a:cs typeface="+mn-ea"/>
                <a:sym typeface="+mn-lt"/>
              </a:rPr>
              <a:t>hóa</a:t>
            </a:r>
            <a:endParaRPr lang="zh-CN" altLang="en-US" sz="1900" b="1" dirty="0">
              <a:solidFill>
                <a:srgbClr val="297FD5"/>
              </a:solidFill>
              <a:latin typeface="+mj-lt"/>
              <a:ea typeface="微软雅黑"/>
              <a:cs typeface="+mn-ea"/>
              <a:sym typeface="+mn-lt"/>
            </a:endParaRPr>
          </a:p>
        </p:txBody>
      </p:sp>
      <p:grpSp>
        <p:nvGrpSpPr>
          <p:cNvPr id="43" name="组合 84">
            <a:extLst>
              <a:ext uri="{FF2B5EF4-FFF2-40B4-BE49-F238E27FC236}">
                <a16:creationId xmlns:a16="http://schemas.microsoft.com/office/drawing/2014/main" id="{CBA070B2-89F1-8514-6A31-65898D892977}"/>
              </a:ext>
            </a:extLst>
          </p:cNvPr>
          <p:cNvGrpSpPr/>
          <p:nvPr/>
        </p:nvGrpSpPr>
        <p:grpSpPr>
          <a:xfrm>
            <a:off x="4648201" y="4713124"/>
            <a:ext cx="6095999" cy="705467"/>
            <a:chOff x="5910033" y="1400175"/>
            <a:chExt cx="4834167" cy="705467"/>
          </a:xfrm>
        </p:grpSpPr>
        <p:sp>
          <p:nvSpPr>
            <p:cNvPr id="55" name="矩形: 圆角 89">
              <a:extLst>
                <a:ext uri="{FF2B5EF4-FFF2-40B4-BE49-F238E27FC236}">
                  <a16:creationId xmlns:a16="http://schemas.microsoft.com/office/drawing/2014/main" id="{269CFDF2-6FFB-41E1-E801-5DFDDF8FEC12}"/>
                </a:ext>
              </a:extLst>
            </p:cNvPr>
            <p:cNvSpPr/>
            <p:nvPr/>
          </p:nvSpPr>
          <p:spPr>
            <a:xfrm>
              <a:off x="6249307" y="1508126"/>
              <a:ext cx="4494893" cy="528321"/>
            </a:xfrm>
            <a:prstGeom prst="roundRect">
              <a:avLst>
                <a:gd name="adj" fmla="val 50000"/>
              </a:avLst>
            </a:prstGeom>
            <a:solidFill>
              <a:sysClr val="window" lastClr="FFFFFF"/>
            </a:solidFill>
            <a:ln w="19050" cap="flat" cmpd="sng" algn="ctr">
              <a:solidFill>
                <a:srgbClr val="226AB2"/>
              </a:solidFill>
              <a:prstDash val="solid"/>
              <a:miter lim="800000"/>
            </a:ln>
            <a:effectLst>
              <a:outerShdw blurRad="63500" sx="102000" sy="102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mj-lt"/>
                <a:ea typeface="微软雅黑"/>
                <a:cs typeface="+mn-ea"/>
                <a:sym typeface="+mn-lt"/>
              </a:endParaRPr>
            </a:p>
          </p:txBody>
        </p:sp>
        <p:grpSp>
          <p:nvGrpSpPr>
            <p:cNvPr id="57" name="组合 86">
              <a:extLst>
                <a:ext uri="{FF2B5EF4-FFF2-40B4-BE49-F238E27FC236}">
                  <a16:creationId xmlns:a16="http://schemas.microsoft.com/office/drawing/2014/main" id="{537B8ED6-00A3-A65D-DEB2-A77CF3708B8A}"/>
                </a:ext>
              </a:extLst>
            </p:cNvPr>
            <p:cNvGrpSpPr/>
            <p:nvPr/>
          </p:nvGrpSpPr>
          <p:grpSpPr>
            <a:xfrm>
              <a:off x="5910033" y="1400175"/>
              <a:ext cx="716967" cy="705467"/>
              <a:chOff x="5952414" y="1426107"/>
              <a:chExt cx="716967" cy="705467"/>
            </a:xfrm>
          </p:grpSpPr>
          <p:sp>
            <p:nvSpPr>
              <p:cNvPr id="58" name="矩形: 圆角 87">
                <a:extLst>
                  <a:ext uri="{FF2B5EF4-FFF2-40B4-BE49-F238E27FC236}">
                    <a16:creationId xmlns:a16="http://schemas.microsoft.com/office/drawing/2014/main" id="{1396B233-33FB-4788-6DC6-778E6A1D1E04}"/>
                  </a:ext>
                </a:extLst>
              </p:cNvPr>
              <p:cNvSpPr/>
              <p:nvPr/>
            </p:nvSpPr>
            <p:spPr>
              <a:xfrm>
                <a:off x="5952414" y="1426107"/>
                <a:ext cx="716967" cy="705467"/>
              </a:xfrm>
              <a:prstGeom prst="roundRect">
                <a:avLst>
                  <a:gd name="adj" fmla="val 50000"/>
                </a:avLst>
              </a:prstGeom>
              <a:gradFill>
                <a:gsLst>
                  <a:gs pos="47000">
                    <a:srgbClr val="297FD5"/>
                  </a:gs>
                  <a:gs pos="100000">
                    <a:srgbClr val="297FD5">
                      <a:lumMod val="75000"/>
                    </a:srgb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59" name="文本框 88">
                <a:extLst>
                  <a:ext uri="{FF2B5EF4-FFF2-40B4-BE49-F238E27FC236}">
                    <a16:creationId xmlns:a16="http://schemas.microsoft.com/office/drawing/2014/main" id="{9EF0A06D-133F-92D6-186B-14F26D953167}"/>
                  </a:ext>
                </a:extLst>
              </p:cNvPr>
              <p:cNvSpPr txBox="1"/>
              <p:nvPr/>
            </p:nvSpPr>
            <p:spPr>
              <a:xfrm>
                <a:off x="6046920" y="1567385"/>
                <a:ext cx="556823"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white"/>
                    </a:solidFill>
                    <a:effectLst/>
                    <a:uLnTx/>
                    <a:uFillTx/>
                    <a:latin typeface="+mj-lt"/>
                    <a:ea typeface="微软雅黑"/>
                    <a:cs typeface="+mn-ea"/>
                    <a:sym typeface="+mn-lt"/>
                  </a:rPr>
                  <a:t>05</a:t>
                </a:r>
                <a:endParaRPr kumimoji="0" lang="zh-CN" altLang="en-US" sz="2400" b="0" i="0" u="none" strike="noStrike" kern="0" cap="none" spc="0" normalizeH="0" baseline="0" noProof="0" dirty="0">
                  <a:ln>
                    <a:noFill/>
                  </a:ln>
                  <a:solidFill>
                    <a:prstClr val="white"/>
                  </a:solidFill>
                  <a:effectLst/>
                  <a:uLnTx/>
                  <a:uFillTx/>
                  <a:latin typeface="+mj-lt"/>
                  <a:ea typeface="微软雅黑"/>
                  <a:cs typeface="+mn-ea"/>
                  <a:sym typeface="+mn-lt"/>
                </a:endParaRPr>
              </a:p>
            </p:txBody>
          </p:sp>
        </p:grpSp>
      </p:grpSp>
      <p:sp>
        <p:nvSpPr>
          <p:cNvPr id="60" name="文本框 50">
            <a:extLst>
              <a:ext uri="{FF2B5EF4-FFF2-40B4-BE49-F238E27FC236}">
                <a16:creationId xmlns:a16="http://schemas.microsoft.com/office/drawing/2014/main" id="{7E0E85F1-5930-7126-D0BC-BFF21C5AAE24}"/>
              </a:ext>
            </a:extLst>
          </p:cNvPr>
          <p:cNvSpPr txBox="1"/>
          <p:nvPr/>
        </p:nvSpPr>
        <p:spPr>
          <a:xfrm>
            <a:off x="5481721" y="4854402"/>
            <a:ext cx="5326446" cy="384721"/>
          </a:xfrm>
          <a:prstGeom prst="rect">
            <a:avLst/>
          </a:prstGeom>
          <a:noFill/>
        </p:spPr>
        <p:txBody>
          <a:bodyPr wrap="square" rtlCol="0">
            <a:spAutoFit/>
          </a:bodyPr>
          <a:lstStyle/>
          <a:p>
            <a:r>
              <a:rPr lang="en-US" altLang="zh-CN" sz="1900" b="1" dirty="0">
                <a:solidFill>
                  <a:srgbClr val="297FD5"/>
                </a:solidFill>
                <a:latin typeface="+mj-lt"/>
                <a:ea typeface="微软雅黑"/>
                <a:cs typeface="+mn-ea"/>
                <a:sym typeface="+mn-lt"/>
              </a:rPr>
              <a:t> vSphere Cluster</a:t>
            </a:r>
            <a:endParaRPr lang="zh-CN" altLang="en-US" sz="1900" b="1" dirty="0">
              <a:solidFill>
                <a:srgbClr val="297FD5"/>
              </a:solidFill>
              <a:latin typeface="+mj-lt"/>
              <a:ea typeface="微软雅黑"/>
              <a:cs typeface="+mn-ea"/>
              <a:sym typeface="+mn-lt"/>
            </a:endParaRPr>
          </a:p>
        </p:txBody>
      </p:sp>
    </p:spTree>
    <p:extLst>
      <p:ext uri="{BB962C8B-B14F-4D97-AF65-F5344CB8AC3E}">
        <p14:creationId xmlns:p14="http://schemas.microsoft.com/office/powerpoint/2010/main" val="397602221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18">
            <a:extLst>
              <a:ext uri="{FF2B5EF4-FFF2-40B4-BE49-F238E27FC236}">
                <a16:creationId xmlns:a16="http://schemas.microsoft.com/office/drawing/2014/main" id="{2EFBAB33-92E0-44B8-9734-552B0196880E}"/>
              </a:ext>
            </a:extLst>
          </p:cNvPr>
          <p:cNvGrpSpPr/>
          <p:nvPr/>
        </p:nvGrpSpPr>
        <p:grpSpPr>
          <a:xfrm>
            <a:off x="2016905" y="2207506"/>
            <a:ext cx="2936096" cy="2507184"/>
            <a:chOff x="2321705" y="2270688"/>
            <a:chExt cx="2936096" cy="2507184"/>
          </a:xfrm>
        </p:grpSpPr>
        <p:pic>
          <p:nvPicPr>
            <p:cNvPr id="4" name="图片 2">
              <a:extLst>
                <a:ext uri="{FF2B5EF4-FFF2-40B4-BE49-F238E27FC236}">
                  <a16:creationId xmlns:a16="http://schemas.microsoft.com/office/drawing/2014/main" id="{7D116056-A838-4B25-B6E2-6B27D11C14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21705" y="2270688"/>
              <a:ext cx="2936096" cy="2507184"/>
            </a:xfrm>
            <a:prstGeom prst="rect">
              <a:avLst/>
            </a:prstGeom>
          </p:spPr>
        </p:pic>
        <p:sp>
          <p:nvSpPr>
            <p:cNvPr id="5" name="椭圆 3">
              <a:extLst>
                <a:ext uri="{FF2B5EF4-FFF2-40B4-BE49-F238E27FC236}">
                  <a16:creationId xmlns:a16="http://schemas.microsoft.com/office/drawing/2014/main" id="{DE54E3AC-CD97-484B-9256-A2E38CEF39D1}"/>
                </a:ext>
              </a:extLst>
            </p:cNvPr>
            <p:cNvSpPr/>
            <p:nvPr/>
          </p:nvSpPr>
          <p:spPr>
            <a:xfrm>
              <a:off x="3089528" y="2741103"/>
              <a:ext cx="1302155" cy="1302155"/>
            </a:xfrm>
            <a:prstGeom prst="ellipse">
              <a:avLst/>
            </a:prstGeom>
            <a:solidFill>
              <a:sysClr val="window" lastClr="FFFFFF"/>
            </a:solidFill>
            <a:ln w="12700" cap="flat" cmpd="sng" algn="ctr">
              <a:noFill/>
              <a:prstDash val="solid"/>
              <a:miter lim="800000"/>
            </a:ln>
            <a:effectLst>
              <a:outerShdw blurRad="63500" sx="106000" sy="106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6" name="文本框 17">
              <a:extLst>
                <a:ext uri="{FF2B5EF4-FFF2-40B4-BE49-F238E27FC236}">
                  <a16:creationId xmlns:a16="http://schemas.microsoft.com/office/drawing/2014/main" id="{791BC117-CE27-4812-B68D-1AF22C72C599}"/>
                </a:ext>
              </a:extLst>
            </p:cNvPr>
            <p:cNvSpPr txBox="1"/>
            <p:nvPr/>
          </p:nvSpPr>
          <p:spPr>
            <a:xfrm>
              <a:off x="3237076" y="2935863"/>
              <a:ext cx="1007057" cy="830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800" b="0" i="0" u="none" strike="noStrike" kern="0" cap="none" spc="0" normalizeH="0" baseline="0" noProof="0">
                  <a:ln>
                    <a:noFill/>
                  </a:ln>
                  <a:solidFill>
                    <a:srgbClr val="297FD5"/>
                  </a:solidFill>
                  <a:effectLst/>
                  <a:uLnTx/>
                  <a:uFillTx/>
                  <a:latin typeface="+mj-lt"/>
                  <a:ea typeface="微软雅黑"/>
                  <a:cs typeface="+mn-ea"/>
                  <a:sym typeface="+mn-lt"/>
                </a:rPr>
                <a:t>01</a:t>
              </a:r>
              <a:endParaRPr kumimoji="0" lang="zh-CN" altLang="en-US" sz="4800" b="0" i="0" u="none" strike="noStrike" kern="0" cap="none" spc="0" normalizeH="0" baseline="0" noProof="0">
                <a:ln>
                  <a:noFill/>
                </a:ln>
                <a:solidFill>
                  <a:srgbClr val="297FD5"/>
                </a:solidFill>
                <a:effectLst/>
                <a:uLnTx/>
                <a:uFillTx/>
                <a:latin typeface="+mj-lt"/>
                <a:ea typeface="微软雅黑"/>
                <a:cs typeface="+mn-ea"/>
                <a:sym typeface="+mn-lt"/>
              </a:endParaRPr>
            </a:p>
          </p:txBody>
        </p:sp>
      </p:grpSp>
      <p:sp>
        <p:nvSpPr>
          <p:cNvPr id="8" name="文本框 52">
            <a:extLst>
              <a:ext uri="{FF2B5EF4-FFF2-40B4-BE49-F238E27FC236}">
                <a16:creationId xmlns:a16="http://schemas.microsoft.com/office/drawing/2014/main" id="{08723ACA-BCA5-4CD3-A19D-058C659ACFD3}"/>
              </a:ext>
            </a:extLst>
          </p:cNvPr>
          <p:cNvSpPr txBox="1"/>
          <p:nvPr/>
        </p:nvSpPr>
        <p:spPr>
          <a:xfrm>
            <a:off x="5240181" y="3328998"/>
            <a:ext cx="5415051" cy="394210"/>
          </a:xfrm>
          <a:prstGeom prst="rect">
            <a:avLst/>
          </a:prstGeom>
          <a:noFill/>
        </p:spPr>
        <p:txBody>
          <a:bodyPr wrap="square" rtlCol="0">
            <a:spAutoFit/>
          </a:bodyPr>
          <a:lstStyle/>
          <a:p>
            <a:pPr lvl="0">
              <a:lnSpc>
                <a:spcPct val="120000"/>
              </a:lnSpc>
              <a:defRPr/>
            </a:pPr>
            <a:r>
              <a:rPr lang="en-US" altLang="zh-CN" kern="0" dirty="0" err="1">
                <a:solidFill>
                  <a:srgbClr val="404040"/>
                </a:solidFill>
                <a:latin typeface="+mj-lt"/>
                <a:ea typeface="微软雅黑"/>
                <a:cs typeface="+mn-ea"/>
                <a:sym typeface="+mn-lt"/>
              </a:rPr>
              <a:t>Mục</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tiêu</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nội</a:t>
            </a:r>
            <a:r>
              <a:rPr lang="en-US" altLang="zh-CN" kern="0" dirty="0">
                <a:solidFill>
                  <a:srgbClr val="404040"/>
                </a:solidFill>
                <a:latin typeface="+mj-lt"/>
                <a:ea typeface="微软雅黑"/>
                <a:cs typeface="+mn-ea"/>
                <a:sym typeface="+mn-lt"/>
              </a:rPr>
              <a:t> dung </a:t>
            </a:r>
            <a:r>
              <a:rPr lang="en-US" altLang="zh-CN" kern="0" dirty="0" err="1">
                <a:solidFill>
                  <a:srgbClr val="404040"/>
                </a:solidFill>
                <a:latin typeface="+mj-lt"/>
                <a:ea typeface="微软雅黑"/>
                <a:cs typeface="+mn-ea"/>
                <a:sym typeface="+mn-lt"/>
              </a:rPr>
              <a:t>và</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đối</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tượng</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của</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khóa</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học</a:t>
            </a:r>
            <a:endParaRPr lang="zh-CN" altLang="zh-CN" kern="0" dirty="0">
              <a:solidFill>
                <a:srgbClr val="404040"/>
              </a:solidFill>
              <a:latin typeface="+mj-lt"/>
              <a:ea typeface="微软雅黑"/>
              <a:cs typeface="+mn-ea"/>
              <a:sym typeface="+mn-lt"/>
            </a:endParaRPr>
          </a:p>
        </p:txBody>
      </p:sp>
      <p:cxnSp>
        <p:nvCxnSpPr>
          <p:cNvPr id="9" name="直接连接符 20">
            <a:extLst>
              <a:ext uri="{FF2B5EF4-FFF2-40B4-BE49-F238E27FC236}">
                <a16:creationId xmlns:a16="http://schemas.microsoft.com/office/drawing/2014/main" id="{73CF0CA4-8AE0-4478-A2C9-256D0DA8E716}"/>
              </a:ext>
            </a:extLst>
          </p:cNvPr>
          <p:cNvCxnSpPr/>
          <p:nvPr/>
        </p:nvCxnSpPr>
        <p:spPr>
          <a:xfrm>
            <a:off x="5362998" y="3262363"/>
            <a:ext cx="3187994" cy="0"/>
          </a:xfrm>
          <a:prstGeom prst="line">
            <a:avLst/>
          </a:prstGeom>
          <a:noFill/>
          <a:ln w="6350" cap="flat" cmpd="sng" algn="ctr">
            <a:solidFill>
              <a:srgbClr val="297FD5"/>
            </a:solidFill>
            <a:prstDash val="solid"/>
            <a:miter lim="800000"/>
          </a:ln>
          <a:effectLst/>
        </p:spPr>
      </p:cxnSp>
      <p:sp>
        <p:nvSpPr>
          <p:cNvPr id="11" name="文本框 50">
            <a:extLst>
              <a:ext uri="{FF2B5EF4-FFF2-40B4-BE49-F238E27FC236}">
                <a16:creationId xmlns:a16="http://schemas.microsoft.com/office/drawing/2014/main" id="{2CF99E7E-B7DB-4CA2-AFD6-6EDAB5EF2A28}"/>
              </a:ext>
            </a:extLst>
          </p:cNvPr>
          <p:cNvSpPr txBox="1"/>
          <p:nvPr/>
        </p:nvSpPr>
        <p:spPr>
          <a:xfrm>
            <a:off x="5240181" y="2718792"/>
            <a:ext cx="5326446" cy="523220"/>
          </a:xfrm>
          <a:prstGeom prst="rect">
            <a:avLst/>
          </a:prstGeom>
          <a:noFill/>
        </p:spPr>
        <p:txBody>
          <a:bodyPr wrap="square" rtlCol="0">
            <a:spAutoFit/>
          </a:bodyPr>
          <a:lstStyle/>
          <a:p>
            <a:r>
              <a:rPr lang="en-US" altLang="zh-CN" sz="2800" b="1" err="1">
                <a:solidFill>
                  <a:srgbClr val="297FD5"/>
                </a:solidFill>
                <a:latin typeface="+mj-lt"/>
                <a:ea typeface="微软雅黑"/>
                <a:cs typeface="+mn-ea"/>
                <a:sym typeface="+mn-lt"/>
              </a:rPr>
              <a:t>Giới</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thiệu</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khóa</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học</a:t>
            </a:r>
            <a:endParaRPr lang="zh-CN" altLang="en-US" sz="2800" b="1">
              <a:solidFill>
                <a:srgbClr val="297FD5"/>
              </a:solidFill>
              <a:latin typeface="+mj-lt"/>
              <a:ea typeface="微软雅黑"/>
              <a:cs typeface="+mn-ea"/>
              <a:sym typeface="+mn-lt"/>
            </a:endParaRPr>
          </a:p>
        </p:txBody>
      </p:sp>
    </p:spTree>
    <p:extLst>
      <p:ext uri="{BB962C8B-B14F-4D97-AF65-F5344CB8AC3E}">
        <p14:creationId xmlns:p14="http://schemas.microsoft.com/office/powerpoint/2010/main" val="2238863189"/>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72F780-DFEB-4C3C-8789-6722BBDF43FB}"/>
              </a:ext>
            </a:extLst>
          </p:cNvPr>
          <p:cNvSpPr>
            <a:spLocks noGrp="1"/>
          </p:cNvSpPr>
          <p:nvPr>
            <p:ph type="sldNum" sz="quarter" idx="4294967295"/>
          </p:nvPr>
        </p:nvSpPr>
        <p:spPr>
          <a:xfrm>
            <a:off x="9448800" y="6170613"/>
            <a:ext cx="2743200" cy="365125"/>
          </a:xfrm>
        </p:spPr>
        <p:txBody>
          <a:bodyPr/>
          <a:lstStyle/>
          <a:p>
            <a:fld id="{17F55963-6440-4C45-BA09-4E6A99D1BBE0}" type="slidenum">
              <a:rPr lang="en-US" sz="1400" b="1" smtClean="0">
                <a:solidFill>
                  <a:schemeClr val="bg1"/>
                </a:solidFill>
              </a:rPr>
              <a:t>4</a:t>
            </a:fld>
            <a:endParaRPr lang="en-US" sz="1400" b="1">
              <a:solidFill>
                <a:schemeClr val="bg1"/>
              </a:solidFill>
            </a:endParaRPr>
          </a:p>
        </p:txBody>
      </p:sp>
      <p:graphicFrame>
        <p:nvGraphicFramePr>
          <p:cNvPr id="15" name="Diagram 14">
            <a:extLst>
              <a:ext uri="{FF2B5EF4-FFF2-40B4-BE49-F238E27FC236}">
                <a16:creationId xmlns:a16="http://schemas.microsoft.com/office/drawing/2014/main" id="{5456406A-1CF1-3985-178C-0FE142515EB6}"/>
              </a:ext>
            </a:extLst>
          </p:cNvPr>
          <p:cNvGraphicFramePr/>
          <p:nvPr>
            <p:extLst>
              <p:ext uri="{D42A27DB-BD31-4B8C-83A1-F6EECF244321}">
                <p14:modId xmlns:p14="http://schemas.microsoft.com/office/powerpoint/2010/main" val="1686903301"/>
              </p:ext>
            </p:extLst>
          </p:nvPr>
        </p:nvGraphicFramePr>
        <p:xfrm>
          <a:off x="2971800" y="982630"/>
          <a:ext cx="88392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 name="Picture 15">
            <a:extLst>
              <a:ext uri="{FF2B5EF4-FFF2-40B4-BE49-F238E27FC236}">
                <a16:creationId xmlns:a16="http://schemas.microsoft.com/office/drawing/2014/main" id="{51BD7353-6549-485E-7F1C-64BD219EF04B}"/>
              </a:ext>
            </a:extLst>
          </p:cNvPr>
          <p:cNvPicPr>
            <a:picLocks noChangeAspect="1"/>
          </p:cNvPicPr>
          <p:nvPr/>
        </p:nvPicPr>
        <p:blipFill rotWithShape="1">
          <a:blip r:embed="rId7">
            <a:extLst>
              <a:ext uri="{28A0092B-C50C-407E-A947-70E740481C1C}">
                <a14:useLocalDpi xmlns:a14="http://schemas.microsoft.com/office/drawing/2010/main" val="0"/>
              </a:ext>
            </a:extLst>
          </a:blip>
          <a:srcRect t="15861" r="50000" b="15257"/>
          <a:stretch/>
        </p:blipFill>
        <p:spPr>
          <a:xfrm>
            <a:off x="165929" y="2620930"/>
            <a:ext cx="2216777" cy="1981200"/>
          </a:xfrm>
          <a:prstGeom prst="ellipse">
            <a:avLst/>
          </a:prstGeom>
          <a:ln>
            <a:noFill/>
          </a:ln>
          <a:effectLst>
            <a:softEdge rad="112500"/>
          </a:effectLst>
        </p:spPr>
      </p:pic>
      <p:sp>
        <p:nvSpPr>
          <p:cNvPr id="17" name="Rectangle 16">
            <a:extLst>
              <a:ext uri="{FF2B5EF4-FFF2-40B4-BE49-F238E27FC236}">
                <a16:creationId xmlns:a16="http://schemas.microsoft.com/office/drawing/2014/main" id="{30FD7602-8182-B9F3-6415-7BC0A3F9A23E}"/>
              </a:ext>
            </a:extLst>
          </p:cNvPr>
          <p:cNvSpPr/>
          <p:nvPr/>
        </p:nvSpPr>
        <p:spPr>
          <a:xfrm>
            <a:off x="216176" y="1872201"/>
            <a:ext cx="2116285" cy="837473"/>
          </a:xfrm>
          <a:prstGeom prst="rect">
            <a:avLst/>
          </a:prstGeom>
        </p:spPr>
        <p:txBody>
          <a:bodyPr wrap="none" anchor="ctr" anchorCtr="0">
            <a:spAutoFit/>
          </a:bodyPr>
          <a:lstStyle/>
          <a:p>
            <a:pPr>
              <a:lnSpc>
                <a:spcPct val="150000"/>
              </a:lnSpc>
              <a:buNone/>
              <a:defRPr/>
            </a:pPr>
            <a:r>
              <a:rPr lang="en-US" sz="3600" b="1">
                <a:solidFill>
                  <a:srgbClr val="553A78"/>
                </a:solidFill>
                <a:effectLst>
                  <a:outerShdw blurRad="38100" dist="38100" dir="2700000" algn="tl">
                    <a:srgbClr val="C0C0C0"/>
                  </a:outerShdw>
                </a:effectLst>
              </a:rPr>
              <a:t>MỤC TIÊU</a:t>
            </a:r>
            <a:endParaRPr lang="en-US" sz="3600" b="1">
              <a:solidFill>
                <a:schemeClr val="tx1">
                  <a:lumMod val="50000"/>
                </a:schemeClr>
              </a:solidFill>
              <a:effectLst>
                <a:outerShdw blurRad="38100" dist="38100" dir="2700000" algn="tl">
                  <a:srgbClr val="C0C0C0"/>
                </a:outerShdw>
              </a:effectLst>
            </a:endParaRPr>
          </a:p>
        </p:txBody>
      </p:sp>
      <p:sp>
        <p:nvSpPr>
          <p:cNvPr id="18" name="TextBox 17">
            <a:extLst>
              <a:ext uri="{FF2B5EF4-FFF2-40B4-BE49-F238E27FC236}">
                <a16:creationId xmlns:a16="http://schemas.microsoft.com/office/drawing/2014/main" id="{7D9A8390-80A2-93ED-1536-14BD58DB2597}"/>
              </a:ext>
            </a:extLst>
          </p:cNvPr>
          <p:cNvSpPr txBox="1"/>
          <p:nvPr/>
        </p:nvSpPr>
        <p:spPr>
          <a:xfrm>
            <a:off x="3238896" y="1367328"/>
            <a:ext cx="393056" cy="584775"/>
          </a:xfrm>
          <a:prstGeom prst="rect">
            <a:avLst/>
          </a:prstGeom>
          <a:noFill/>
        </p:spPr>
        <p:txBody>
          <a:bodyPr wrap="none" rtlCol="0">
            <a:spAutoFit/>
          </a:bodyPr>
          <a:lstStyle/>
          <a:p>
            <a:r>
              <a:rPr lang="en-US" sz="3200" b="1">
                <a:solidFill>
                  <a:srgbClr val="C00000"/>
                </a:solidFill>
              </a:rPr>
              <a:t>1</a:t>
            </a:r>
          </a:p>
        </p:txBody>
      </p:sp>
      <p:sp>
        <p:nvSpPr>
          <p:cNvPr id="19" name="TextBox 18">
            <a:extLst>
              <a:ext uri="{FF2B5EF4-FFF2-40B4-BE49-F238E27FC236}">
                <a16:creationId xmlns:a16="http://schemas.microsoft.com/office/drawing/2014/main" id="{D688F5AE-7C04-FFC2-7028-8CE09BF6CC9F}"/>
              </a:ext>
            </a:extLst>
          </p:cNvPr>
          <p:cNvSpPr txBox="1"/>
          <p:nvPr/>
        </p:nvSpPr>
        <p:spPr>
          <a:xfrm>
            <a:off x="3733800" y="2328542"/>
            <a:ext cx="393056" cy="584775"/>
          </a:xfrm>
          <a:prstGeom prst="rect">
            <a:avLst/>
          </a:prstGeom>
          <a:noFill/>
        </p:spPr>
        <p:txBody>
          <a:bodyPr wrap="none" rtlCol="0">
            <a:spAutoFit/>
          </a:bodyPr>
          <a:lstStyle/>
          <a:p>
            <a:r>
              <a:rPr lang="en-US" sz="3200" b="1">
                <a:solidFill>
                  <a:srgbClr val="C00000"/>
                </a:solidFill>
              </a:rPr>
              <a:t>2</a:t>
            </a:r>
          </a:p>
        </p:txBody>
      </p:sp>
      <p:sp>
        <p:nvSpPr>
          <p:cNvPr id="20" name="TextBox 19">
            <a:extLst>
              <a:ext uri="{FF2B5EF4-FFF2-40B4-BE49-F238E27FC236}">
                <a16:creationId xmlns:a16="http://schemas.microsoft.com/office/drawing/2014/main" id="{BC231805-B447-C700-7C57-BC3D8743B35A}"/>
              </a:ext>
            </a:extLst>
          </p:cNvPr>
          <p:cNvSpPr txBox="1"/>
          <p:nvPr/>
        </p:nvSpPr>
        <p:spPr>
          <a:xfrm>
            <a:off x="3910448" y="3352567"/>
            <a:ext cx="393056" cy="584775"/>
          </a:xfrm>
          <a:prstGeom prst="rect">
            <a:avLst/>
          </a:prstGeom>
          <a:noFill/>
        </p:spPr>
        <p:txBody>
          <a:bodyPr wrap="none" rtlCol="0">
            <a:spAutoFit/>
          </a:bodyPr>
          <a:lstStyle/>
          <a:p>
            <a:r>
              <a:rPr lang="en-US" sz="3200" b="1">
                <a:solidFill>
                  <a:srgbClr val="C00000"/>
                </a:solidFill>
              </a:rPr>
              <a:t>3</a:t>
            </a:r>
          </a:p>
        </p:txBody>
      </p:sp>
      <p:sp>
        <p:nvSpPr>
          <p:cNvPr id="21" name="TextBox 20">
            <a:extLst>
              <a:ext uri="{FF2B5EF4-FFF2-40B4-BE49-F238E27FC236}">
                <a16:creationId xmlns:a16="http://schemas.microsoft.com/office/drawing/2014/main" id="{2F1E9485-C93D-7FE2-295C-E0BDC4994A1D}"/>
              </a:ext>
            </a:extLst>
          </p:cNvPr>
          <p:cNvSpPr txBox="1"/>
          <p:nvPr/>
        </p:nvSpPr>
        <p:spPr>
          <a:xfrm>
            <a:off x="3733800" y="4341204"/>
            <a:ext cx="393056" cy="584775"/>
          </a:xfrm>
          <a:prstGeom prst="rect">
            <a:avLst/>
          </a:prstGeom>
          <a:noFill/>
        </p:spPr>
        <p:txBody>
          <a:bodyPr wrap="none" rtlCol="0">
            <a:spAutoFit/>
          </a:bodyPr>
          <a:lstStyle/>
          <a:p>
            <a:r>
              <a:rPr lang="en-US" sz="3200" b="1">
                <a:solidFill>
                  <a:srgbClr val="C00000"/>
                </a:solidFill>
              </a:rPr>
              <a:t>4</a:t>
            </a:r>
          </a:p>
        </p:txBody>
      </p:sp>
      <p:sp>
        <p:nvSpPr>
          <p:cNvPr id="22" name="TextBox 21">
            <a:extLst>
              <a:ext uri="{FF2B5EF4-FFF2-40B4-BE49-F238E27FC236}">
                <a16:creationId xmlns:a16="http://schemas.microsoft.com/office/drawing/2014/main" id="{6534321A-6023-3A6D-CD8E-7394247C09AF}"/>
              </a:ext>
            </a:extLst>
          </p:cNvPr>
          <p:cNvSpPr txBox="1"/>
          <p:nvPr/>
        </p:nvSpPr>
        <p:spPr>
          <a:xfrm>
            <a:off x="3307216" y="5325339"/>
            <a:ext cx="393056" cy="584775"/>
          </a:xfrm>
          <a:prstGeom prst="rect">
            <a:avLst/>
          </a:prstGeom>
          <a:noFill/>
        </p:spPr>
        <p:txBody>
          <a:bodyPr wrap="none" rtlCol="0">
            <a:spAutoFit/>
          </a:bodyPr>
          <a:lstStyle/>
          <a:p>
            <a:r>
              <a:rPr lang="en-US" sz="3200" b="1">
                <a:solidFill>
                  <a:srgbClr val="C00000"/>
                </a:solidFill>
              </a:rPr>
              <a:t>5</a:t>
            </a:r>
          </a:p>
        </p:txBody>
      </p:sp>
      <p:sp>
        <p:nvSpPr>
          <p:cNvPr id="14" name="TextBox 13">
            <a:extLst>
              <a:ext uri="{FF2B5EF4-FFF2-40B4-BE49-F238E27FC236}">
                <a16:creationId xmlns:a16="http://schemas.microsoft.com/office/drawing/2014/main" id="{A5A2A69E-8F61-14BF-AC45-61860F16AA62}"/>
              </a:ext>
            </a:extLst>
          </p:cNvPr>
          <p:cNvSpPr txBox="1"/>
          <p:nvPr/>
        </p:nvSpPr>
        <p:spPr>
          <a:xfrm>
            <a:off x="-8537249" y="3242198"/>
            <a:ext cx="29260800" cy="369332"/>
          </a:xfrm>
          <a:prstGeom prst="rect">
            <a:avLst/>
          </a:prstGeom>
          <a:noFill/>
        </p:spPr>
        <p:txBody>
          <a:bodyPr wrap="square">
            <a:spAutoFit/>
          </a:bodyPr>
          <a:lstStyle/>
          <a:p>
            <a:r>
              <a:rPr lang="en-US" altLang="zh-CN" sz="1800" kern="0">
                <a:solidFill>
                  <a:srgbClr val="339933"/>
                </a:solidFill>
                <a:latin typeface="+mj-lt"/>
                <a:ea typeface="微软雅黑"/>
                <a:cs typeface="+mn-ea"/>
                <a:sym typeface="+mn-lt"/>
              </a:rPr>
              <a:t>Lợi </a:t>
            </a:r>
            <a:r>
              <a:rPr lang="en-US" altLang="zh-CN" sz="1800" kern="0" err="1">
                <a:solidFill>
                  <a:srgbClr val="339933"/>
                </a:solidFill>
                <a:latin typeface="+mj-lt"/>
                <a:ea typeface="微软雅黑"/>
                <a:cs typeface="+mn-ea"/>
                <a:sym typeface="+mn-lt"/>
              </a:rPr>
              <a:t>ích</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của</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máy</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ảo</a:t>
            </a:r>
            <a:endParaRPr lang="zh-CN" altLang="en-US" sz="1800">
              <a:solidFill>
                <a:srgbClr val="339933"/>
              </a:solidFill>
              <a:latin typeface="+mj-lt"/>
              <a:ea typeface="微软雅黑"/>
              <a:cs typeface="+mn-ea"/>
              <a:sym typeface="+mn-lt"/>
            </a:endParaRPr>
          </a:p>
        </p:txBody>
      </p:sp>
      <p:sp>
        <p:nvSpPr>
          <p:cNvPr id="12" name="TextBox 25">
            <a:extLst>
              <a:ext uri="{FF2B5EF4-FFF2-40B4-BE49-F238E27FC236}">
                <a16:creationId xmlns:a16="http://schemas.microsoft.com/office/drawing/2014/main" id="{B239EC99-AA38-5179-1DE3-2EDC0F557A08}"/>
              </a:ext>
            </a:extLst>
          </p:cNvPr>
          <p:cNvSpPr txBox="1">
            <a:spLocks noChangeArrowheads="1"/>
          </p:cNvSpPr>
          <p:nvPr/>
        </p:nvSpPr>
        <p:spPr bwMode="auto">
          <a:xfrm>
            <a:off x="854049" y="204950"/>
            <a:ext cx="25250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KHÓA HỌC</a:t>
            </a:r>
          </a:p>
          <a:p>
            <a:r>
              <a:rPr lang="en-US" altLang="zh-CN" sz="2000" kern="0" err="1">
                <a:solidFill>
                  <a:srgbClr val="339933"/>
                </a:solidFill>
                <a:latin typeface="Bahnschrift SemiLight SemiConde" panose="020B0502040204020203" pitchFamily="34" charset="0"/>
                <a:ea typeface="微软雅黑"/>
                <a:cs typeface="+mn-ea"/>
                <a:sym typeface="+mn-lt"/>
              </a:rPr>
              <a:t>Mục</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tiêu</a:t>
            </a:r>
            <a:endParaRPr lang="zh-CN" altLang="en-US" sz="2000">
              <a:solidFill>
                <a:srgbClr val="339933"/>
              </a:solidFill>
              <a:latin typeface="Bahnschrift SemiLight SemiConde" panose="020B0502040204020203" pitchFamily="34" charset="0"/>
              <a:ea typeface="微软雅黑"/>
              <a:cs typeface="+mn-ea"/>
              <a:sym typeface="+mn-lt"/>
            </a:endParaRPr>
          </a:p>
        </p:txBody>
      </p:sp>
    </p:spTree>
    <p:extLst>
      <p:ext uri="{BB962C8B-B14F-4D97-AF65-F5344CB8AC3E}">
        <p14:creationId xmlns:p14="http://schemas.microsoft.com/office/powerpoint/2010/main" val="3862985662"/>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72F780-DFEB-4C3C-8789-6722BBDF43FB}"/>
              </a:ext>
            </a:extLst>
          </p:cNvPr>
          <p:cNvSpPr>
            <a:spLocks noGrp="1"/>
          </p:cNvSpPr>
          <p:nvPr>
            <p:ph type="sldNum" sz="quarter" idx="4294967295"/>
          </p:nvPr>
        </p:nvSpPr>
        <p:spPr>
          <a:xfrm>
            <a:off x="9448800" y="6170613"/>
            <a:ext cx="2743200" cy="365125"/>
          </a:xfrm>
        </p:spPr>
        <p:txBody>
          <a:bodyPr/>
          <a:lstStyle/>
          <a:p>
            <a:fld id="{17F55963-6440-4C45-BA09-4E6A99D1BBE0}" type="slidenum">
              <a:rPr lang="en-US" sz="1400" b="1" smtClean="0">
                <a:solidFill>
                  <a:schemeClr val="bg1"/>
                </a:solidFill>
              </a:rPr>
              <a:t>5</a:t>
            </a:fld>
            <a:endParaRPr lang="en-US" sz="1400" b="1">
              <a:solidFill>
                <a:schemeClr val="bg1"/>
              </a:solidFill>
            </a:endParaRPr>
          </a:p>
        </p:txBody>
      </p:sp>
      <p:sp>
        <p:nvSpPr>
          <p:cNvPr id="14" name="TextBox 13">
            <a:extLst>
              <a:ext uri="{FF2B5EF4-FFF2-40B4-BE49-F238E27FC236}">
                <a16:creationId xmlns:a16="http://schemas.microsoft.com/office/drawing/2014/main" id="{A5A2A69E-8F61-14BF-AC45-61860F16AA62}"/>
              </a:ext>
            </a:extLst>
          </p:cNvPr>
          <p:cNvSpPr txBox="1"/>
          <p:nvPr/>
        </p:nvSpPr>
        <p:spPr>
          <a:xfrm>
            <a:off x="-8537249" y="3242198"/>
            <a:ext cx="29260800" cy="369332"/>
          </a:xfrm>
          <a:prstGeom prst="rect">
            <a:avLst/>
          </a:prstGeom>
          <a:noFill/>
        </p:spPr>
        <p:txBody>
          <a:bodyPr wrap="square">
            <a:spAutoFit/>
          </a:bodyPr>
          <a:lstStyle/>
          <a:p>
            <a:r>
              <a:rPr lang="en-US" altLang="zh-CN" sz="1800" kern="0">
                <a:solidFill>
                  <a:srgbClr val="339933"/>
                </a:solidFill>
                <a:latin typeface="+mj-lt"/>
                <a:ea typeface="微软雅黑"/>
                <a:cs typeface="+mn-ea"/>
                <a:sym typeface="+mn-lt"/>
              </a:rPr>
              <a:t>Lợi </a:t>
            </a:r>
            <a:r>
              <a:rPr lang="en-US" altLang="zh-CN" sz="1800" kern="0" err="1">
                <a:solidFill>
                  <a:srgbClr val="339933"/>
                </a:solidFill>
                <a:latin typeface="+mj-lt"/>
                <a:ea typeface="微软雅黑"/>
                <a:cs typeface="+mn-ea"/>
                <a:sym typeface="+mn-lt"/>
              </a:rPr>
              <a:t>ích</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của</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máy</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ảo</a:t>
            </a:r>
            <a:endParaRPr lang="zh-CN" altLang="en-US" sz="1800">
              <a:solidFill>
                <a:srgbClr val="339933"/>
              </a:solidFill>
              <a:latin typeface="+mj-lt"/>
              <a:ea typeface="微软雅黑"/>
              <a:cs typeface="+mn-ea"/>
              <a:sym typeface="+mn-lt"/>
            </a:endParaRPr>
          </a:p>
        </p:txBody>
      </p:sp>
      <p:sp>
        <p:nvSpPr>
          <p:cNvPr id="12" name="TextBox 25">
            <a:extLst>
              <a:ext uri="{FF2B5EF4-FFF2-40B4-BE49-F238E27FC236}">
                <a16:creationId xmlns:a16="http://schemas.microsoft.com/office/drawing/2014/main" id="{B239EC99-AA38-5179-1DE3-2EDC0F557A08}"/>
              </a:ext>
            </a:extLst>
          </p:cNvPr>
          <p:cNvSpPr txBox="1">
            <a:spLocks noChangeArrowheads="1"/>
          </p:cNvSpPr>
          <p:nvPr/>
        </p:nvSpPr>
        <p:spPr bwMode="auto">
          <a:xfrm>
            <a:off x="854049" y="204950"/>
            <a:ext cx="25250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KHÓA HỌC</a:t>
            </a:r>
          </a:p>
          <a:p>
            <a:r>
              <a:rPr lang="en-US" altLang="zh-CN" sz="2000" kern="0" err="1">
                <a:solidFill>
                  <a:srgbClr val="339933"/>
                </a:solidFill>
                <a:latin typeface="Bahnschrift SemiLight SemiConde" panose="020B0502040204020203" pitchFamily="34" charset="0"/>
                <a:ea typeface="微软雅黑"/>
                <a:cs typeface="+mn-ea"/>
                <a:sym typeface="+mn-lt"/>
              </a:rPr>
              <a:t>Đối</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tượng</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khóa</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học</a:t>
            </a:r>
            <a:endParaRPr lang="zh-CN" altLang="en-US" sz="2000">
              <a:solidFill>
                <a:srgbClr val="339933"/>
              </a:solidFill>
              <a:latin typeface="Bahnschrift SemiLight SemiConde" panose="020B0502040204020203" pitchFamily="34" charset="0"/>
              <a:ea typeface="微软雅黑"/>
              <a:cs typeface="+mn-ea"/>
              <a:sym typeface="+mn-lt"/>
            </a:endParaRPr>
          </a:p>
        </p:txBody>
      </p:sp>
      <p:graphicFrame>
        <p:nvGraphicFramePr>
          <p:cNvPr id="4" name="Diagram 3">
            <a:extLst>
              <a:ext uri="{FF2B5EF4-FFF2-40B4-BE49-F238E27FC236}">
                <a16:creationId xmlns:a16="http://schemas.microsoft.com/office/drawing/2014/main" id="{64029519-21CA-A46A-427A-1F2176823E68}"/>
              </a:ext>
            </a:extLst>
          </p:cNvPr>
          <p:cNvGraphicFramePr/>
          <p:nvPr>
            <p:extLst>
              <p:ext uri="{D42A27DB-BD31-4B8C-83A1-F6EECF244321}">
                <p14:modId xmlns:p14="http://schemas.microsoft.com/office/powerpoint/2010/main" val="1684728864"/>
              </p:ext>
            </p:extLst>
          </p:nvPr>
        </p:nvGraphicFramePr>
        <p:xfrm>
          <a:off x="928376" y="1273462"/>
          <a:ext cx="10329549" cy="4676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1085193"/>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72F780-DFEB-4C3C-8789-6722BBDF43FB}"/>
              </a:ext>
            </a:extLst>
          </p:cNvPr>
          <p:cNvSpPr>
            <a:spLocks noGrp="1"/>
          </p:cNvSpPr>
          <p:nvPr>
            <p:ph type="sldNum" sz="quarter" idx="4294967295"/>
          </p:nvPr>
        </p:nvSpPr>
        <p:spPr>
          <a:xfrm>
            <a:off x="9448800" y="6170613"/>
            <a:ext cx="2743200" cy="365125"/>
          </a:xfrm>
        </p:spPr>
        <p:txBody>
          <a:bodyPr/>
          <a:lstStyle/>
          <a:p>
            <a:fld id="{17F55963-6440-4C45-BA09-4E6A99D1BBE0}" type="slidenum">
              <a:rPr lang="en-US" sz="1400" b="1" smtClean="0">
                <a:solidFill>
                  <a:schemeClr val="bg1"/>
                </a:solidFill>
              </a:rPr>
              <a:t>6</a:t>
            </a:fld>
            <a:endParaRPr lang="en-US" sz="1400" b="1">
              <a:solidFill>
                <a:schemeClr val="bg1"/>
              </a:solidFill>
            </a:endParaRPr>
          </a:p>
        </p:txBody>
      </p:sp>
      <p:sp>
        <p:nvSpPr>
          <p:cNvPr id="14" name="TextBox 13">
            <a:extLst>
              <a:ext uri="{FF2B5EF4-FFF2-40B4-BE49-F238E27FC236}">
                <a16:creationId xmlns:a16="http://schemas.microsoft.com/office/drawing/2014/main" id="{A5A2A69E-8F61-14BF-AC45-61860F16AA62}"/>
              </a:ext>
            </a:extLst>
          </p:cNvPr>
          <p:cNvSpPr txBox="1"/>
          <p:nvPr/>
        </p:nvSpPr>
        <p:spPr>
          <a:xfrm>
            <a:off x="-8537249" y="3242198"/>
            <a:ext cx="29260800" cy="369332"/>
          </a:xfrm>
          <a:prstGeom prst="rect">
            <a:avLst/>
          </a:prstGeom>
          <a:noFill/>
        </p:spPr>
        <p:txBody>
          <a:bodyPr wrap="square">
            <a:spAutoFit/>
          </a:bodyPr>
          <a:lstStyle/>
          <a:p>
            <a:r>
              <a:rPr lang="en-US" altLang="zh-CN" sz="1800" kern="0">
                <a:solidFill>
                  <a:srgbClr val="339933"/>
                </a:solidFill>
                <a:latin typeface="+mj-lt"/>
                <a:ea typeface="微软雅黑"/>
                <a:cs typeface="+mn-ea"/>
                <a:sym typeface="+mn-lt"/>
              </a:rPr>
              <a:t>Lợi </a:t>
            </a:r>
            <a:r>
              <a:rPr lang="en-US" altLang="zh-CN" sz="1800" kern="0" err="1">
                <a:solidFill>
                  <a:srgbClr val="339933"/>
                </a:solidFill>
                <a:latin typeface="+mj-lt"/>
                <a:ea typeface="微软雅黑"/>
                <a:cs typeface="+mn-ea"/>
                <a:sym typeface="+mn-lt"/>
              </a:rPr>
              <a:t>ích</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của</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máy</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ảo</a:t>
            </a:r>
            <a:endParaRPr lang="zh-CN" altLang="en-US" sz="1800">
              <a:solidFill>
                <a:srgbClr val="339933"/>
              </a:solidFill>
              <a:latin typeface="+mj-lt"/>
              <a:ea typeface="微软雅黑"/>
              <a:cs typeface="+mn-ea"/>
              <a:sym typeface="+mn-lt"/>
            </a:endParaRPr>
          </a:p>
        </p:txBody>
      </p:sp>
      <p:sp>
        <p:nvSpPr>
          <p:cNvPr id="12" name="TextBox 25">
            <a:extLst>
              <a:ext uri="{FF2B5EF4-FFF2-40B4-BE49-F238E27FC236}">
                <a16:creationId xmlns:a16="http://schemas.microsoft.com/office/drawing/2014/main" id="{B239EC99-AA38-5179-1DE3-2EDC0F557A08}"/>
              </a:ext>
            </a:extLst>
          </p:cNvPr>
          <p:cNvSpPr txBox="1">
            <a:spLocks noChangeArrowheads="1"/>
          </p:cNvSpPr>
          <p:nvPr/>
        </p:nvSpPr>
        <p:spPr bwMode="auto">
          <a:xfrm>
            <a:off x="854049" y="204950"/>
            <a:ext cx="25250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KHÓA HỌC</a:t>
            </a:r>
          </a:p>
          <a:p>
            <a:r>
              <a:rPr lang="en-US" altLang="zh-CN" sz="2000" kern="0" err="1">
                <a:solidFill>
                  <a:srgbClr val="339933"/>
                </a:solidFill>
                <a:latin typeface="Bahnschrift SemiLight SemiConde" panose="020B0502040204020203" pitchFamily="34" charset="0"/>
                <a:ea typeface="微软雅黑"/>
                <a:cs typeface="+mn-ea"/>
                <a:sym typeface="+mn-lt"/>
              </a:rPr>
              <a:t>Nội</a:t>
            </a:r>
            <a:r>
              <a:rPr lang="en-US" altLang="zh-CN" sz="2000" kern="0">
                <a:solidFill>
                  <a:srgbClr val="339933"/>
                </a:solidFill>
                <a:latin typeface="Bahnschrift SemiLight SemiConde" panose="020B0502040204020203" pitchFamily="34" charset="0"/>
                <a:ea typeface="微软雅黑"/>
                <a:cs typeface="+mn-ea"/>
                <a:sym typeface="+mn-lt"/>
              </a:rPr>
              <a:t> dung </a:t>
            </a:r>
            <a:r>
              <a:rPr lang="en-US" altLang="zh-CN" sz="2000" kern="0" err="1">
                <a:solidFill>
                  <a:srgbClr val="339933"/>
                </a:solidFill>
                <a:latin typeface="Bahnschrift SemiLight SemiConde" panose="020B0502040204020203" pitchFamily="34" charset="0"/>
                <a:ea typeface="微软雅黑"/>
                <a:cs typeface="+mn-ea"/>
                <a:sym typeface="+mn-lt"/>
              </a:rPr>
              <a:t>khóa</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học</a:t>
            </a:r>
            <a:endParaRPr lang="zh-CN" altLang="en-US" sz="2000">
              <a:solidFill>
                <a:srgbClr val="339933"/>
              </a:solidFill>
              <a:latin typeface="Bahnschrift SemiLight SemiConde" panose="020B0502040204020203" pitchFamily="34" charset="0"/>
              <a:ea typeface="微软雅黑"/>
              <a:cs typeface="+mn-ea"/>
              <a:sym typeface="+mn-lt"/>
            </a:endParaRPr>
          </a:p>
        </p:txBody>
      </p:sp>
      <p:graphicFrame>
        <p:nvGraphicFramePr>
          <p:cNvPr id="3" name="Diagram 2">
            <a:extLst>
              <a:ext uri="{FF2B5EF4-FFF2-40B4-BE49-F238E27FC236}">
                <a16:creationId xmlns:a16="http://schemas.microsoft.com/office/drawing/2014/main" id="{766284CE-D4F1-2875-736F-7CBEDA2D1E64}"/>
              </a:ext>
            </a:extLst>
          </p:cNvPr>
          <p:cNvGraphicFramePr/>
          <p:nvPr>
            <p:extLst>
              <p:ext uri="{D42A27DB-BD31-4B8C-83A1-F6EECF244321}">
                <p14:modId xmlns:p14="http://schemas.microsoft.com/office/powerpoint/2010/main" val="758552485"/>
              </p:ext>
            </p:extLst>
          </p:nvPr>
        </p:nvGraphicFramePr>
        <p:xfrm>
          <a:off x="978195" y="1342510"/>
          <a:ext cx="10058400" cy="4399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2774463"/>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72F780-DFEB-4C3C-8789-6722BBDF43FB}"/>
              </a:ext>
            </a:extLst>
          </p:cNvPr>
          <p:cNvSpPr>
            <a:spLocks noGrp="1"/>
          </p:cNvSpPr>
          <p:nvPr>
            <p:ph type="sldNum" sz="quarter" idx="4294967295"/>
          </p:nvPr>
        </p:nvSpPr>
        <p:spPr>
          <a:xfrm>
            <a:off x="9448800" y="6170613"/>
            <a:ext cx="2743200" cy="365125"/>
          </a:xfrm>
        </p:spPr>
        <p:txBody>
          <a:bodyPr/>
          <a:lstStyle/>
          <a:p>
            <a:fld id="{17F55963-6440-4C45-BA09-4E6A99D1BBE0}" type="slidenum">
              <a:rPr lang="en-US" sz="1400" b="1" smtClean="0">
                <a:solidFill>
                  <a:schemeClr val="bg1"/>
                </a:solidFill>
              </a:rPr>
              <a:t>7</a:t>
            </a:fld>
            <a:endParaRPr lang="en-US" sz="1400" b="1">
              <a:solidFill>
                <a:schemeClr val="bg1"/>
              </a:solidFill>
            </a:endParaRPr>
          </a:p>
        </p:txBody>
      </p:sp>
      <p:sp>
        <p:nvSpPr>
          <p:cNvPr id="14" name="TextBox 13">
            <a:extLst>
              <a:ext uri="{FF2B5EF4-FFF2-40B4-BE49-F238E27FC236}">
                <a16:creationId xmlns:a16="http://schemas.microsoft.com/office/drawing/2014/main" id="{A5A2A69E-8F61-14BF-AC45-61860F16AA62}"/>
              </a:ext>
            </a:extLst>
          </p:cNvPr>
          <p:cNvSpPr txBox="1"/>
          <p:nvPr/>
        </p:nvSpPr>
        <p:spPr>
          <a:xfrm>
            <a:off x="-8537249" y="3242198"/>
            <a:ext cx="29260800" cy="369332"/>
          </a:xfrm>
          <a:prstGeom prst="rect">
            <a:avLst/>
          </a:prstGeom>
          <a:noFill/>
        </p:spPr>
        <p:txBody>
          <a:bodyPr wrap="square">
            <a:spAutoFit/>
          </a:bodyPr>
          <a:lstStyle/>
          <a:p>
            <a:r>
              <a:rPr lang="en-US" altLang="zh-CN" sz="1800" kern="0">
                <a:solidFill>
                  <a:srgbClr val="339933"/>
                </a:solidFill>
                <a:latin typeface="+mj-lt"/>
                <a:ea typeface="微软雅黑"/>
                <a:cs typeface="+mn-ea"/>
                <a:sym typeface="+mn-lt"/>
              </a:rPr>
              <a:t>Lợi </a:t>
            </a:r>
            <a:r>
              <a:rPr lang="en-US" altLang="zh-CN" sz="1800" kern="0" err="1">
                <a:solidFill>
                  <a:srgbClr val="339933"/>
                </a:solidFill>
                <a:latin typeface="+mj-lt"/>
                <a:ea typeface="微软雅黑"/>
                <a:cs typeface="+mn-ea"/>
                <a:sym typeface="+mn-lt"/>
              </a:rPr>
              <a:t>ích</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của</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máy</a:t>
            </a:r>
            <a:r>
              <a:rPr lang="en-US" altLang="zh-CN" sz="1800" kern="0">
                <a:solidFill>
                  <a:srgbClr val="339933"/>
                </a:solidFill>
                <a:latin typeface="+mj-lt"/>
                <a:ea typeface="微软雅黑"/>
                <a:cs typeface="+mn-ea"/>
                <a:sym typeface="+mn-lt"/>
              </a:rPr>
              <a:t> </a:t>
            </a:r>
            <a:r>
              <a:rPr lang="en-US" altLang="zh-CN" sz="1800" kern="0" err="1">
                <a:solidFill>
                  <a:srgbClr val="339933"/>
                </a:solidFill>
                <a:latin typeface="+mj-lt"/>
                <a:ea typeface="微软雅黑"/>
                <a:cs typeface="+mn-ea"/>
                <a:sym typeface="+mn-lt"/>
              </a:rPr>
              <a:t>ảo</a:t>
            </a:r>
            <a:endParaRPr lang="zh-CN" altLang="en-US" sz="1800">
              <a:solidFill>
                <a:srgbClr val="339933"/>
              </a:solidFill>
              <a:latin typeface="+mj-lt"/>
              <a:ea typeface="微软雅黑"/>
              <a:cs typeface="+mn-ea"/>
              <a:sym typeface="+mn-lt"/>
            </a:endParaRPr>
          </a:p>
        </p:txBody>
      </p:sp>
      <p:sp>
        <p:nvSpPr>
          <p:cNvPr id="12" name="TextBox 25">
            <a:extLst>
              <a:ext uri="{FF2B5EF4-FFF2-40B4-BE49-F238E27FC236}">
                <a16:creationId xmlns:a16="http://schemas.microsoft.com/office/drawing/2014/main" id="{B239EC99-AA38-5179-1DE3-2EDC0F557A08}"/>
              </a:ext>
            </a:extLst>
          </p:cNvPr>
          <p:cNvSpPr txBox="1">
            <a:spLocks noChangeArrowheads="1"/>
          </p:cNvSpPr>
          <p:nvPr/>
        </p:nvSpPr>
        <p:spPr bwMode="auto">
          <a:xfrm>
            <a:off x="854049" y="204950"/>
            <a:ext cx="25250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KHÓA HỌC</a:t>
            </a:r>
          </a:p>
          <a:p>
            <a:r>
              <a:rPr lang="en-US" altLang="zh-CN" sz="2000" kern="0" err="1">
                <a:solidFill>
                  <a:srgbClr val="339933"/>
                </a:solidFill>
                <a:latin typeface="Bahnschrift SemiLight SemiConde" panose="020B0502040204020203" pitchFamily="34" charset="0"/>
                <a:ea typeface="微软雅黑"/>
                <a:cs typeface="+mn-ea"/>
                <a:sym typeface="+mn-lt"/>
              </a:rPr>
              <a:t>Tài</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liệu</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tham</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khảo</a:t>
            </a:r>
            <a:endParaRPr lang="zh-CN" altLang="en-US" sz="2000">
              <a:solidFill>
                <a:srgbClr val="339933"/>
              </a:solidFill>
              <a:latin typeface="Bahnschrift SemiLight SemiConde" panose="020B0502040204020203" pitchFamily="34" charset="0"/>
              <a:ea typeface="微软雅黑"/>
              <a:cs typeface="+mn-ea"/>
              <a:sym typeface="+mn-lt"/>
            </a:endParaRPr>
          </a:p>
        </p:txBody>
      </p:sp>
      <p:graphicFrame>
        <p:nvGraphicFramePr>
          <p:cNvPr id="3" name="Table 2">
            <a:extLst>
              <a:ext uri="{FF2B5EF4-FFF2-40B4-BE49-F238E27FC236}">
                <a16:creationId xmlns:a16="http://schemas.microsoft.com/office/drawing/2014/main" id="{8F6BA341-2441-C0AD-8A89-B4D87599D62A}"/>
              </a:ext>
            </a:extLst>
          </p:cNvPr>
          <p:cNvGraphicFramePr>
            <a:graphicFrameLocks noGrp="1"/>
          </p:cNvGraphicFramePr>
          <p:nvPr>
            <p:extLst>
              <p:ext uri="{D42A27DB-BD31-4B8C-83A1-F6EECF244321}">
                <p14:modId xmlns:p14="http://schemas.microsoft.com/office/powerpoint/2010/main" val="1947861967"/>
              </p:ext>
            </p:extLst>
          </p:nvPr>
        </p:nvGraphicFramePr>
        <p:xfrm>
          <a:off x="990601" y="1066801"/>
          <a:ext cx="10588782" cy="5212347"/>
        </p:xfrm>
        <a:graphic>
          <a:graphicData uri="http://schemas.openxmlformats.org/drawingml/2006/table">
            <a:tbl>
              <a:tblPr firstRow="1" firstCol="1" bandRow="1">
                <a:tableStyleId>{B301B821-A1FF-4177-AEE7-76D212191A09}</a:tableStyleId>
              </a:tblPr>
              <a:tblGrid>
                <a:gridCol w="3252269">
                  <a:extLst>
                    <a:ext uri="{9D8B030D-6E8A-4147-A177-3AD203B41FA5}">
                      <a16:colId xmlns:a16="http://schemas.microsoft.com/office/drawing/2014/main" val="3292562101"/>
                    </a:ext>
                  </a:extLst>
                </a:gridCol>
                <a:gridCol w="7336513">
                  <a:extLst>
                    <a:ext uri="{9D8B030D-6E8A-4147-A177-3AD203B41FA5}">
                      <a16:colId xmlns:a16="http://schemas.microsoft.com/office/drawing/2014/main" val="3136971899"/>
                    </a:ext>
                  </a:extLst>
                </a:gridCol>
              </a:tblGrid>
              <a:tr h="373206">
                <a:tc>
                  <a:txBody>
                    <a:bodyPr/>
                    <a:lstStyle/>
                    <a:p>
                      <a:pPr marL="0" marR="0">
                        <a:lnSpc>
                          <a:spcPct val="107000"/>
                        </a:lnSpc>
                        <a:spcBef>
                          <a:spcPts val="0"/>
                        </a:spcBef>
                        <a:spcAft>
                          <a:spcPts val="1200"/>
                        </a:spcAft>
                      </a:pPr>
                      <a:r>
                        <a:rPr lang="en-US" sz="1600" dirty="0" err="1">
                          <a:effectLst/>
                          <a:latin typeface="Noto Sans" panose="020B0502040504020204" pitchFamily="34" charset="0"/>
                          <a:ea typeface="Noto Sans" panose="020B0502040504020204" pitchFamily="34" charset="0"/>
                          <a:cs typeface="Noto Sans" panose="020B0502040504020204" pitchFamily="34" charset="0"/>
                        </a:rPr>
                        <a:t>Nội</a:t>
                      </a:r>
                      <a:r>
                        <a:rPr lang="en-US" sz="1600" dirty="0">
                          <a:effectLst/>
                          <a:latin typeface="Noto Sans" panose="020B0502040504020204" pitchFamily="34" charset="0"/>
                          <a:ea typeface="Noto Sans" panose="020B0502040504020204" pitchFamily="34" charset="0"/>
                          <a:cs typeface="Noto Sans" panose="020B0502040504020204" pitchFamily="34" charset="0"/>
                        </a:rPr>
                        <a:t> dung</a:t>
                      </a:r>
                    </a:p>
                  </a:txBody>
                  <a:tcPr marL="0" marR="61561" marT="61561" marB="61561" anchor="ctr"/>
                </a:tc>
                <a:tc>
                  <a:txBody>
                    <a:bodyPr/>
                    <a:lstStyle/>
                    <a:p>
                      <a:pPr marL="0" marR="0">
                        <a:lnSpc>
                          <a:spcPct val="107000"/>
                        </a:lnSpc>
                        <a:spcBef>
                          <a:spcPts val="0"/>
                        </a:spcBef>
                        <a:spcAft>
                          <a:spcPts val="1200"/>
                        </a:spcAft>
                      </a:pPr>
                      <a:r>
                        <a:rPr lang="en-US" sz="1600" dirty="0">
                          <a:effectLst/>
                          <a:latin typeface="Noto Sans" panose="020B0502040504020204" pitchFamily="34" charset="0"/>
                          <a:ea typeface="Noto Sans" panose="020B0502040504020204" pitchFamily="34" charset="0"/>
                          <a:cs typeface="Noto Sans" panose="020B0502040504020204" pitchFamily="34" charset="0"/>
                        </a:rPr>
                        <a:t>Link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tham</a:t>
                      </a:r>
                      <a:r>
                        <a:rPr lang="en-US" sz="1600" dirty="0">
                          <a:effectLst/>
                          <a:latin typeface="Noto Sans" panose="020B0502040504020204" pitchFamily="34" charset="0"/>
                          <a:ea typeface="Noto Sans" panose="020B0502040504020204" pitchFamily="34" charset="0"/>
                          <a:cs typeface="Noto Sans" panose="020B0502040504020204" pitchFamily="34" charset="0"/>
                        </a:rPr>
                        <a:t> </a:t>
                      </a:r>
                      <a:r>
                        <a:rPr lang="en-US" sz="1600" dirty="0" err="1">
                          <a:effectLst/>
                          <a:latin typeface="Noto Sans" panose="020B0502040504020204" pitchFamily="34" charset="0"/>
                          <a:ea typeface="Noto Sans" panose="020B0502040504020204" pitchFamily="34" charset="0"/>
                          <a:cs typeface="Noto Sans" panose="020B0502040504020204" pitchFamily="34" charset="0"/>
                        </a:rPr>
                        <a:t>khảo</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txBody>
                  <a:tcPr marL="61561" marR="0" marT="61561" marB="61561" anchor="ctr"/>
                </a:tc>
                <a:extLst>
                  <a:ext uri="{0D108BD9-81ED-4DB2-BD59-A6C34878D82A}">
                    <a16:rowId xmlns:a16="http://schemas.microsoft.com/office/drawing/2014/main" val="4083975159"/>
                  </a:ext>
                </a:extLst>
              </a:tr>
              <a:tr h="373206">
                <a:tc>
                  <a:txBody>
                    <a:bodyPr/>
                    <a:lstStyle/>
                    <a:p>
                      <a:pPr marL="0" marR="0">
                        <a:lnSpc>
                          <a:spcPct val="107000"/>
                        </a:lnSpc>
                        <a:spcBef>
                          <a:spcPts val="0"/>
                        </a:spcBef>
                        <a:spcAft>
                          <a:spcPts val="1200"/>
                        </a:spcAft>
                      </a:pPr>
                      <a:r>
                        <a:rPr lang="en-US" sz="1600">
                          <a:effectLst/>
                          <a:latin typeface="Noto Sans" panose="020B0502040504020204" pitchFamily="34" charset="0"/>
                          <a:ea typeface="Noto Sans" panose="020B0502040504020204" pitchFamily="34" charset="0"/>
                          <a:cs typeface="Noto Sans" panose="020B0502040504020204" pitchFamily="34" charset="0"/>
                        </a:rPr>
                        <a:t>vSphere Installation and Setup</a:t>
                      </a:r>
                    </a:p>
                  </a:txBody>
                  <a:tcPr marL="0" marR="61561" marT="61561" marB="61561" anchor="ctr"/>
                </a:tc>
                <a:tc>
                  <a:txBody>
                    <a:bodyPr/>
                    <a:lstStyle/>
                    <a:p>
                      <a:pPr marL="0" marR="0">
                        <a:lnSpc>
                          <a:spcPct val="107000"/>
                        </a:lnSpc>
                        <a:spcBef>
                          <a:spcPts val="0"/>
                        </a:spcBef>
                        <a:spcAft>
                          <a:spcPts val="1200"/>
                        </a:spcAft>
                      </a:pPr>
                      <a:r>
                        <a:rPr lang="en-US" sz="1600" u="sng" dirty="0">
                          <a:effectLst/>
                          <a:latin typeface="Noto Sans" panose="020B0502040504020204" pitchFamily="34" charset="0"/>
                          <a:ea typeface="Noto Sans" panose="020B0502040504020204" pitchFamily="34" charset="0"/>
                          <a:cs typeface="Noto Sans" panose="020B0502040504020204" pitchFamily="34" charset="0"/>
                        </a:rPr>
                        <a:t>https://docs.vmware.com/en/VMware-vSphere/index.html</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txBody>
                  <a:tcPr marL="61561" marR="0" marT="61561" marB="61561" anchor="ctr"/>
                </a:tc>
                <a:extLst>
                  <a:ext uri="{0D108BD9-81ED-4DB2-BD59-A6C34878D82A}">
                    <a16:rowId xmlns:a16="http://schemas.microsoft.com/office/drawing/2014/main" val="1814706650"/>
                  </a:ext>
                </a:extLst>
              </a:tr>
              <a:tr h="810687">
                <a:tc>
                  <a:txBody>
                    <a:bodyPr/>
                    <a:lstStyle/>
                    <a:p>
                      <a:pPr marL="0" marR="0">
                        <a:lnSpc>
                          <a:spcPct val="107000"/>
                        </a:lnSpc>
                        <a:spcBef>
                          <a:spcPts val="0"/>
                        </a:spcBef>
                        <a:spcAft>
                          <a:spcPts val="1200"/>
                        </a:spcAft>
                      </a:pPr>
                      <a:r>
                        <a:rPr lang="en-US" sz="1600">
                          <a:effectLst/>
                          <a:latin typeface="Noto Sans" panose="020B0502040504020204" pitchFamily="34" charset="0"/>
                          <a:ea typeface="Noto Sans" panose="020B0502040504020204" pitchFamily="34" charset="0"/>
                          <a:cs typeface="Noto Sans" panose="020B0502040504020204" pitchFamily="34" charset="0"/>
                        </a:rPr>
                        <a:t>vCenter Server and Host</a:t>
                      </a:r>
                      <a:br>
                        <a:rPr lang="en-US" sz="1600">
                          <a:effectLst/>
                          <a:latin typeface="Noto Sans" panose="020B0502040504020204" pitchFamily="34" charset="0"/>
                          <a:ea typeface="Noto Sans" panose="020B0502040504020204" pitchFamily="34" charset="0"/>
                          <a:cs typeface="Noto Sans" panose="020B0502040504020204" pitchFamily="34" charset="0"/>
                        </a:rPr>
                      </a:br>
                      <a:r>
                        <a:rPr lang="en-US" sz="1600">
                          <a:effectLst/>
                          <a:latin typeface="Noto Sans" panose="020B0502040504020204" pitchFamily="34" charset="0"/>
                          <a:ea typeface="Noto Sans" panose="020B0502040504020204" pitchFamily="34" charset="0"/>
                          <a:cs typeface="Noto Sans" panose="020B0502040504020204" pitchFamily="34" charset="0"/>
                        </a:rPr>
                        <a:t>Management</a:t>
                      </a:r>
                    </a:p>
                  </a:txBody>
                  <a:tcPr marL="0" marR="61561" marT="61561" marB="61561" anchor="ctr"/>
                </a:tc>
                <a:tc>
                  <a:txBody>
                    <a:bodyPr/>
                    <a:lstStyle/>
                    <a:p>
                      <a:pPr marL="0" marR="0" algn="l" defTabSz="914400" rtl="0" eaLnBrk="1" latinLnBrk="0" hangingPunct="1">
                        <a:lnSpc>
                          <a:spcPct val="107000"/>
                        </a:lnSpc>
                        <a:spcBef>
                          <a:spcPts val="0"/>
                        </a:spcBef>
                        <a:spcAft>
                          <a:spcPts val="1200"/>
                        </a:spcAft>
                      </a:pPr>
                      <a:r>
                        <a:rPr lang="en-US" sz="1600" u="sng" kern="1200" dirty="0">
                          <a:solidFill>
                            <a:schemeClr val="dk1"/>
                          </a:solidFill>
                          <a:effectLst/>
                          <a:latin typeface="Noto Sans" panose="020B0502040504020204" pitchFamily="34" charset="0"/>
                          <a:ea typeface="Noto Sans" panose="020B0502040504020204" pitchFamily="34" charset="0"/>
                          <a:cs typeface="Noto Sans" panose="020B0502040504020204" pitchFamily="34" charset="0"/>
                        </a:rPr>
                        <a:t>https://docs.vmware.com/en/VMware-vSphere/7.0/com.vmware.vsphere.vcenterhost.doc/GUID-3B5AF2B1-C534-4426-B97A-D14019A8010F.html</a:t>
                      </a:r>
                    </a:p>
                  </a:txBody>
                  <a:tcPr marL="61561" marR="0" marT="61561" marB="61561" anchor="ctr"/>
                </a:tc>
                <a:extLst>
                  <a:ext uri="{0D108BD9-81ED-4DB2-BD59-A6C34878D82A}">
                    <a16:rowId xmlns:a16="http://schemas.microsoft.com/office/drawing/2014/main" val="2300133068"/>
                  </a:ext>
                </a:extLst>
              </a:tr>
              <a:tr h="810687">
                <a:tc>
                  <a:txBody>
                    <a:bodyPr/>
                    <a:lstStyle/>
                    <a:p>
                      <a:pPr marL="0" marR="0">
                        <a:lnSpc>
                          <a:spcPct val="107000"/>
                        </a:lnSpc>
                        <a:spcBef>
                          <a:spcPts val="0"/>
                        </a:spcBef>
                        <a:spcAft>
                          <a:spcPts val="1200"/>
                        </a:spcAft>
                      </a:pPr>
                      <a:r>
                        <a:rPr lang="en-US" sz="1600">
                          <a:effectLst/>
                          <a:latin typeface="Noto Sans" panose="020B0502040504020204" pitchFamily="34" charset="0"/>
                          <a:ea typeface="Noto Sans" panose="020B0502040504020204" pitchFamily="34" charset="0"/>
                          <a:cs typeface="Noto Sans" panose="020B0502040504020204" pitchFamily="34" charset="0"/>
                        </a:rPr>
                        <a:t>vSphere Virtual Machine</a:t>
                      </a:r>
                      <a:br>
                        <a:rPr lang="en-US" sz="1600">
                          <a:effectLst/>
                          <a:latin typeface="Noto Sans" panose="020B0502040504020204" pitchFamily="34" charset="0"/>
                          <a:ea typeface="Noto Sans" panose="020B0502040504020204" pitchFamily="34" charset="0"/>
                          <a:cs typeface="Noto Sans" panose="020B0502040504020204" pitchFamily="34" charset="0"/>
                        </a:rPr>
                      </a:br>
                      <a:r>
                        <a:rPr lang="en-US" sz="1600">
                          <a:effectLst/>
                          <a:latin typeface="Noto Sans" panose="020B0502040504020204" pitchFamily="34" charset="0"/>
                          <a:ea typeface="Noto Sans" panose="020B0502040504020204" pitchFamily="34" charset="0"/>
                          <a:cs typeface="Noto Sans" panose="020B0502040504020204" pitchFamily="34" charset="0"/>
                        </a:rPr>
                        <a:t>Administration</a:t>
                      </a:r>
                    </a:p>
                  </a:txBody>
                  <a:tcPr marL="0" marR="61561" marT="61561" marB="61561" anchor="ctr"/>
                </a:tc>
                <a:tc>
                  <a:txBody>
                    <a:bodyPr/>
                    <a:lstStyle/>
                    <a:p>
                      <a:pPr marL="0" marR="0">
                        <a:lnSpc>
                          <a:spcPct val="107000"/>
                        </a:lnSpc>
                        <a:spcBef>
                          <a:spcPts val="0"/>
                        </a:spcBef>
                        <a:spcAft>
                          <a:spcPts val="1200"/>
                        </a:spcAft>
                      </a:pPr>
                      <a:r>
                        <a:rPr lang="en-US" sz="1600" u="sng" dirty="0">
                          <a:effectLst/>
                          <a:latin typeface="Noto Sans" panose="020B0502040504020204" pitchFamily="34" charset="0"/>
                          <a:ea typeface="Noto Sans" panose="020B0502040504020204" pitchFamily="34" charset="0"/>
                          <a:cs typeface="Noto Sans" panose="020B0502040504020204" pitchFamily="34" charset="0"/>
                        </a:rPr>
                        <a:t>https://docs.vmware.com/en/VMware-vSphere/7.0/com.vmware.vsphere.vm_admin.doc/GUID-55238059-912E-411F-A0E9-A7A536972A91.html</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txBody>
                  <a:tcPr marL="61561" marR="0" marT="61561" marB="61561" anchor="ctr"/>
                </a:tc>
                <a:extLst>
                  <a:ext uri="{0D108BD9-81ED-4DB2-BD59-A6C34878D82A}">
                    <a16:rowId xmlns:a16="http://schemas.microsoft.com/office/drawing/2014/main" val="3539241577"/>
                  </a:ext>
                </a:extLst>
              </a:tr>
              <a:tr h="810687">
                <a:tc>
                  <a:txBody>
                    <a:bodyPr/>
                    <a:lstStyle/>
                    <a:p>
                      <a:pPr marL="0" marR="0">
                        <a:lnSpc>
                          <a:spcPct val="107000"/>
                        </a:lnSpc>
                        <a:spcBef>
                          <a:spcPts val="0"/>
                        </a:spcBef>
                        <a:spcAft>
                          <a:spcPts val="1200"/>
                        </a:spcAft>
                      </a:pPr>
                      <a:r>
                        <a:rPr lang="en-US" sz="1600">
                          <a:effectLst/>
                          <a:latin typeface="Noto Sans" panose="020B0502040504020204" pitchFamily="34" charset="0"/>
                          <a:ea typeface="Noto Sans" panose="020B0502040504020204" pitchFamily="34" charset="0"/>
                          <a:cs typeface="Noto Sans" panose="020B0502040504020204" pitchFamily="34" charset="0"/>
                        </a:rPr>
                        <a:t>vSphere Networking</a:t>
                      </a:r>
                    </a:p>
                  </a:txBody>
                  <a:tcPr marL="0" marR="61561" marT="61561" marB="61561" anchor="ctr"/>
                </a:tc>
                <a:tc>
                  <a:txBody>
                    <a:bodyPr/>
                    <a:lstStyle/>
                    <a:p>
                      <a:pPr marL="0" marR="0">
                        <a:lnSpc>
                          <a:spcPct val="107000"/>
                        </a:lnSpc>
                        <a:spcBef>
                          <a:spcPts val="0"/>
                        </a:spcBef>
                        <a:spcAft>
                          <a:spcPts val="1200"/>
                        </a:spcAft>
                      </a:pPr>
                      <a:r>
                        <a:rPr lang="en-US" sz="1600" u="sng" dirty="0">
                          <a:effectLst/>
                          <a:latin typeface="Noto Sans" panose="020B0502040504020204" pitchFamily="34" charset="0"/>
                          <a:ea typeface="Noto Sans" panose="020B0502040504020204" pitchFamily="34" charset="0"/>
                          <a:cs typeface="Noto Sans" panose="020B0502040504020204" pitchFamily="34" charset="0"/>
                        </a:rPr>
                        <a:t>https://docs.vmware.com/en/VMware-vSphere/7.0/com.vmware.vsphere.networking.doc/GUID-35B40B0B-0C13-43B2-BC85-18C9C91BE2D4.html</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txBody>
                  <a:tcPr marL="61561" marR="0" marT="61561" marB="61561" anchor="ctr"/>
                </a:tc>
                <a:extLst>
                  <a:ext uri="{0D108BD9-81ED-4DB2-BD59-A6C34878D82A}">
                    <a16:rowId xmlns:a16="http://schemas.microsoft.com/office/drawing/2014/main" val="3579517389"/>
                  </a:ext>
                </a:extLst>
              </a:tr>
              <a:tr h="810687">
                <a:tc>
                  <a:txBody>
                    <a:bodyPr/>
                    <a:lstStyle/>
                    <a:p>
                      <a:pPr marL="0" marR="0">
                        <a:lnSpc>
                          <a:spcPct val="107000"/>
                        </a:lnSpc>
                        <a:spcBef>
                          <a:spcPts val="0"/>
                        </a:spcBef>
                        <a:spcAft>
                          <a:spcPts val="1200"/>
                        </a:spcAft>
                      </a:pPr>
                      <a:r>
                        <a:rPr lang="en-US" sz="1600">
                          <a:effectLst/>
                          <a:latin typeface="Noto Sans" panose="020B0502040504020204" pitchFamily="34" charset="0"/>
                          <a:ea typeface="Noto Sans" panose="020B0502040504020204" pitchFamily="34" charset="0"/>
                          <a:cs typeface="Noto Sans" panose="020B0502040504020204" pitchFamily="34" charset="0"/>
                        </a:rPr>
                        <a:t>vSphere Storage</a:t>
                      </a:r>
                    </a:p>
                  </a:txBody>
                  <a:tcPr marL="0" marR="61561" marT="61561" marB="61561" anchor="ctr"/>
                </a:tc>
                <a:tc>
                  <a:txBody>
                    <a:bodyPr/>
                    <a:lstStyle/>
                    <a:p>
                      <a:pPr marL="0" marR="0">
                        <a:lnSpc>
                          <a:spcPct val="107000"/>
                        </a:lnSpc>
                        <a:spcBef>
                          <a:spcPts val="0"/>
                        </a:spcBef>
                        <a:spcAft>
                          <a:spcPts val="1200"/>
                        </a:spcAft>
                      </a:pPr>
                      <a:r>
                        <a:rPr lang="en-US" sz="1600" u="sng" dirty="0">
                          <a:effectLst/>
                          <a:latin typeface="Noto Sans" panose="020B0502040504020204" pitchFamily="34" charset="0"/>
                          <a:ea typeface="Noto Sans" panose="020B0502040504020204" pitchFamily="34" charset="0"/>
                          <a:cs typeface="Noto Sans" panose="020B0502040504020204" pitchFamily="34" charset="0"/>
                        </a:rPr>
                        <a:t>https://docs.vmware.com/en/VMware-vSphere/7.0/com.vmware.vsphere.storage.doc/GUID-8AE88758-20C1-4873-99C7-181EF9ACFA70.html</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txBody>
                  <a:tcPr marL="61561" marR="0" marT="61561" marB="61561" anchor="ctr"/>
                </a:tc>
                <a:extLst>
                  <a:ext uri="{0D108BD9-81ED-4DB2-BD59-A6C34878D82A}">
                    <a16:rowId xmlns:a16="http://schemas.microsoft.com/office/drawing/2014/main" val="4120628800"/>
                  </a:ext>
                </a:extLst>
              </a:tr>
              <a:tr h="810687">
                <a:tc>
                  <a:txBody>
                    <a:bodyPr/>
                    <a:lstStyle/>
                    <a:p>
                      <a:pPr marL="0" marR="0">
                        <a:lnSpc>
                          <a:spcPct val="107000"/>
                        </a:lnSpc>
                        <a:spcBef>
                          <a:spcPts val="0"/>
                        </a:spcBef>
                        <a:spcAft>
                          <a:spcPts val="1200"/>
                        </a:spcAft>
                      </a:pPr>
                      <a:r>
                        <a:rPr lang="en-US" sz="1600">
                          <a:effectLst/>
                          <a:latin typeface="Noto Sans" panose="020B0502040504020204" pitchFamily="34" charset="0"/>
                          <a:ea typeface="Noto Sans" panose="020B0502040504020204" pitchFamily="34" charset="0"/>
                          <a:cs typeface="Noto Sans" panose="020B0502040504020204" pitchFamily="34" charset="0"/>
                        </a:rPr>
                        <a:t>vSphere Resource Management</a:t>
                      </a:r>
                    </a:p>
                  </a:txBody>
                  <a:tcPr marL="0" marR="61561" marT="61561" marB="61561" anchor="ctr"/>
                </a:tc>
                <a:tc>
                  <a:txBody>
                    <a:bodyPr/>
                    <a:lstStyle/>
                    <a:p>
                      <a:pPr marL="0" marR="0">
                        <a:lnSpc>
                          <a:spcPct val="107000"/>
                        </a:lnSpc>
                        <a:spcBef>
                          <a:spcPts val="0"/>
                        </a:spcBef>
                        <a:spcAft>
                          <a:spcPts val="1200"/>
                        </a:spcAft>
                      </a:pPr>
                      <a:r>
                        <a:rPr lang="en-US" sz="1600" u="sng" dirty="0">
                          <a:effectLst/>
                          <a:latin typeface="Noto Sans" panose="020B0502040504020204" pitchFamily="34" charset="0"/>
                          <a:ea typeface="Noto Sans" panose="020B0502040504020204" pitchFamily="34" charset="0"/>
                          <a:cs typeface="Noto Sans" panose="020B0502040504020204" pitchFamily="34" charset="0"/>
                        </a:rPr>
                        <a:t>https://docs.vmware.com/en/VMware-vSphere/7.0/com.vmware.vsphere.resmgmt.doc/GUID-98BD5A8A-260A-494F-BAAE-74781F5C4B87.html</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txBody>
                  <a:tcPr marL="61561" marR="0" marT="61561" marB="61561" anchor="ctr"/>
                </a:tc>
                <a:extLst>
                  <a:ext uri="{0D108BD9-81ED-4DB2-BD59-A6C34878D82A}">
                    <a16:rowId xmlns:a16="http://schemas.microsoft.com/office/drawing/2014/main" val="3943316723"/>
                  </a:ext>
                </a:extLst>
              </a:tr>
            </a:tbl>
          </a:graphicData>
        </a:graphic>
      </p:graphicFrame>
    </p:spTree>
    <p:extLst>
      <p:ext uri="{BB962C8B-B14F-4D97-AF65-F5344CB8AC3E}">
        <p14:creationId xmlns:p14="http://schemas.microsoft.com/office/powerpoint/2010/main" val="3846701380"/>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18">
            <a:extLst>
              <a:ext uri="{FF2B5EF4-FFF2-40B4-BE49-F238E27FC236}">
                <a16:creationId xmlns:a16="http://schemas.microsoft.com/office/drawing/2014/main" id="{2EFBAB33-92E0-44B8-9734-552B0196880E}"/>
              </a:ext>
            </a:extLst>
          </p:cNvPr>
          <p:cNvGrpSpPr/>
          <p:nvPr/>
        </p:nvGrpSpPr>
        <p:grpSpPr>
          <a:xfrm>
            <a:off x="1396580" y="2175408"/>
            <a:ext cx="2936096" cy="2507184"/>
            <a:chOff x="2321705" y="2270688"/>
            <a:chExt cx="2936096" cy="2507184"/>
          </a:xfrm>
        </p:grpSpPr>
        <p:pic>
          <p:nvPicPr>
            <p:cNvPr id="4" name="图片 2">
              <a:extLst>
                <a:ext uri="{FF2B5EF4-FFF2-40B4-BE49-F238E27FC236}">
                  <a16:creationId xmlns:a16="http://schemas.microsoft.com/office/drawing/2014/main" id="{7D116056-A838-4B25-B6E2-6B27D11C14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21705" y="2270688"/>
              <a:ext cx="2936096" cy="2507184"/>
            </a:xfrm>
            <a:prstGeom prst="rect">
              <a:avLst/>
            </a:prstGeom>
          </p:spPr>
        </p:pic>
        <p:sp>
          <p:nvSpPr>
            <p:cNvPr id="5" name="椭圆 3">
              <a:extLst>
                <a:ext uri="{FF2B5EF4-FFF2-40B4-BE49-F238E27FC236}">
                  <a16:creationId xmlns:a16="http://schemas.microsoft.com/office/drawing/2014/main" id="{DE54E3AC-CD97-484B-9256-A2E38CEF39D1}"/>
                </a:ext>
              </a:extLst>
            </p:cNvPr>
            <p:cNvSpPr/>
            <p:nvPr/>
          </p:nvSpPr>
          <p:spPr>
            <a:xfrm>
              <a:off x="3089528" y="2741103"/>
              <a:ext cx="1302155" cy="1302155"/>
            </a:xfrm>
            <a:prstGeom prst="ellipse">
              <a:avLst/>
            </a:prstGeom>
            <a:solidFill>
              <a:sysClr val="window" lastClr="FFFFFF"/>
            </a:solidFill>
            <a:ln w="12700" cap="flat" cmpd="sng" algn="ctr">
              <a:noFill/>
              <a:prstDash val="solid"/>
              <a:miter lim="800000"/>
            </a:ln>
            <a:effectLst>
              <a:outerShdw blurRad="63500" sx="106000" sy="106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6" name="文本框 17">
              <a:extLst>
                <a:ext uri="{FF2B5EF4-FFF2-40B4-BE49-F238E27FC236}">
                  <a16:creationId xmlns:a16="http://schemas.microsoft.com/office/drawing/2014/main" id="{791BC117-CE27-4812-B68D-1AF22C72C599}"/>
                </a:ext>
              </a:extLst>
            </p:cNvPr>
            <p:cNvSpPr txBox="1"/>
            <p:nvPr/>
          </p:nvSpPr>
          <p:spPr>
            <a:xfrm>
              <a:off x="3237076" y="2935863"/>
              <a:ext cx="1007057" cy="830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800" b="0" i="0" u="none" strike="noStrike" kern="0" cap="none" spc="0" normalizeH="0" baseline="0" noProof="0">
                  <a:ln>
                    <a:noFill/>
                  </a:ln>
                  <a:solidFill>
                    <a:srgbClr val="297FD5"/>
                  </a:solidFill>
                  <a:effectLst/>
                  <a:uLnTx/>
                  <a:uFillTx/>
                  <a:latin typeface="+mj-lt"/>
                  <a:ea typeface="微软雅黑"/>
                  <a:cs typeface="+mn-ea"/>
                  <a:sym typeface="+mn-lt"/>
                </a:rPr>
                <a:t>02</a:t>
              </a:r>
              <a:endParaRPr kumimoji="0" lang="zh-CN" altLang="en-US" sz="4800" b="0" i="0" u="none" strike="noStrike" kern="0" cap="none" spc="0" normalizeH="0" baseline="0" noProof="0">
                <a:ln>
                  <a:noFill/>
                </a:ln>
                <a:solidFill>
                  <a:srgbClr val="297FD5"/>
                </a:solidFill>
                <a:effectLst/>
                <a:uLnTx/>
                <a:uFillTx/>
                <a:latin typeface="+mj-lt"/>
                <a:ea typeface="微软雅黑"/>
                <a:cs typeface="+mn-ea"/>
                <a:sym typeface="+mn-lt"/>
              </a:endParaRPr>
            </a:p>
          </p:txBody>
        </p:sp>
      </p:grpSp>
      <p:sp>
        <p:nvSpPr>
          <p:cNvPr id="8" name="文本框 52">
            <a:extLst>
              <a:ext uri="{FF2B5EF4-FFF2-40B4-BE49-F238E27FC236}">
                <a16:creationId xmlns:a16="http://schemas.microsoft.com/office/drawing/2014/main" id="{08723ACA-BCA5-4CD3-A19D-058C659ACFD3}"/>
              </a:ext>
            </a:extLst>
          </p:cNvPr>
          <p:cNvSpPr txBox="1"/>
          <p:nvPr/>
        </p:nvSpPr>
        <p:spPr>
          <a:xfrm>
            <a:off x="4638261" y="3286514"/>
            <a:ext cx="5808819" cy="394210"/>
          </a:xfrm>
          <a:prstGeom prst="rect">
            <a:avLst/>
          </a:prstGeom>
          <a:noFill/>
        </p:spPr>
        <p:txBody>
          <a:bodyPr wrap="square" rtlCol="0">
            <a:spAutoFit/>
          </a:bodyPr>
          <a:lstStyle/>
          <a:p>
            <a:pPr lvl="0">
              <a:lnSpc>
                <a:spcPct val="120000"/>
              </a:lnSpc>
              <a:defRPr/>
            </a:pPr>
            <a:r>
              <a:rPr lang="en-US" altLang="zh-CN" kern="0" err="1">
                <a:solidFill>
                  <a:srgbClr val="404040"/>
                </a:solidFill>
                <a:latin typeface="+mj-lt"/>
                <a:ea typeface="微软雅黑"/>
                <a:cs typeface="+mn-ea"/>
                <a:sym typeface="+mn-lt"/>
              </a:rPr>
              <a:t>Công</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nghệ</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ảo</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hóa</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và</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công</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cụ</a:t>
            </a:r>
            <a:r>
              <a:rPr lang="en-US" altLang="zh-CN" kern="0">
                <a:solidFill>
                  <a:srgbClr val="404040"/>
                </a:solidFill>
                <a:latin typeface="+mj-lt"/>
                <a:ea typeface="微软雅黑"/>
                <a:cs typeface="+mn-ea"/>
                <a:sym typeface="+mn-lt"/>
              </a:rPr>
              <a:t> vSphere </a:t>
            </a:r>
            <a:r>
              <a:rPr lang="en-US" altLang="zh-CN" kern="0" err="1">
                <a:solidFill>
                  <a:srgbClr val="404040"/>
                </a:solidFill>
                <a:latin typeface="+mj-lt"/>
                <a:ea typeface="微软雅黑"/>
                <a:cs typeface="+mn-ea"/>
                <a:sym typeface="+mn-lt"/>
              </a:rPr>
              <a:t>của</a:t>
            </a:r>
            <a:r>
              <a:rPr lang="en-US" altLang="zh-CN" kern="0">
                <a:solidFill>
                  <a:srgbClr val="404040"/>
                </a:solidFill>
                <a:latin typeface="+mj-lt"/>
                <a:ea typeface="微软雅黑"/>
                <a:cs typeface="+mn-ea"/>
                <a:sym typeface="+mn-lt"/>
              </a:rPr>
              <a:t> VMware</a:t>
            </a:r>
            <a:endParaRPr lang="zh-CN" altLang="zh-CN" kern="0">
              <a:solidFill>
                <a:srgbClr val="404040"/>
              </a:solidFill>
              <a:latin typeface="+mj-lt"/>
              <a:ea typeface="微软雅黑"/>
              <a:cs typeface="+mn-ea"/>
              <a:sym typeface="+mn-lt"/>
            </a:endParaRPr>
          </a:p>
        </p:txBody>
      </p:sp>
      <p:cxnSp>
        <p:nvCxnSpPr>
          <p:cNvPr id="9" name="直接连接符 20">
            <a:extLst>
              <a:ext uri="{FF2B5EF4-FFF2-40B4-BE49-F238E27FC236}">
                <a16:creationId xmlns:a16="http://schemas.microsoft.com/office/drawing/2014/main" id="{73CF0CA4-8AE0-4478-A2C9-256D0DA8E716}"/>
              </a:ext>
            </a:extLst>
          </p:cNvPr>
          <p:cNvCxnSpPr/>
          <p:nvPr/>
        </p:nvCxnSpPr>
        <p:spPr>
          <a:xfrm>
            <a:off x="5537459" y="3233995"/>
            <a:ext cx="3187994" cy="0"/>
          </a:xfrm>
          <a:prstGeom prst="line">
            <a:avLst/>
          </a:prstGeom>
          <a:noFill/>
          <a:ln w="6350" cap="flat" cmpd="sng" algn="ctr">
            <a:solidFill>
              <a:srgbClr val="297FD5"/>
            </a:solidFill>
            <a:prstDash val="solid"/>
            <a:miter lim="800000"/>
          </a:ln>
          <a:effectLst/>
        </p:spPr>
      </p:cxnSp>
      <p:sp>
        <p:nvSpPr>
          <p:cNvPr id="11" name="文本框 50">
            <a:extLst>
              <a:ext uri="{FF2B5EF4-FFF2-40B4-BE49-F238E27FC236}">
                <a16:creationId xmlns:a16="http://schemas.microsoft.com/office/drawing/2014/main" id="{2CF99E7E-B7DB-4CA2-AFD6-6EDAB5EF2A28}"/>
              </a:ext>
            </a:extLst>
          </p:cNvPr>
          <p:cNvSpPr txBox="1"/>
          <p:nvPr/>
        </p:nvSpPr>
        <p:spPr>
          <a:xfrm>
            <a:off x="4648200" y="2717401"/>
            <a:ext cx="5808819" cy="523220"/>
          </a:xfrm>
          <a:prstGeom prst="rect">
            <a:avLst/>
          </a:prstGeom>
          <a:noFill/>
        </p:spPr>
        <p:txBody>
          <a:bodyPr wrap="square" rtlCol="0">
            <a:spAutoFit/>
          </a:bodyPr>
          <a:lstStyle/>
          <a:p>
            <a:r>
              <a:rPr lang="en-US" altLang="zh-CN" sz="2800" b="1" dirty="0" err="1">
                <a:solidFill>
                  <a:srgbClr val="297FD5"/>
                </a:solidFill>
                <a:latin typeface="+mj-lt"/>
                <a:ea typeface="微软雅黑"/>
                <a:cs typeface="+mn-ea"/>
                <a:sym typeface="+mn-lt"/>
              </a:rPr>
              <a:t>Giới</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thiệu</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về</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ảo</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hóa</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và</a:t>
            </a:r>
            <a:r>
              <a:rPr lang="en-US" altLang="zh-CN" sz="2800" b="1" dirty="0">
                <a:solidFill>
                  <a:srgbClr val="297FD5"/>
                </a:solidFill>
                <a:latin typeface="+mj-lt"/>
                <a:ea typeface="微软雅黑"/>
                <a:cs typeface="+mn-ea"/>
                <a:sym typeface="+mn-lt"/>
              </a:rPr>
              <a:t> vSphere</a:t>
            </a:r>
            <a:endParaRPr lang="zh-CN" altLang="en-US" sz="2800" b="1" dirty="0">
              <a:solidFill>
                <a:srgbClr val="297FD5"/>
              </a:solidFill>
              <a:latin typeface="+mj-lt"/>
              <a:ea typeface="微软雅黑"/>
              <a:cs typeface="+mn-ea"/>
              <a:sym typeface="+mn-lt"/>
            </a:endParaRPr>
          </a:p>
        </p:txBody>
      </p:sp>
    </p:spTree>
    <p:extLst>
      <p:ext uri="{BB962C8B-B14F-4D97-AF65-F5344CB8AC3E}">
        <p14:creationId xmlns:p14="http://schemas.microsoft.com/office/powerpoint/2010/main" val="3962374030"/>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B0CDBB1-FB89-0FFC-DDB3-55346FBCBA32}"/>
              </a:ext>
            </a:extLst>
          </p:cNvPr>
          <p:cNvSpPr txBox="1">
            <a:spLocks/>
          </p:cNvSpPr>
          <p:nvPr/>
        </p:nvSpPr>
        <p:spPr>
          <a:xfrm>
            <a:off x="762000" y="1253330"/>
            <a:ext cx="5191126" cy="476646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anose="05000000000000000000" pitchFamily="2" charset="2"/>
              <a:buChar char="q"/>
            </a:pPr>
            <a:r>
              <a:rPr lang="vi-VN"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Ảo hóa là công nghệ cho phép khai thác triệt để khả năng hoạt động của các phần cứng trong hệ thống máy chủ bằng cách chạy đồng thời nhiều OS trên cùng </a:t>
            </a:r>
            <a:r>
              <a:rPr lang="en-US" sz="1700" dirty="0" err="1">
                <a:solidFill>
                  <a:srgbClr val="333333"/>
                </a:solidFill>
                <a:latin typeface="Noto Sans" panose="020B0502040504020204" pitchFamily="34" charset="0"/>
                <a:ea typeface="Noto Sans" panose="020B0502040504020204" pitchFamily="34" charset="0"/>
                <a:cs typeface="Noto Sans" panose="020B0502040504020204" pitchFamily="34" charset="0"/>
              </a:rPr>
              <a:t>lớp</a:t>
            </a:r>
            <a:r>
              <a:rPr lang="vi-VN"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 vật lý.</a:t>
            </a:r>
          </a:p>
          <a:p>
            <a:pPr algn="just">
              <a:lnSpc>
                <a:spcPct val="110000"/>
              </a:lnSpc>
              <a:buFont typeface="Wingdings" panose="05000000000000000000" pitchFamily="2" charset="2"/>
              <a:buChar char="q"/>
            </a:pPr>
            <a:r>
              <a:rPr lang="vi-VN"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Cùng chia sẻ tài nguyên phần cứng và được quản lý bởi lớp ảo hóa</a:t>
            </a:r>
            <a:r>
              <a:rPr lang="en-US"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333333"/>
                </a:solidFill>
                <a:latin typeface="Noto Sans" panose="020B0502040504020204" pitchFamily="34" charset="0"/>
                <a:ea typeface="Noto Sans" panose="020B0502040504020204" pitchFamily="34" charset="0"/>
                <a:cs typeface="Noto Sans" panose="020B0502040504020204" pitchFamily="34" charset="0"/>
              </a:rPr>
              <a:t>gọi</a:t>
            </a:r>
            <a:r>
              <a:rPr lang="en-US"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333333"/>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 </a:t>
            </a:r>
            <a:r>
              <a:rPr lang="en-US" sz="1700" dirty="0">
                <a:solidFill>
                  <a:schemeClr val="accent2">
                    <a:lumMod val="60000"/>
                    <a:lumOff val="40000"/>
                  </a:schemeClr>
                </a:solidFill>
                <a:latin typeface="Noto Sans" panose="020B0502040504020204" pitchFamily="34" charset="0"/>
                <a:ea typeface="Noto Sans" panose="020B0502040504020204" pitchFamily="34" charset="0"/>
                <a:cs typeface="Noto Sans" panose="020B0502040504020204" pitchFamily="34" charset="0"/>
              </a:rPr>
              <a:t>Hypervisor</a:t>
            </a:r>
            <a:endParaRPr lang="vi-VN" sz="1700" dirty="0">
              <a:solidFill>
                <a:schemeClr val="accent2">
                  <a:lumMod val="60000"/>
                  <a:lumOff val="40000"/>
                </a:schemeClr>
              </a:solidFill>
              <a:latin typeface="Noto Sans" panose="020B0502040504020204" pitchFamily="34" charset="0"/>
              <a:ea typeface="Noto Sans" panose="020B0502040504020204" pitchFamily="34" charset="0"/>
              <a:cs typeface="Noto Sans" panose="020B0502040504020204" pitchFamily="34" charset="0"/>
            </a:endParaRPr>
          </a:p>
          <a:p>
            <a:pPr algn="just">
              <a:lnSpc>
                <a:spcPct val="110000"/>
              </a:lnSpc>
              <a:buFont typeface="Wingdings" panose="05000000000000000000" pitchFamily="2" charset="2"/>
              <a:buChar char="q"/>
            </a:pPr>
            <a:r>
              <a:rPr lang="vi-VN"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Lớp ảo hóa nằm giữa như một tầng trung gian giữa phần cứng (hardware) và phần mềm hệ điều hành (OS) giúp quản lý, phân phát tài nguyên phần cứng cho lớp OS ảo hoạt động ở trên</a:t>
            </a:r>
            <a:r>
              <a:rPr lang="en-US" sz="1700" dirty="0">
                <a:solidFill>
                  <a:srgbClr val="333333"/>
                </a:solidFill>
                <a:latin typeface="Noto Sans" panose="020B0502040504020204" pitchFamily="34" charset="0"/>
                <a:ea typeface="Noto Sans" panose="020B0502040504020204" pitchFamily="34" charset="0"/>
                <a:cs typeface="Noto Sans" panose="020B0502040504020204" pitchFamily="34" charset="0"/>
              </a:rPr>
              <a:t>.</a:t>
            </a:r>
            <a:endParaRPr lang="vi-VN" sz="1700" dirty="0">
              <a:solidFill>
                <a:srgbClr val="333333"/>
              </a:solidFill>
              <a:latin typeface="Noto Sans" panose="020B0502040504020204" pitchFamily="34" charset="0"/>
              <a:ea typeface="Noto Sans" panose="020B0502040504020204" pitchFamily="34" charset="0"/>
              <a:cs typeface="Noto Sans" panose="020B0502040504020204" pitchFamily="34" charset="0"/>
            </a:endParaRPr>
          </a:p>
          <a:p>
            <a:endParaRPr lang="en-US" dirty="0">
              <a:latin typeface="Noto Sans" panose="020B0502040504020204" pitchFamily="34" charset="0"/>
              <a:ea typeface="Noto Sans" panose="020B0502040504020204" pitchFamily="34" charset="0"/>
              <a:cs typeface="Noto Sans" panose="020B0502040504020204" pitchFamily="34" charset="0"/>
            </a:endParaRPr>
          </a:p>
        </p:txBody>
      </p:sp>
      <p:pic>
        <p:nvPicPr>
          <p:cNvPr id="3" name="Picture 2" descr="Graphical user interface&#10;&#10;Description automatically generated">
            <a:extLst>
              <a:ext uri="{FF2B5EF4-FFF2-40B4-BE49-F238E27FC236}">
                <a16:creationId xmlns:a16="http://schemas.microsoft.com/office/drawing/2014/main" id="{B352500B-9B75-773F-2381-84F19D2BBE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1476375"/>
            <a:ext cx="5181600" cy="3031237"/>
          </a:xfrm>
          <a:prstGeom prst="rect">
            <a:avLst/>
          </a:prstGeom>
          <a:noFill/>
        </p:spPr>
      </p:pic>
      <p:sp>
        <p:nvSpPr>
          <p:cNvPr id="4" name="TextBox 25">
            <a:extLst>
              <a:ext uri="{FF2B5EF4-FFF2-40B4-BE49-F238E27FC236}">
                <a16:creationId xmlns:a16="http://schemas.microsoft.com/office/drawing/2014/main" id="{E89F36A8-679D-B766-19F2-B6BA164C0B51}"/>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err="1">
                <a:solidFill>
                  <a:srgbClr val="339933"/>
                </a:solidFill>
                <a:latin typeface="Bahnschrift SemiLight SemiConde" panose="020B0502040204020203" pitchFamily="34" charset="0"/>
                <a:ea typeface="微软雅黑"/>
                <a:cs typeface="+mn-ea"/>
                <a:sym typeface="+mn-lt"/>
              </a:rPr>
              <a:t>Ảo</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hóa</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là</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gì</a:t>
            </a:r>
            <a:endParaRPr lang="zh-CN" altLang="en-US" sz="2000">
              <a:solidFill>
                <a:srgbClr val="339933"/>
              </a:solidFill>
              <a:latin typeface="Bahnschrift SemiLight SemiConde" panose="020B0502040204020203" pitchFamily="34" charset="0"/>
              <a:ea typeface="微软雅黑"/>
              <a:cs typeface="+mn-ea"/>
              <a:sym typeface="+mn-lt"/>
            </a:endParaRPr>
          </a:p>
        </p:txBody>
      </p:sp>
    </p:spTree>
    <p:extLst>
      <p:ext uri="{BB962C8B-B14F-4D97-AF65-F5344CB8AC3E}">
        <p14:creationId xmlns:p14="http://schemas.microsoft.com/office/powerpoint/2010/main" val="1017492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3EA53F57-9A2D-BF3E-D857-3BAFC29EABDE}"/>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err="1">
                <a:solidFill>
                  <a:srgbClr val="339933"/>
                </a:solidFill>
                <a:latin typeface="Bahnschrift SemiLight SemiConde" panose="020B0502040204020203" pitchFamily="34" charset="0"/>
                <a:ea typeface="微软雅黑"/>
                <a:cs typeface="+mn-ea"/>
                <a:sym typeface="+mn-lt"/>
              </a:rPr>
              <a:t>Các</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thành</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phần</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của</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ảo</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hóa</a:t>
            </a:r>
            <a:endParaRPr lang="zh-CN" altLang="en-US" sz="2000">
              <a:solidFill>
                <a:srgbClr val="339933"/>
              </a:solidFill>
              <a:latin typeface="Bahnschrift SemiLight SemiConde" panose="020B0502040204020203" pitchFamily="34" charset="0"/>
              <a:ea typeface="微软雅黑"/>
              <a:cs typeface="+mn-ea"/>
              <a:sym typeface="+mn-lt"/>
            </a:endParaRPr>
          </a:p>
        </p:txBody>
      </p:sp>
      <p:pic>
        <p:nvPicPr>
          <p:cNvPr id="4" name="Picture 3" descr="Graphical user interface, application&#10;&#10;Description automatically generated with medium confidence">
            <a:extLst>
              <a:ext uri="{FF2B5EF4-FFF2-40B4-BE49-F238E27FC236}">
                <a16:creationId xmlns:a16="http://schemas.microsoft.com/office/drawing/2014/main" id="{3870B0C8-7490-AAEA-E904-07E57D2BA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676400"/>
            <a:ext cx="6191250" cy="2971800"/>
          </a:xfrm>
          <a:prstGeom prst="rect">
            <a:avLst/>
          </a:prstGeom>
        </p:spPr>
      </p:pic>
      <p:sp>
        <p:nvSpPr>
          <p:cNvPr id="5" name="Content Placeholder 2">
            <a:extLst>
              <a:ext uri="{FF2B5EF4-FFF2-40B4-BE49-F238E27FC236}">
                <a16:creationId xmlns:a16="http://schemas.microsoft.com/office/drawing/2014/main" id="{420133C5-D50D-B725-B7C0-ED2731DBDB92}"/>
              </a:ext>
            </a:extLst>
          </p:cNvPr>
          <p:cNvSpPr txBox="1">
            <a:spLocks/>
          </p:cNvSpPr>
          <p:nvPr/>
        </p:nvSpPr>
        <p:spPr>
          <a:xfrm>
            <a:off x="762000" y="1253330"/>
            <a:ext cx="5191126" cy="491887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1800" b="0" i="0" dirty="0" err="1">
                <a:solidFill>
                  <a:srgbClr val="333333"/>
                </a:solidFill>
                <a:effectLst/>
                <a:latin typeface="Noto Sans" panose="020B0502040504020204" pitchFamily="34" charset="0"/>
              </a:rPr>
              <a:t>Các</a:t>
            </a:r>
            <a:r>
              <a:rPr lang="en-US" sz="1800" b="0" i="0" dirty="0">
                <a:solidFill>
                  <a:srgbClr val="333333"/>
                </a:solidFill>
                <a:effectLst/>
                <a:latin typeface="Noto Sans" panose="020B0502040504020204" pitchFamily="34" charset="0"/>
              </a:rPr>
              <a:t> </a:t>
            </a:r>
            <a:r>
              <a:rPr lang="en-US" sz="1800" b="0" i="0" dirty="0" err="1">
                <a:solidFill>
                  <a:srgbClr val="333333"/>
                </a:solidFill>
                <a:effectLst/>
                <a:latin typeface="Noto Sans" panose="020B0502040504020204" pitchFamily="34" charset="0"/>
              </a:rPr>
              <a:t>thành</a:t>
            </a:r>
            <a:r>
              <a:rPr lang="en-US" sz="1800" b="0" i="0" dirty="0">
                <a:solidFill>
                  <a:srgbClr val="333333"/>
                </a:solidFill>
                <a:effectLst/>
                <a:latin typeface="Noto Sans" panose="020B0502040504020204" pitchFamily="34" charset="0"/>
              </a:rPr>
              <a:t> </a:t>
            </a:r>
            <a:r>
              <a:rPr lang="en-US" sz="1800" b="0" i="0" dirty="0" err="1">
                <a:solidFill>
                  <a:srgbClr val="333333"/>
                </a:solidFill>
                <a:effectLst/>
                <a:latin typeface="Noto Sans" panose="020B0502040504020204" pitchFamily="34" charset="0"/>
              </a:rPr>
              <a:t>phần</a:t>
            </a:r>
            <a:r>
              <a:rPr lang="en-US" sz="1800" b="0" i="0" dirty="0">
                <a:solidFill>
                  <a:srgbClr val="333333"/>
                </a:solidFill>
                <a:effectLst/>
                <a:latin typeface="Noto Sans" panose="020B0502040504020204" pitchFamily="34" charset="0"/>
              </a:rPr>
              <a:t> </a:t>
            </a:r>
            <a:r>
              <a:rPr lang="en-US" sz="1800" b="0" i="0" dirty="0" err="1">
                <a:solidFill>
                  <a:srgbClr val="333333"/>
                </a:solidFill>
                <a:effectLst/>
                <a:latin typeface="Noto Sans" panose="020B0502040504020204" pitchFamily="34" charset="0"/>
              </a:rPr>
              <a:t>của</a:t>
            </a:r>
            <a:r>
              <a:rPr lang="en-US" sz="1800" b="0" i="0" dirty="0">
                <a:solidFill>
                  <a:srgbClr val="333333"/>
                </a:solidFill>
                <a:effectLst/>
                <a:latin typeface="Noto Sans" panose="020B0502040504020204" pitchFamily="34" charset="0"/>
              </a:rPr>
              <a:t> </a:t>
            </a:r>
            <a:r>
              <a:rPr lang="en-US" sz="1800" b="0" i="0" dirty="0" err="1">
                <a:solidFill>
                  <a:srgbClr val="333333"/>
                </a:solidFill>
                <a:effectLst/>
                <a:latin typeface="Noto Sans" panose="020B0502040504020204" pitchFamily="34" charset="0"/>
              </a:rPr>
              <a:t>ảo</a:t>
            </a:r>
            <a:r>
              <a:rPr lang="en-US" sz="1800" b="0" i="0" dirty="0">
                <a:solidFill>
                  <a:srgbClr val="333333"/>
                </a:solidFill>
                <a:effectLst/>
                <a:latin typeface="Noto Sans" panose="020B0502040504020204" pitchFamily="34" charset="0"/>
              </a:rPr>
              <a:t> </a:t>
            </a:r>
            <a:r>
              <a:rPr lang="en-US" sz="1800" b="0" i="0" dirty="0" err="1">
                <a:solidFill>
                  <a:srgbClr val="333333"/>
                </a:solidFill>
                <a:effectLst/>
                <a:latin typeface="Noto Sans" panose="020B0502040504020204" pitchFamily="34" charset="0"/>
              </a:rPr>
              <a:t>hóa</a:t>
            </a:r>
            <a:r>
              <a:rPr lang="en-US" sz="1800" b="0" i="0" dirty="0">
                <a:solidFill>
                  <a:srgbClr val="333333"/>
                </a:solidFill>
                <a:effectLst/>
                <a:latin typeface="Noto Sans" panose="020B0502040504020204" pitchFamily="34" charset="0"/>
              </a:rPr>
              <a:t> </a:t>
            </a:r>
            <a:r>
              <a:rPr lang="en-US" sz="1800" b="0" i="0" dirty="0" err="1">
                <a:solidFill>
                  <a:srgbClr val="333333"/>
                </a:solidFill>
                <a:effectLst/>
                <a:latin typeface="Noto Sans" panose="020B0502040504020204" pitchFamily="34" charset="0"/>
              </a:rPr>
              <a:t>gồm</a:t>
            </a:r>
            <a:r>
              <a:rPr lang="en-US" sz="1800" b="0" i="0" dirty="0">
                <a:solidFill>
                  <a:srgbClr val="333333"/>
                </a:solidFill>
                <a:effectLst/>
                <a:latin typeface="Noto Sans" panose="020B0502040504020204" pitchFamily="34" charset="0"/>
              </a:rPr>
              <a:t>:</a:t>
            </a:r>
          </a:p>
          <a:p>
            <a:pPr algn="just">
              <a:buFont typeface="Wingdings" panose="05000000000000000000" pitchFamily="2" charset="2"/>
              <a:buChar char="q"/>
            </a:pPr>
            <a:r>
              <a:rPr lang="vi-VN" sz="1600" b="0" i="0" dirty="0">
                <a:solidFill>
                  <a:srgbClr val="333333"/>
                </a:solidFill>
                <a:effectLst/>
                <a:latin typeface="Noto Sans" panose="020B0502040504020204" pitchFamily="34" charset="0"/>
              </a:rPr>
              <a:t>Tài nguyên vật lý </a:t>
            </a:r>
            <a:r>
              <a:rPr lang="en-US" sz="1600" b="0" i="0" dirty="0">
                <a:solidFill>
                  <a:srgbClr val="333333"/>
                </a:solidFill>
                <a:effectLst/>
                <a:latin typeface="Noto Sans" panose="020B0502040504020204" pitchFamily="34" charset="0"/>
              </a:rPr>
              <a:t>(</a:t>
            </a:r>
            <a:r>
              <a:rPr lang="en-US" sz="1600" b="0" i="0" dirty="0">
                <a:solidFill>
                  <a:schemeClr val="accent2">
                    <a:lumMod val="60000"/>
                    <a:lumOff val="40000"/>
                  </a:schemeClr>
                </a:solidFill>
                <a:effectLst/>
                <a:latin typeface="Noto Sans" panose="020B0502040504020204" pitchFamily="34" charset="0"/>
              </a:rPr>
              <a:t>Host</a:t>
            </a:r>
            <a:r>
              <a:rPr lang="en-US" sz="1600" b="0" i="0" dirty="0">
                <a:solidFill>
                  <a:srgbClr val="333333"/>
                </a:solidFill>
                <a:effectLst/>
                <a:latin typeface="Noto Sans" panose="020B0502040504020204" pitchFamily="34" charset="0"/>
              </a:rPr>
              <a:t>)</a:t>
            </a:r>
            <a:r>
              <a:rPr lang="vi-VN" sz="1600" b="0" i="0" dirty="0">
                <a:solidFill>
                  <a:srgbClr val="333333"/>
                </a:solidFill>
                <a:effectLst/>
                <a:latin typeface="Noto Sans" panose="020B0502040504020204" pitchFamily="34" charset="0"/>
              </a:rPr>
              <a:t>: </a:t>
            </a:r>
            <a:r>
              <a:rPr lang="en-US" sz="1600" b="0" i="0" dirty="0" err="1">
                <a:solidFill>
                  <a:srgbClr val="333333"/>
                </a:solidFill>
                <a:effectLst/>
                <a:latin typeface="Noto Sans" panose="020B0502040504020204" pitchFamily="34" charset="0"/>
              </a:rPr>
              <a:t>là</a:t>
            </a:r>
            <a:r>
              <a:rPr lang="en-US" sz="1600" b="0" i="0" dirty="0">
                <a:solidFill>
                  <a:srgbClr val="333333"/>
                </a:solidFill>
                <a:effectLst/>
                <a:latin typeface="Noto Sans" panose="020B0502040504020204" pitchFamily="34" charset="0"/>
              </a:rPr>
              <a:t> </a:t>
            </a:r>
            <a:r>
              <a:rPr lang="en-US" sz="1600" dirty="0">
                <a:solidFill>
                  <a:srgbClr val="333333"/>
                </a:solidFill>
                <a:latin typeface="Noto Sans" panose="020B0502040504020204" pitchFamily="34" charset="0"/>
              </a:rPr>
              <a:t>m</a:t>
            </a:r>
            <a:r>
              <a:rPr lang="vi-VN" sz="1600" dirty="0">
                <a:solidFill>
                  <a:srgbClr val="333333"/>
                </a:solidFill>
                <a:latin typeface="Noto Sans" panose="020B0502040504020204" pitchFamily="34" charset="0"/>
              </a:rPr>
              <a:t>áy chủ vật lý</a:t>
            </a:r>
            <a:r>
              <a:rPr lang="vi-VN" sz="1600" b="0" i="0" dirty="0">
                <a:solidFill>
                  <a:srgbClr val="333333"/>
                </a:solidFill>
                <a:effectLst/>
                <a:latin typeface="Noto Sans" panose="020B0502040504020204" pitchFamily="34" charset="0"/>
              </a:rPr>
              <a:t>, CPU, RAM, ổ đĩa cứng, card mạng… Nhiệm vụ là chia tài nguyên cấp cho các máy ảo.</a:t>
            </a:r>
          </a:p>
          <a:p>
            <a:pPr algn="just">
              <a:buFont typeface="Wingdings" panose="05000000000000000000" pitchFamily="2" charset="2"/>
              <a:buChar char="q"/>
            </a:pPr>
            <a:r>
              <a:rPr lang="vi-VN" sz="1600" b="0" i="0" dirty="0">
                <a:solidFill>
                  <a:srgbClr val="333333"/>
                </a:solidFill>
                <a:effectLst/>
                <a:latin typeface="Noto Sans" panose="020B0502040504020204" pitchFamily="34" charset="0"/>
              </a:rPr>
              <a:t>Phần mềm ảo hóa (</a:t>
            </a:r>
            <a:r>
              <a:rPr lang="vi-VN" sz="1600" b="0" i="0" u="none" strike="noStrike" dirty="0">
                <a:solidFill>
                  <a:schemeClr val="accent2">
                    <a:lumMod val="60000"/>
                    <a:lumOff val="40000"/>
                  </a:schemeClr>
                </a:solidFill>
                <a:effectLst/>
                <a:latin typeface="Noto Sans" panose="020B0502040504020204" pitchFamily="34" charset="0"/>
              </a:rPr>
              <a:t>Hypervisor</a:t>
            </a:r>
            <a:r>
              <a:rPr lang="vi-VN" sz="1600" b="0" i="0" dirty="0">
                <a:solidFill>
                  <a:srgbClr val="333333"/>
                </a:solidFill>
                <a:effectLst/>
                <a:latin typeface="Noto Sans" panose="020B0502040504020204" pitchFamily="34" charset="0"/>
              </a:rPr>
              <a:t>): cung cấp truy cập cho mỗi máy chủ ảo đến tài nguyên của máy chủ vật lý, lập kế hoạch và phân chia tài nguyên vật lý cho các máy chủ ảo, cung cấp giao diện quản lý cho các máy chủ ảo</a:t>
            </a:r>
            <a:r>
              <a:rPr lang="en-US" sz="1600" b="0" i="0" dirty="0">
                <a:solidFill>
                  <a:srgbClr val="333333"/>
                </a:solidFill>
                <a:effectLst/>
                <a:latin typeface="Noto Sans" panose="020B0502040504020204" pitchFamily="34" charset="0"/>
              </a:rPr>
              <a:t>.</a:t>
            </a:r>
            <a:endParaRPr lang="vi-VN" sz="1600" b="0" i="0" dirty="0">
              <a:solidFill>
                <a:srgbClr val="333333"/>
              </a:solidFill>
              <a:effectLst/>
              <a:latin typeface="Noto Sans" panose="020B0502040504020204" pitchFamily="34" charset="0"/>
            </a:endParaRPr>
          </a:p>
          <a:p>
            <a:pPr algn="just">
              <a:buFont typeface="Wingdings" panose="05000000000000000000" pitchFamily="2" charset="2"/>
              <a:buChar char="q"/>
            </a:pPr>
            <a:r>
              <a:rPr lang="vi-VN" sz="1600" b="0" i="0" dirty="0">
                <a:solidFill>
                  <a:srgbClr val="333333"/>
                </a:solidFill>
                <a:effectLst/>
                <a:latin typeface="Noto Sans" panose="020B0502040504020204" pitchFamily="34" charset="0"/>
              </a:rPr>
              <a:t>Hệ điều hành khách (</a:t>
            </a:r>
            <a:r>
              <a:rPr lang="vi-VN" sz="1600" b="0" i="0" dirty="0">
                <a:solidFill>
                  <a:schemeClr val="accent2">
                    <a:lumMod val="60000"/>
                    <a:lumOff val="40000"/>
                  </a:schemeClr>
                </a:solidFill>
                <a:effectLst/>
                <a:latin typeface="Noto Sans" panose="020B0502040504020204" pitchFamily="34" charset="0"/>
              </a:rPr>
              <a:t>Guest Operating System</a:t>
            </a:r>
            <a:r>
              <a:rPr lang="vi-VN" sz="1600" b="0" i="0" dirty="0">
                <a:solidFill>
                  <a:srgbClr val="333333"/>
                </a:solidFill>
                <a:effectLst/>
                <a:latin typeface="Noto Sans" panose="020B0502040504020204" pitchFamily="34" charset="0"/>
              </a:rPr>
              <a:t>): được cài đặt trên một máy chủ ảo, thao tác như ở trên hệ điều hành thông thường.</a:t>
            </a:r>
          </a:p>
          <a:p>
            <a:pPr algn="just">
              <a:buFont typeface="Wingdings" panose="05000000000000000000" pitchFamily="2" charset="2"/>
              <a:buChar char="q"/>
            </a:pPr>
            <a:r>
              <a:rPr lang="vi-VN" sz="1600" b="0" i="0" dirty="0">
                <a:solidFill>
                  <a:srgbClr val="333333"/>
                </a:solidFill>
                <a:effectLst/>
                <a:latin typeface="Noto Sans" panose="020B0502040504020204" pitchFamily="34" charset="0"/>
              </a:rPr>
              <a:t>Mảy ảo (</a:t>
            </a:r>
            <a:r>
              <a:rPr lang="vi-VN" sz="1600" b="0" i="0" u="none" strike="noStrike" dirty="0">
                <a:solidFill>
                  <a:schemeClr val="accent2">
                    <a:lumMod val="60000"/>
                    <a:lumOff val="40000"/>
                  </a:schemeClr>
                </a:solidFill>
                <a:effectLst/>
                <a:latin typeface="Noto Sans" panose="020B0502040504020204" pitchFamily="34" charset="0"/>
              </a:rPr>
              <a:t>Virtual Machine</a:t>
            </a:r>
            <a:r>
              <a:rPr lang="en-US" sz="1600" b="0" i="0" u="none" strike="noStrike" dirty="0">
                <a:solidFill>
                  <a:schemeClr val="accent2">
                    <a:lumMod val="60000"/>
                    <a:lumOff val="40000"/>
                  </a:schemeClr>
                </a:solidFill>
                <a:effectLst/>
                <a:latin typeface="Noto Sans" panose="020B0502040504020204" pitchFamily="34" charset="0"/>
              </a:rPr>
              <a:t> - VM</a:t>
            </a:r>
            <a:r>
              <a:rPr lang="vi-VN" sz="1600" b="0" i="0" dirty="0">
                <a:solidFill>
                  <a:srgbClr val="333333"/>
                </a:solidFill>
                <a:effectLst/>
                <a:latin typeface="Noto Sans" panose="020B0502040504020204" pitchFamily="34" charset="0"/>
              </a:rPr>
              <a:t>): hoạt động như một máy chủ vật lý thông thường với tài nguyên riêng, giao diện riêng, hệ điều hành riêng</a:t>
            </a:r>
            <a:endParaRPr lang="en-US" sz="1600" b="0" i="0" dirty="0">
              <a:solidFill>
                <a:srgbClr val="333333"/>
              </a:solidFill>
              <a:effectLst/>
              <a:latin typeface="Noto Sans" panose="020B0502040504020204" pitchFamily="34" charset="0"/>
            </a:endParaRPr>
          </a:p>
          <a:p>
            <a:pPr algn="just">
              <a:buFont typeface="Wingdings" panose="05000000000000000000" pitchFamily="2" charset="2"/>
              <a:buChar char="q"/>
            </a:pPr>
            <a:r>
              <a:rPr lang="en-US" sz="1600" dirty="0" err="1">
                <a:solidFill>
                  <a:srgbClr val="333333"/>
                </a:solidFill>
                <a:latin typeface="Noto Sans" panose="020B0502040504020204" pitchFamily="34" charset="0"/>
              </a:rPr>
              <a:t>Ứng</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dụng</a:t>
            </a:r>
            <a:r>
              <a:rPr lang="en-US" sz="1600" dirty="0">
                <a:solidFill>
                  <a:srgbClr val="333333"/>
                </a:solidFill>
                <a:latin typeface="Noto Sans" panose="020B0502040504020204" pitchFamily="34" charset="0"/>
              </a:rPr>
              <a:t> (Application): </a:t>
            </a:r>
            <a:r>
              <a:rPr lang="en-US" sz="1600" dirty="0" err="1">
                <a:solidFill>
                  <a:srgbClr val="333333"/>
                </a:solidFill>
                <a:latin typeface="Noto Sans" panose="020B0502040504020204" pitchFamily="34" charset="0"/>
              </a:rPr>
              <a:t>là</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phần</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mềm</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chạy</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trên</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hệ</a:t>
            </a:r>
            <a:r>
              <a:rPr lang="en-US" sz="1600" dirty="0">
                <a:solidFill>
                  <a:srgbClr val="333333"/>
                </a:solidFill>
                <a:latin typeface="Noto Sans" panose="020B0502040504020204" pitchFamily="34" charset="0"/>
              </a:rPr>
              <a:t> điều hành </a:t>
            </a:r>
            <a:r>
              <a:rPr lang="en-US" sz="1600" dirty="0" err="1">
                <a:solidFill>
                  <a:srgbClr val="333333"/>
                </a:solidFill>
                <a:latin typeface="Noto Sans" panose="020B0502040504020204" pitchFamily="34" charset="0"/>
              </a:rPr>
              <a:t>máy</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ảo</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sử</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dụng</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tài</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nguyên</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vật</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lý</a:t>
            </a:r>
            <a:r>
              <a:rPr lang="en-US" sz="1600" dirty="0">
                <a:solidFill>
                  <a:srgbClr val="333333"/>
                </a:solidFill>
                <a:latin typeface="Noto Sans" panose="020B0502040504020204" pitchFamily="34" charset="0"/>
              </a:rPr>
              <a:t> do </a:t>
            </a:r>
            <a:r>
              <a:rPr lang="en-US" sz="1600" dirty="0" err="1">
                <a:solidFill>
                  <a:srgbClr val="333333"/>
                </a:solidFill>
                <a:latin typeface="Noto Sans" panose="020B0502040504020204" pitchFamily="34" charset="0"/>
              </a:rPr>
              <a:t>hệ</a:t>
            </a:r>
            <a:r>
              <a:rPr lang="en-US" sz="1600" dirty="0">
                <a:solidFill>
                  <a:srgbClr val="333333"/>
                </a:solidFill>
                <a:latin typeface="Noto Sans" panose="020B0502040504020204" pitchFamily="34" charset="0"/>
              </a:rPr>
              <a:t> điều hành </a:t>
            </a:r>
            <a:r>
              <a:rPr lang="en-US" sz="1600" dirty="0" err="1">
                <a:solidFill>
                  <a:srgbClr val="333333"/>
                </a:solidFill>
                <a:latin typeface="Noto Sans" panose="020B0502040504020204" pitchFamily="34" charset="0"/>
              </a:rPr>
              <a:t>khách</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phân</a:t>
            </a:r>
            <a:r>
              <a:rPr lang="en-US" sz="1600" dirty="0">
                <a:solidFill>
                  <a:srgbClr val="333333"/>
                </a:solidFill>
                <a:latin typeface="Noto Sans" panose="020B0502040504020204" pitchFamily="34" charset="0"/>
              </a:rPr>
              <a:t> </a:t>
            </a:r>
            <a:r>
              <a:rPr lang="en-US" sz="1600" dirty="0" err="1">
                <a:solidFill>
                  <a:srgbClr val="333333"/>
                </a:solidFill>
                <a:latin typeface="Noto Sans" panose="020B0502040504020204" pitchFamily="34" charset="0"/>
              </a:rPr>
              <a:t>bổ</a:t>
            </a:r>
            <a:r>
              <a:rPr lang="en-US" sz="1600" dirty="0">
                <a:solidFill>
                  <a:srgbClr val="333333"/>
                </a:solidFill>
                <a:latin typeface="Noto Sans" panose="020B0502040504020204" pitchFamily="34" charset="0"/>
              </a:rPr>
              <a:t>.</a:t>
            </a:r>
            <a:endParaRPr lang="vi-VN" sz="1600" b="0" i="0" dirty="0">
              <a:solidFill>
                <a:srgbClr val="333333"/>
              </a:solidFill>
              <a:effectLst/>
              <a:latin typeface="Noto Sans" panose="020B0502040504020204" pitchFamily="34" charset="0"/>
            </a:endParaRPr>
          </a:p>
          <a:p>
            <a:endParaRPr lang="en-US" dirty="0"/>
          </a:p>
        </p:txBody>
      </p:sp>
    </p:spTree>
    <p:extLst>
      <p:ext uri="{BB962C8B-B14F-4D97-AF65-F5344CB8AC3E}">
        <p14:creationId xmlns:p14="http://schemas.microsoft.com/office/powerpoint/2010/main" val="14423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8A9C2839-F3C6-D009-2F8B-0226A3092224}"/>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err="1">
                <a:solidFill>
                  <a:srgbClr val="339933"/>
                </a:solidFill>
                <a:latin typeface="Bahnschrift SemiLight SemiConde" panose="020B0502040204020203" pitchFamily="34" charset="0"/>
                <a:ea typeface="微软雅黑"/>
                <a:cs typeface="+mn-ea"/>
                <a:sym typeface="+mn-lt"/>
              </a:rPr>
              <a:t>Các</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loại</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ảo</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hóa</a:t>
            </a:r>
            <a:endParaRPr lang="zh-CN" altLang="en-US" sz="2000">
              <a:solidFill>
                <a:srgbClr val="339933"/>
              </a:solidFill>
              <a:latin typeface="Bahnschrift SemiLight SemiConde" panose="020B0502040204020203" pitchFamily="34" charset="0"/>
              <a:ea typeface="微软雅黑"/>
              <a:cs typeface="+mn-ea"/>
              <a:sym typeface="+mn-lt"/>
            </a:endParaRPr>
          </a:p>
        </p:txBody>
      </p:sp>
      <p:pic>
        <p:nvPicPr>
          <p:cNvPr id="3" name="Picture 2" descr="Diagram&#10;&#10;Description automatically generated">
            <a:hlinkClick r:id="rId2"/>
            <a:extLst>
              <a:ext uri="{FF2B5EF4-FFF2-40B4-BE49-F238E27FC236}">
                <a16:creationId xmlns:a16="http://schemas.microsoft.com/office/drawing/2014/main" id="{2C0D868B-4A22-8653-7D67-72473E32C1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968019"/>
            <a:ext cx="5334000" cy="3298988"/>
          </a:xfrm>
          <a:prstGeom prst="rect">
            <a:avLst/>
          </a:prstGeom>
          <a:noFill/>
          <a:ln>
            <a:noFill/>
          </a:ln>
        </p:spPr>
      </p:pic>
      <p:sp>
        <p:nvSpPr>
          <p:cNvPr id="4" name="Content Placeholder 2">
            <a:extLst>
              <a:ext uri="{FF2B5EF4-FFF2-40B4-BE49-F238E27FC236}">
                <a16:creationId xmlns:a16="http://schemas.microsoft.com/office/drawing/2014/main" id="{6E3C958F-713F-4BC7-5837-4DC6B60B7C2A}"/>
              </a:ext>
            </a:extLst>
          </p:cNvPr>
          <p:cNvSpPr txBox="1">
            <a:spLocks/>
          </p:cNvSpPr>
          <p:nvPr/>
        </p:nvSpPr>
        <p:spPr>
          <a:xfrm>
            <a:off x="762000" y="1253330"/>
            <a:ext cx="4981575" cy="491887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q"/>
            </a:pP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hóa</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(Server Virtualization):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phép</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chạy</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nhiều</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lý</a:t>
            </a:r>
            <a:endPar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endParaRPr>
          </a:p>
          <a:p>
            <a:pPr algn="just">
              <a:buFont typeface="Wingdings" panose="05000000000000000000" pitchFamily="2" charset="2"/>
              <a:buChar char="q"/>
            </a:pP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hóa</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hệ</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thống</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mạng</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(Network Virtualization):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mô</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phỏng</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hoàn</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toàn</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hạ</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tầng</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mạng</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vật</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lý</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dựa</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phần</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ứng</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chạy</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mạng</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chính</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xác</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như</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thể</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mạng</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vật</a:t>
            </a:r>
            <a:r>
              <a:rPr lang="en-US" sz="1700" b="0" i="0" dirty="0">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chemeClr val="tx1">
                    <a:lumMod val="65000"/>
                    <a:lumOff val="35000"/>
                  </a:schemeClr>
                </a:solidFill>
                <a:effectLst/>
                <a:latin typeface="Noto Sans" panose="020B0502040504020204" pitchFamily="34" charset="0"/>
                <a:ea typeface="Noto Sans" panose="020B0502040504020204" pitchFamily="34" charset="0"/>
                <a:cs typeface="Noto Sans" panose="020B0502040504020204" pitchFamily="34" charset="0"/>
              </a:rPr>
              <a:t>lý</a:t>
            </a:r>
            <a:endPar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endParaRPr>
          </a:p>
          <a:p>
            <a:pPr algn="just">
              <a:buFont typeface="Wingdings" panose="05000000000000000000" pitchFamily="2" charset="2"/>
              <a:buChar char="q"/>
            </a:pP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hóa</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lưu</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trữ</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(Storage Virtualization):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tiến</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trình</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giúp</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nhóm</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thiết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lưu</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trữ</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hoạt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động</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như</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thiết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lưu</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trữ</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duy</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nhất</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p>
          <a:p>
            <a:pPr algn="just">
              <a:buFont typeface="Wingdings" panose="05000000000000000000" pitchFamily="2" charset="2"/>
              <a:buChar char="q"/>
            </a:pP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hóa</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bàn</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(Desktop Virtualization):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phương</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pháp</a:t>
            </a:r>
            <a:r>
              <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 </a:t>
            </a:r>
            <a:r>
              <a:rPr lang="vi-VN"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rPr>
              <a:t>mô phỏng một máy trạm của người dùng để nó có thể được truy cập từ một thiết bị được kết nối từ xa</a:t>
            </a:r>
            <a:endParaRPr lang="en-US" sz="1700" dirty="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12590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4F4BC7F7-3D8C-433D-C8C7-F9CB84F3BA0E}"/>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err="1">
                <a:solidFill>
                  <a:srgbClr val="339933"/>
                </a:solidFill>
                <a:latin typeface="Bahnschrift SemiLight SemiConde" panose="020B0502040204020203" pitchFamily="34" charset="0"/>
                <a:ea typeface="微软雅黑"/>
                <a:cs typeface="+mn-ea"/>
                <a:sym typeface="+mn-lt"/>
              </a:rPr>
              <a:t>Lợi</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ích</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và</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nhược</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điểm</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của</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ảo</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hóa</a:t>
            </a:r>
            <a:endParaRPr lang="zh-CN" altLang="en-US" sz="2000">
              <a:solidFill>
                <a:srgbClr val="339933"/>
              </a:solidFill>
              <a:latin typeface="Bahnschrift SemiLight SemiConde" panose="020B0502040204020203" pitchFamily="34" charset="0"/>
              <a:ea typeface="微软雅黑"/>
              <a:cs typeface="+mn-ea"/>
              <a:sym typeface="+mn-lt"/>
            </a:endParaRPr>
          </a:p>
        </p:txBody>
      </p:sp>
      <p:graphicFrame>
        <p:nvGraphicFramePr>
          <p:cNvPr id="3" name="Diagram 2">
            <a:extLst>
              <a:ext uri="{FF2B5EF4-FFF2-40B4-BE49-F238E27FC236}">
                <a16:creationId xmlns:a16="http://schemas.microsoft.com/office/drawing/2014/main" id="{30923178-5B3C-0118-3887-85F9D5C35055}"/>
              </a:ext>
            </a:extLst>
          </p:cNvPr>
          <p:cNvGraphicFramePr/>
          <p:nvPr>
            <p:extLst>
              <p:ext uri="{D42A27DB-BD31-4B8C-83A1-F6EECF244321}">
                <p14:modId xmlns:p14="http://schemas.microsoft.com/office/powerpoint/2010/main" val="2211084427"/>
              </p:ext>
            </p:extLst>
          </p:nvPr>
        </p:nvGraphicFramePr>
        <p:xfrm>
          <a:off x="781051" y="1124589"/>
          <a:ext cx="10267950" cy="50827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094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972BC7A7-BA73-8937-F83A-6504A7EB61F6}"/>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err="1">
                <a:solidFill>
                  <a:srgbClr val="339933"/>
                </a:solidFill>
                <a:latin typeface="Bahnschrift SemiLight SemiConde" panose="020B0502040204020203" pitchFamily="34" charset="0"/>
                <a:ea typeface="微软雅黑"/>
                <a:cs typeface="+mn-ea"/>
                <a:sym typeface="+mn-lt"/>
              </a:rPr>
              <a:t>Vmware</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là</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gì</a:t>
            </a:r>
            <a:r>
              <a:rPr lang="en-US" altLang="zh-CN" sz="2000" kern="0">
                <a:solidFill>
                  <a:srgbClr val="339933"/>
                </a:solidFill>
                <a:latin typeface="Bahnschrift SemiLight SemiConde" panose="020B0502040204020203" pitchFamily="34" charset="0"/>
                <a:ea typeface="微软雅黑"/>
                <a:cs typeface="+mn-ea"/>
                <a:sym typeface="+mn-lt"/>
              </a:rPr>
              <a:t>?</a:t>
            </a:r>
            <a:endParaRPr lang="zh-CN" altLang="en-US" sz="200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40A04091-96CA-1803-9915-8A42C425C137}"/>
              </a:ext>
            </a:extLst>
          </p:cNvPr>
          <p:cNvSpPr txBox="1"/>
          <p:nvPr/>
        </p:nvSpPr>
        <p:spPr>
          <a:xfrm>
            <a:off x="990600" y="1219200"/>
            <a:ext cx="10210800" cy="4708981"/>
          </a:xfrm>
          <a:prstGeom prst="rect">
            <a:avLst/>
          </a:prstGeom>
          <a:noFill/>
        </p:spPr>
        <p:txBody>
          <a:bodyPr wrap="square" lIns="0" tIns="0" rIns="0" bIns="0" rtlCol="0">
            <a:spAutoFit/>
          </a:bodyPr>
          <a:lstStyle/>
          <a:p>
            <a:pPr marL="285750" indent="-285750" algn="just">
              <a:buFont typeface="Wingdings" panose="05000000000000000000" pitchFamily="2" charset="2"/>
              <a:buChar char="q"/>
            </a:pPr>
            <a:r>
              <a:rPr lang="vi-VN"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Vmware là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một</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phần</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của</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hãng</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Vmware</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cho</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222222"/>
                </a:solidFill>
                <a:effectLst/>
                <a:latin typeface="Noto Sans" panose="020B0502040504020204" pitchFamily="34" charset="0"/>
                <a:ea typeface="Noto Sans" panose="020B0502040504020204" pitchFamily="34" charset="0"/>
                <a:cs typeface="Noto Sans" panose="020B0502040504020204" pitchFamily="34" charset="0"/>
              </a:rPr>
              <a:t>phép</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vi-VN"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tạo máy ảo trên máy tính, nó giúp cho một máy tính có thể chạy song song nhiều hệ điều hành thay vì một hệ điều hành trên một máy như bình thường.</a:t>
            </a:r>
            <a:endPar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endParaRPr>
          </a:p>
          <a:p>
            <a:pPr algn="just"/>
            <a:endParaRPr lang="vi-VN"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endParaRPr>
          </a:p>
          <a:p>
            <a:pPr marL="285750" indent="-285750" algn="just">
              <a:buFont typeface="Wingdings" panose="05000000000000000000" pitchFamily="2" charset="2"/>
              <a:buChar char="q"/>
            </a:pPr>
            <a:r>
              <a:rPr lang="vi-VN"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Có 3 loại Vmware </a:t>
            </a:r>
            <a:endParaRPr lang="en-US"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endParaRPr>
          </a:p>
          <a:p>
            <a:pPr marL="285750" indent="-285750" algn="just">
              <a:buFont typeface="Wingdings" panose="05000000000000000000" pitchFamily="2" charset="2"/>
              <a:buChar char="§"/>
            </a:pPr>
            <a:r>
              <a:rPr lang="vi-VN"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Vmware workstation </a:t>
            </a: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là phần mềm cho phép người dùng tạo và sử dụng máy ảo trực tiếp trên laptop hoặc PC</a:t>
            </a:r>
            <a:r>
              <a:rPr lang="en-US"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endParaRPr lang="en-US" sz="1700" dirty="0">
              <a:solidFill>
                <a:srgbClr val="222222"/>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just">
              <a:buFont typeface="Wingdings" panose="05000000000000000000" pitchFamily="2" charset="2"/>
              <a:buChar char="§"/>
            </a:pPr>
            <a:r>
              <a:rPr lang="vi-VN"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Vmware</a:t>
            </a:r>
            <a:r>
              <a:rPr lang="en-US"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server </a:t>
            </a: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là phần mềm ảo hóa máy chủ miễn phí. Cho phép sử dụng nhiều máy ảo trên cùng một máy chủ vật lý. VMware Server cũng tương thích với Windows, Linux, Solaris,…</a:t>
            </a:r>
            <a:endParaRPr lang="vi-VN"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endParaRPr>
          </a:p>
          <a:p>
            <a:pPr marL="285750" indent="-285750" algn="just">
              <a:buFont typeface="Wingdings" panose="05000000000000000000" pitchFamily="2" charset="2"/>
              <a:buChar char="§"/>
            </a:pPr>
            <a:r>
              <a:rPr lang="vi-VN"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Vmware v</a:t>
            </a:r>
            <a:r>
              <a:rPr lang="en-US"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S</a:t>
            </a:r>
            <a:r>
              <a:rPr lang="vi-VN" sz="1700" b="1"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phere</a:t>
            </a:r>
            <a:r>
              <a:rPr lang="vi-VN" sz="1700" b="0" i="0" dirty="0">
                <a:solidFill>
                  <a:srgbClr val="222222"/>
                </a:solidFill>
                <a:effectLst/>
                <a:latin typeface="Noto Sans" panose="020B0502040504020204" pitchFamily="34" charset="0"/>
                <a:ea typeface="Noto Sans" panose="020B0502040504020204" pitchFamily="34" charset="0"/>
                <a:cs typeface="Noto Sans" panose="020B0502040504020204" pitchFamily="34" charset="0"/>
              </a:rPr>
              <a:t> </a:t>
            </a: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là bộ sản phẩm ảo hóa máy chủ của VMware b</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a</a:t>
            </a: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o gồm phần mềm quản lý </a:t>
            </a:r>
            <a:r>
              <a:rPr lang="vi-VN" sz="1700" b="0" i="0" u="none" strike="noStrike" dirty="0">
                <a:solidFill>
                  <a:srgbClr val="348EFE"/>
                </a:solidFill>
                <a:effectLst/>
                <a:latin typeface="Noto Sans" panose="020B0502040504020204" pitchFamily="34" charset="0"/>
                <a:ea typeface="Noto Sans" panose="020B0502040504020204" pitchFamily="34" charset="0"/>
                <a:cs typeface="Noto Sans" panose="020B0502040504020204" pitchFamily="34" charset="0"/>
                <a:hlinkClick r:id="rId2"/>
              </a:rPr>
              <a:t>ESXi hypervisor</a:t>
            </a: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và vCenter. </a:t>
            </a:r>
            <a:endPar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endParaRPr>
          </a:p>
          <a:p>
            <a:pPr algn="just"/>
            <a:endPar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just">
              <a:buFont typeface="Wingdings" panose="05000000000000000000" pitchFamily="2" charset="2"/>
              <a:buChar char="q"/>
            </a:pPr>
            <a:r>
              <a:rPr lang="en-US" sz="1700" b="1" i="0" dirty="0" err="1">
                <a:solidFill>
                  <a:srgbClr val="24292E"/>
                </a:solidFill>
                <a:effectLst/>
                <a:latin typeface="Noto Sans" panose="020B0502040504020204" pitchFamily="34" charset="0"/>
                <a:ea typeface="Noto Sans" panose="020B0502040504020204" pitchFamily="34" charset="0"/>
                <a:cs typeface="Noto Sans" panose="020B0502040504020204" pitchFamily="34" charset="0"/>
              </a:rPr>
              <a:t>Có</a:t>
            </a:r>
            <a:r>
              <a:rPr lang="en-US" sz="1700" b="1" i="0" dirty="0">
                <a:solidFill>
                  <a:srgbClr val="24292E"/>
                </a:solidFill>
                <a:effectLst/>
                <a:latin typeface="Noto Sans" panose="020B0502040504020204" pitchFamily="34" charset="0"/>
                <a:ea typeface="Noto Sans" panose="020B0502040504020204" pitchFamily="34" charset="0"/>
                <a:cs typeface="Noto Sans" panose="020B0502040504020204" pitchFamily="34" charset="0"/>
              </a:rPr>
              <a:t> 2 </a:t>
            </a:r>
            <a:r>
              <a:rPr lang="en-US" sz="1700" b="1" i="0" dirty="0" err="1">
                <a:solidFill>
                  <a:srgbClr val="24292E"/>
                </a:solidFill>
                <a:effectLst/>
                <a:latin typeface="Noto Sans" panose="020B0502040504020204" pitchFamily="34" charset="0"/>
                <a:ea typeface="Noto Sans" panose="020B0502040504020204" pitchFamily="34" charset="0"/>
                <a:cs typeface="Noto Sans" panose="020B0502040504020204" pitchFamily="34" charset="0"/>
              </a:rPr>
              <a:t>loại</a:t>
            </a:r>
            <a:r>
              <a:rPr lang="en-US" sz="1700" b="1" i="0" dirty="0">
                <a:solidFill>
                  <a:srgbClr val="24292E"/>
                </a:solidFill>
                <a:effectLst/>
                <a:latin typeface="Noto Sans" panose="020B0502040504020204" pitchFamily="34" charset="0"/>
                <a:ea typeface="Noto Sans" panose="020B0502040504020204" pitchFamily="34" charset="0"/>
                <a:cs typeface="Noto Sans" panose="020B0502040504020204" pitchFamily="34" charset="0"/>
              </a:rPr>
              <a:t> hypervisors </a:t>
            </a:r>
            <a:r>
              <a:rPr lang="en-US" sz="1700" b="1" i="0" dirty="0" err="1">
                <a:solidFill>
                  <a:srgbClr val="24292E"/>
                </a:solidFill>
                <a:effectLst/>
                <a:latin typeface="Noto Sans" panose="020B0502040504020204" pitchFamily="34" charset="0"/>
                <a:ea typeface="Noto Sans" panose="020B0502040504020204" pitchFamily="34" charset="0"/>
                <a:cs typeface="Noto Sans" panose="020B0502040504020204" pitchFamily="34" charset="0"/>
              </a:rPr>
              <a:t>của</a:t>
            </a:r>
            <a:r>
              <a:rPr lang="en-US" sz="1700" b="1" i="0" dirty="0">
                <a:solidFill>
                  <a:srgbClr val="24292E"/>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i="0" dirty="0" err="1">
                <a:solidFill>
                  <a:srgbClr val="24292E"/>
                </a:solidFill>
                <a:effectLst/>
                <a:latin typeface="Noto Sans" panose="020B0502040504020204" pitchFamily="34" charset="0"/>
                <a:ea typeface="Noto Sans" panose="020B0502040504020204" pitchFamily="34" charset="0"/>
                <a:cs typeface="Noto Sans" panose="020B0502040504020204" pitchFamily="34" charset="0"/>
              </a:rPr>
              <a:t>Vmware</a:t>
            </a:r>
            <a:endParaRPr lang="en-US" sz="1700" b="1" i="0" dirty="0">
              <a:solidFill>
                <a:srgbClr val="24292E"/>
              </a:solidFill>
              <a:effectLst/>
              <a:latin typeface="Noto Sans" panose="020B0502040504020204" pitchFamily="34" charset="0"/>
              <a:ea typeface="Noto Sans" panose="020B0502040504020204" pitchFamily="34" charset="0"/>
              <a:cs typeface="Noto Sans" panose="020B0502040504020204" pitchFamily="34" charset="0"/>
            </a:endParaRPr>
          </a:p>
          <a:p>
            <a:pPr marL="285750" indent="-285750" algn="just">
              <a:buFont typeface="Wingdings" panose="05000000000000000000" pitchFamily="2" charset="2"/>
              <a:buChar char="§"/>
            </a:pP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Hypervisor loại 1 là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phần</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hóa</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được</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cài</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đặt</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và</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chạy</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trực</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tiếp</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chủ</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vật</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lý</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Vmware</a:t>
            </a:r>
            <a:r>
              <a:rPr lang="en-US" sz="1700" b="1"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ESXI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hypervisor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loại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1.</a:t>
            </a:r>
            <a:endParaRPr lang="en-US" sz="1700" b="1" dirty="0">
              <a:solidFill>
                <a:srgbClr val="24292E"/>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just">
              <a:buFont typeface="Wingdings" panose="05000000000000000000" pitchFamily="2" charset="2"/>
              <a:buChar char="§"/>
            </a:pP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Hypervisor loại 2 là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phần</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hóa</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được</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cài</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đặt</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và</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chạy</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nền</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hệ</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điều hành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chủ</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vi-VN" sz="1700" b="1"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VMware Workstation và Oracle VirtualBox </a:t>
            </a: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là những ví dụ về Hypervisor loại 2</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a:t>
            </a:r>
            <a:endParaRPr lang="en-US" sz="1700" b="1" i="0" dirty="0">
              <a:solidFill>
                <a:srgbClr val="24292E"/>
              </a:solidFill>
              <a:effectLst/>
              <a:latin typeface="Noto Sans" panose="020B0502040504020204" pitchFamily="34" charset="0"/>
              <a:ea typeface="Noto Sans" panose="020B0502040504020204" pitchFamily="34" charset="0"/>
              <a:cs typeface="Noto Sans" panose="020B0502040504020204" pitchFamily="34" charset="0"/>
            </a:endParaRPr>
          </a:p>
          <a:p>
            <a:pPr algn="l"/>
            <a:endParaRPr lang="en-US" sz="1700" dirty="0">
              <a:solidFill>
                <a:schemeClr val="tx1">
                  <a:lumMod val="50000"/>
                  <a:lumOff val="50000"/>
                </a:schemeClr>
              </a:solidFill>
            </a:endParaRPr>
          </a:p>
        </p:txBody>
      </p:sp>
    </p:spTree>
    <p:extLst>
      <p:ext uri="{BB962C8B-B14F-4D97-AF65-F5344CB8AC3E}">
        <p14:creationId xmlns:p14="http://schemas.microsoft.com/office/powerpoint/2010/main" val="217163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8DCE495C-F4A1-FE03-E64F-F35D0CA6DA16}"/>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a:solidFill>
                  <a:srgbClr val="339933"/>
                </a:solidFill>
                <a:latin typeface="Bahnschrift SemiLight SemiConde" panose="020B0502040204020203" pitchFamily="34" charset="0"/>
                <a:ea typeface="微软雅黑"/>
                <a:cs typeface="+mn-ea"/>
                <a:sym typeface="+mn-lt"/>
              </a:rPr>
              <a:t>vSphere </a:t>
            </a:r>
            <a:r>
              <a:rPr lang="en-US" altLang="zh-CN" sz="2000" kern="0" err="1">
                <a:solidFill>
                  <a:srgbClr val="339933"/>
                </a:solidFill>
                <a:latin typeface="Bahnschrift SemiLight SemiConde" panose="020B0502040204020203" pitchFamily="34" charset="0"/>
                <a:ea typeface="微软雅黑"/>
                <a:cs typeface="+mn-ea"/>
                <a:sym typeface="+mn-lt"/>
              </a:rPr>
              <a:t>là</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gì</a:t>
            </a:r>
            <a:r>
              <a:rPr lang="en-US" altLang="zh-CN" sz="2000" kern="0">
                <a:solidFill>
                  <a:srgbClr val="339933"/>
                </a:solidFill>
                <a:latin typeface="Bahnschrift SemiLight SemiConde" panose="020B0502040204020203" pitchFamily="34" charset="0"/>
                <a:ea typeface="微软雅黑"/>
                <a:cs typeface="+mn-ea"/>
                <a:sym typeface="+mn-lt"/>
              </a:rPr>
              <a:t>?</a:t>
            </a:r>
            <a:endParaRPr lang="zh-CN" altLang="en-US" sz="2000">
              <a:solidFill>
                <a:srgbClr val="339933"/>
              </a:solidFill>
              <a:latin typeface="Bahnschrift SemiLight SemiConde" panose="020B0502040204020203" pitchFamily="34" charset="0"/>
              <a:ea typeface="微软雅黑"/>
              <a:cs typeface="+mn-ea"/>
              <a:sym typeface="+mn-lt"/>
            </a:endParaRPr>
          </a:p>
        </p:txBody>
      </p:sp>
      <p:pic>
        <p:nvPicPr>
          <p:cNvPr id="1028" name="Picture 4">
            <a:extLst>
              <a:ext uri="{FF2B5EF4-FFF2-40B4-BE49-F238E27FC236}">
                <a16:creationId xmlns:a16="http://schemas.microsoft.com/office/drawing/2014/main" id="{79A5ACB1-A3A9-487D-7972-04EAC48C8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555750"/>
            <a:ext cx="5438775" cy="36258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15F3F59-A569-BDB9-696C-7B934F909E66}"/>
              </a:ext>
            </a:extLst>
          </p:cNvPr>
          <p:cNvSpPr txBox="1"/>
          <p:nvPr/>
        </p:nvSpPr>
        <p:spPr>
          <a:xfrm>
            <a:off x="923925" y="1019175"/>
            <a:ext cx="5019676" cy="7186583"/>
          </a:xfrm>
          <a:prstGeom prst="rect">
            <a:avLst/>
          </a:prstGeom>
          <a:noFill/>
        </p:spPr>
        <p:txBody>
          <a:bodyPr wrap="square" lIns="0" tIns="0" rIns="0" bIns="0" rtlCol="0">
            <a:spAutoFit/>
          </a:bodyPr>
          <a:lstStyle/>
          <a:p>
            <a:pPr algn="just"/>
            <a:r>
              <a:rPr lang="en-US" sz="1600" b="1"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VMware vSphere </a:t>
            </a:r>
            <a:r>
              <a:rPr lang="en-US" sz="1600" b="1"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là</a:t>
            </a:r>
            <a:r>
              <a:rPr lang="en-US" sz="1600" b="1"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công</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nghệ</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ảo</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hóa</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cho</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phép</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xây</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dựng</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hạ</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tầng</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điện</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toán</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đám</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mây</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sử</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nền</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tảng</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ESX/</a:t>
            </a:r>
            <a:r>
              <a:rPr lang="en-US" sz="160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ESXi</a:t>
            </a:r>
            <a:r>
              <a:rPr lang="en-US" sz="160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phù</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hợp</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doanh</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nghiệp</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tổ</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chức</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 </a:t>
            </a:r>
            <a:r>
              <a:rPr lang="en-US" sz="1600" b="0" i="0" dirty="0" err="1">
                <a:solidFill>
                  <a:srgbClr val="0A0A0A"/>
                </a:solidFill>
                <a:effectLst/>
                <a:latin typeface="Noto Sans" panose="020B0502040504020204" pitchFamily="34" charset="0"/>
                <a:ea typeface="Noto Sans" panose="020B0502040504020204" pitchFamily="34" charset="0"/>
                <a:cs typeface="Noto Sans" panose="020B0502040504020204" pitchFamily="34" charset="0"/>
              </a:rPr>
              <a:t>lớn</a:t>
            </a:r>
            <a:r>
              <a:rPr lang="en-US" sz="1600" b="0" i="0" dirty="0">
                <a:solidFill>
                  <a:srgbClr val="0A0A0A"/>
                </a:solidFill>
                <a:effectLst/>
                <a:latin typeface="Noto Sans" panose="020B0502040504020204" pitchFamily="34" charset="0"/>
                <a:ea typeface="Noto Sans" panose="020B0502040504020204" pitchFamily="34" charset="0"/>
                <a:cs typeface="Noto Sans" panose="020B0502040504020204" pitchFamily="34" charset="0"/>
              </a:rPr>
              <a:t>.</a:t>
            </a:r>
          </a:p>
          <a:p>
            <a:pPr algn="just"/>
            <a:r>
              <a:rPr lang="vi-VN" sz="16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Khác với </a:t>
            </a:r>
            <a:r>
              <a:rPr lang="vi-VN" sz="1600" b="1"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VMware Workstation</a:t>
            </a:r>
            <a:r>
              <a:rPr lang="vi-VN" sz="16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hay </a:t>
            </a:r>
            <a:r>
              <a:rPr lang="vi-VN" sz="1600" b="1"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VMware Server</a:t>
            </a:r>
            <a:r>
              <a:rPr lang="vi-VN" sz="16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vi-VN" sz="1600" b="1"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ESX/ESXi</a:t>
            </a:r>
            <a:r>
              <a:rPr lang="vi-VN" sz="16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là một “bare-metal” hypervisor, ESX/ESXi giống như 1</a:t>
            </a:r>
            <a:r>
              <a:rPr lang="vi-VN"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lõi hệ điều hành được cài đặt trực tiếp trên hệ thống server vật lý</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a:t>
            </a:r>
          </a:p>
          <a:p>
            <a:pPr algn="just"/>
            <a:endPar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algn="just"/>
            <a:r>
              <a:rPr lang="en-US" sz="16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Các</a:t>
            </a:r>
            <a:r>
              <a:rPr lang="en-US" sz="16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tính</a:t>
            </a:r>
            <a:r>
              <a:rPr lang="en-US" sz="16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năng</a:t>
            </a:r>
            <a:r>
              <a:rPr lang="en-US" sz="16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của</a:t>
            </a:r>
            <a:r>
              <a:rPr lang="en-US" sz="16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vSphere</a:t>
            </a:r>
          </a:p>
          <a:p>
            <a:pPr marL="285750" indent="-285750" algn="just">
              <a:buFont typeface="Arial" panose="020B0604020202020204" pitchFamily="34" charset="0"/>
              <a:buChar char="•"/>
            </a:pP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Di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chuyển</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ảo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sang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chủ</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/storage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khác</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mà</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không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có</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downtime.</a:t>
            </a:r>
          </a:p>
          <a:p>
            <a:pPr marL="285750" indent="-285750" algn="just">
              <a:buFont typeface="Arial" panose="020B0604020202020204" pitchFamily="34" charset="0"/>
              <a:buChar char="•"/>
            </a:pP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Mở</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rộng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phần</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cứng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CPU, RAM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chủ</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không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downtime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ảo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just">
              <a:buFont typeface="Arial" panose="020B0604020202020204" pitchFamily="34" charset="0"/>
              <a:buChar char="•"/>
            </a:pP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Bảo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mật</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dữ</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liệu</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có</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công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cụ</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backup, restore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ảo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just">
              <a:buFont typeface="Arial" panose="020B0604020202020204" pitchFamily="34" charset="0"/>
              <a:buChar char="•"/>
            </a:pP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Quản</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lý</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tập</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trung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ảo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và</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tự</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động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cân</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bằng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tải</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trên</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chủ</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storage, network.</a:t>
            </a:r>
          </a:p>
          <a:p>
            <a:pPr marL="285750" indent="-285750" algn="just">
              <a:buFont typeface="Arial" panose="020B0604020202020204" pitchFamily="34" charset="0"/>
              <a:buChar char="•"/>
            </a:pP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Tạo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ảo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thông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qua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các</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template.</a:t>
            </a:r>
          </a:p>
          <a:p>
            <a:pPr marL="285750" indent="-285750" algn="just">
              <a:buFont typeface="Arial" panose="020B0604020202020204" pitchFamily="34" charset="0"/>
              <a:buChar char="•"/>
            </a:pP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Tự</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động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di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chuyển</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ảo</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sang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chủ</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khác</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khi</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chủ</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đang</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chạy</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bị</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lỗi</a:t>
            </a:r>
            <a:r>
              <a:rPr lang="en-US" sz="1600" dirty="0">
                <a:solidFill>
                  <a:srgbClr val="111111"/>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Arial" panose="020B0604020202020204" pitchFamily="34" charset="0"/>
              <a:buChar char="•"/>
            </a:pPr>
            <a:endParaRPr lang="en-US" sz="1600" dirty="0">
              <a:solidFill>
                <a:srgbClr val="111111"/>
              </a:solidFill>
              <a:latin typeface="Mulish Regular"/>
            </a:endParaRPr>
          </a:p>
          <a:p>
            <a:pPr marL="285750" indent="-285750" algn="l">
              <a:buFont typeface="Arial" panose="020B0604020202020204" pitchFamily="34" charset="0"/>
              <a:buChar char="•"/>
            </a:pPr>
            <a:endParaRPr lang="en-US" sz="1600" dirty="0">
              <a:solidFill>
                <a:srgbClr val="111111"/>
              </a:solidFill>
              <a:latin typeface="Mulish Regular"/>
            </a:endParaRPr>
          </a:p>
          <a:p>
            <a:pPr algn="l"/>
            <a:endParaRPr lang="en-US" sz="1600" dirty="0">
              <a:solidFill>
                <a:srgbClr val="111111"/>
              </a:solidFill>
              <a:latin typeface="Mulish Regular"/>
            </a:endParaRPr>
          </a:p>
          <a:p>
            <a:pPr algn="l"/>
            <a:endParaRPr lang="en-US" sz="1600" dirty="0">
              <a:solidFill>
                <a:srgbClr val="0A0A0A"/>
              </a:solidFill>
              <a:latin typeface="Noto Sans" panose="020B0502040504020204" pitchFamily="34" charset="0"/>
            </a:endParaRPr>
          </a:p>
          <a:p>
            <a:pPr algn="l"/>
            <a:endParaRPr lang="en-US" sz="1600" i="0" dirty="0">
              <a:solidFill>
                <a:srgbClr val="0A0A0A"/>
              </a:solidFill>
              <a:effectLst/>
              <a:latin typeface="Noto Sans" panose="020B0502040504020204" pitchFamily="34" charset="0"/>
            </a:endParaRPr>
          </a:p>
          <a:p>
            <a:pPr algn="l"/>
            <a:endParaRPr lang="en-US" sz="1700" dirty="0">
              <a:solidFill>
                <a:schemeClr val="tx1">
                  <a:lumMod val="50000"/>
                  <a:lumOff val="50000"/>
                </a:schemeClr>
              </a:solidFill>
            </a:endParaRPr>
          </a:p>
          <a:p>
            <a:pPr algn="l"/>
            <a:endParaRPr lang="en-US" sz="1700" dirty="0">
              <a:solidFill>
                <a:schemeClr val="tx1">
                  <a:lumMod val="50000"/>
                  <a:lumOff val="50000"/>
                </a:schemeClr>
              </a:solidFill>
            </a:endParaRPr>
          </a:p>
          <a:p>
            <a:pPr algn="l"/>
            <a:endParaRPr lang="en-US" sz="1700" dirty="0">
              <a:solidFill>
                <a:schemeClr val="tx1">
                  <a:lumMod val="50000"/>
                  <a:lumOff val="50000"/>
                </a:schemeClr>
              </a:solidFill>
            </a:endParaRPr>
          </a:p>
        </p:txBody>
      </p:sp>
    </p:spTree>
    <p:extLst>
      <p:ext uri="{BB962C8B-B14F-4D97-AF65-F5344CB8AC3E}">
        <p14:creationId xmlns:p14="http://schemas.microsoft.com/office/powerpoint/2010/main" val="107701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5">
            <a:extLst>
              <a:ext uri="{FF2B5EF4-FFF2-40B4-BE49-F238E27FC236}">
                <a16:creationId xmlns:a16="http://schemas.microsoft.com/office/drawing/2014/main" id="{0C483922-5BEA-3095-5A79-2629C463F3E5}"/>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err="1">
                <a:solidFill>
                  <a:srgbClr val="339933"/>
                </a:solidFill>
                <a:latin typeface="Bahnschrift SemiLight SemiConde" panose="020B0502040204020203" pitchFamily="34" charset="0"/>
                <a:ea typeface="微软雅黑"/>
                <a:cs typeface="+mn-ea"/>
                <a:sym typeface="+mn-lt"/>
              </a:rPr>
              <a:t>Các</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thành</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phần</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của</a:t>
            </a:r>
            <a:r>
              <a:rPr lang="en-US" altLang="zh-CN" sz="2000" kern="0">
                <a:solidFill>
                  <a:srgbClr val="339933"/>
                </a:solidFill>
                <a:latin typeface="Bahnschrift SemiLight SemiConde" panose="020B0502040204020203" pitchFamily="34" charset="0"/>
                <a:ea typeface="微软雅黑"/>
                <a:cs typeface="+mn-ea"/>
                <a:sym typeface="+mn-lt"/>
              </a:rPr>
              <a:t> vSphere</a:t>
            </a:r>
            <a:endParaRPr lang="zh-CN" altLang="en-US" sz="2000">
              <a:solidFill>
                <a:srgbClr val="339933"/>
              </a:solidFill>
              <a:latin typeface="Bahnschrift SemiLight SemiConde" panose="020B0502040204020203" pitchFamily="34" charset="0"/>
              <a:ea typeface="微软雅黑"/>
              <a:cs typeface="+mn-ea"/>
              <a:sym typeface="+mn-lt"/>
            </a:endParaRPr>
          </a:p>
        </p:txBody>
      </p:sp>
      <p:sp>
        <p:nvSpPr>
          <p:cNvPr id="5" name="TextBox 4">
            <a:extLst>
              <a:ext uri="{FF2B5EF4-FFF2-40B4-BE49-F238E27FC236}">
                <a16:creationId xmlns:a16="http://schemas.microsoft.com/office/drawing/2014/main" id="{A96E552C-4C15-ABD1-B4BC-103F1618EC2B}"/>
              </a:ext>
            </a:extLst>
          </p:cNvPr>
          <p:cNvSpPr txBox="1"/>
          <p:nvPr/>
        </p:nvSpPr>
        <p:spPr>
          <a:xfrm>
            <a:off x="304800" y="1041023"/>
            <a:ext cx="6143625" cy="4093428"/>
          </a:xfrm>
          <a:prstGeom prst="rect">
            <a:avLst/>
          </a:prstGeom>
          <a:noFill/>
        </p:spPr>
        <p:txBody>
          <a:bodyPr wrap="square" lIns="0" tIns="0" rIns="0" bIns="0" rtlCol="0">
            <a:spAutoFit/>
          </a:bodyPr>
          <a:lstStyle/>
          <a:p>
            <a:pPr algn="just"/>
            <a:r>
              <a:rPr lang="vi-VN"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Infrastructure Services (Dịch vụ cơ sở hạ tầng)</a:t>
            </a:r>
          </a:p>
          <a:p>
            <a:pPr algn="just"/>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Infrastructure Services là tập hợp các dịch vụ được cung cấp để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quản</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lý</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phân bổ tài nguyên phần cứng.</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Infrastructure Services được phân loại thành nhiều loại.</a:t>
            </a:r>
          </a:p>
          <a:p>
            <a:pPr algn="just">
              <a:buFont typeface="Arial" panose="020B0604020202020204" pitchFamily="34" charset="0"/>
              <a:buChar char="•"/>
            </a:pPr>
            <a:r>
              <a:rPr lang="en-US"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VMware vCompute</a:t>
            </a:r>
            <a:endPar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just"/>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Dịch vụ vCompute tổng hợp các tài nguyên</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phần</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cứng</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trên nhiều máy chủ rời rạc và gán chúng cho các ứng dụng.</a:t>
            </a:r>
          </a:p>
          <a:p>
            <a:pPr algn="just">
              <a:buFont typeface="Arial" panose="020B0604020202020204" pitchFamily="34" charset="0"/>
              <a:buChar char="•"/>
            </a:pPr>
            <a:r>
              <a:rPr lang="en-US"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VMware vStorage</a:t>
            </a:r>
            <a:endPar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just"/>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VMware vStorage là tập hợp các công nghệ cho phép sử dụng và quản lý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bộ</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nhớ</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lưu trữ</a:t>
            </a:r>
          </a:p>
          <a:p>
            <a:pPr algn="just">
              <a:buFont typeface="Arial" panose="020B0604020202020204" pitchFamily="34" charset="0"/>
              <a:buChar char="•"/>
            </a:pPr>
            <a:r>
              <a:rPr lang="en-US"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VMware vNetwork</a:t>
            </a:r>
            <a:endPar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just"/>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VMware vNetwork là bộ công nghệ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quản</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lý</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cung</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cấp</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tài</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nguyên</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mạng</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ảo</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a:t>
            </a:r>
            <a:endPar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just"/>
            <a:endPar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just"/>
            <a:r>
              <a:rPr lang="vi-VN"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Application Services (Dịch vụ ứng dụng)</a:t>
            </a:r>
          </a:p>
          <a:p>
            <a:pPr algn="just"/>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Dịch vụ ứng dụng là tập hợp các dịch vụ được cung cấp để đảm bảo tính khả dụng, bảo mật và khả năng mở rộng cho các ứng dụng. Ví dụ như High Availability và Fault Tolerance.</a:t>
            </a:r>
            <a:endPar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l"/>
            <a:endPar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l"/>
            <a:endPar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p:txBody>
      </p:sp>
      <p:pic>
        <p:nvPicPr>
          <p:cNvPr id="7" name="Picture 6" descr="Graphical user interface, diagram&#10;&#10;Description automatically generated">
            <a:extLst>
              <a:ext uri="{FF2B5EF4-FFF2-40B4-BE49-F238E27FC236}">
                <a16:creationId xmlns:a16="http://schemas.microsoft.com/office/drawing/2014/main" id="{C9B43FD4-369E-813B-EE4D-0E0B50AAD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1143000"/>
            <a:ext cx="5420961" cy="3581400"/>
          </a:xfrm>
          <a:prstGeom prst="rect">
            <a:avLst/>
          </a:prstGeom>
        </p:spPr>
      </p:pic>
      <p:sp>
        <p:nvSpPr>
          <p:cNvPr id="8" name="TextBox 7">
            <a:extLst>
              <a:ext uri="{FF2B5EF4-FFF2-40B4-BE49-F238E27FC236}">
                <a16:creationId xmlns:a16="http://schemas.microsoft.com/office/drawing/2014/main" id="{687D1E4B-92C9-84F9-A79B-5EF898F81A3D}"/>
              </a:ext>
            </a:extLst>
          </p:cNvPr>
          <p:cNvSpPr txBox="1"/>
          <p:nvPr/>
        </p:nvSpPr>
        <p:spPr>
          <a:xfrm>
            <a:off x="304800" y="4819650"/>
            <a:ext cx="11353800" cy="1508105"/>
          </a:xfrm>
          <a:prstGeom prst="rect">
            <a:avLst/>
          </a:prstGeom>
          <a:noFill/>
        </p:spPr>
        <p:txBody>
          <a:bodyPr wrap="square" lIns="0" tIns="0" rIns="0" bIns="0" rtlCol="0">
            <a:spAutoFit/>
          </a:bodyPr>
          <a:lstStyle/>
          <a:p>
            <a:pPr algn="l"/>
            <a:r>
              <a:rPr lang="vi-VN"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VMware vCenter Server</a:t>
            </a:r>
          </a:p>
          <a:p>
            <a:pPr algn="l"/>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VMware vCenter Server cung cấp một điểm kiểm soát duy nhất của trung tâm dữ liệu</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kiểm soát truy cập, giám sát hiệu suất và cấu hình</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toàn</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bộ</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hạ</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tầng</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ảo</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hóa</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a:t>
            </a:r>
            <a:endPar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l"/>
            <a:endPar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endParaRPr>
          </a:p>
          <a:p>
            <a:pPr algn="l"/>
            <a:r>
              <a:rPr lang="vi-VN" sz="1400" b="1"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Client - Người dùng</a:t>
            </a:r>
          </a:p>
          <a:p>
            <a:pPr algn="l"/>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Cung</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en-US" sz="1400" b="0" i="0" dirty="0" err="1">
                <a:solidFill>
                  <a:srgbClr val="626262"/>
                </a:solidFill>
                <a:effectLst/>
                <a:latin typeface="Noto Sans" panose="020B0502040504020204" pitchFamily="34" charset="0"/>
                <a:ea typeface="Noto Sans" panose="020B0502040504020204" pitchFamily="34" charset="0"/>
                <a:cs typeface="Noto Sans" panose="020B0502040504020204" pitchFamily="34" charset="0"/>
              </a:rPr>
              <a:t>cấp</a:t>
            </a:r>
            <a:r>
              <a:rPr lang="en-US"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 </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truy cập </a:t>
            </a:r>
            <a:r>
              <a:rPr lang="en-US" sz="1400" dirty="0" err="1">
                <a:solidFill>
                  <a:srgbClr val="626262"/>
                </a:solidFill>
                <a:latin typeface="Noto Sans" panose="020B0502040504020204" pitchFamily="34" charset="0"/>
                <a:ea typeface="Noto Sans" panose="020B0502040504020204" pitchFamily="34" charset="0"/>
                <a:cs typeface="Noto Sans" panose="020B0502040504020204" pitchFamily="34" charset="0"/>
              </a:rPr>
              <a:t>đến</a:t>
            </a:r>
            <a:r>
              <a:rPr lang="en-US" sz="1400" dirty="0">
                <a:solidFill>
                  <a:srgbClr val="626262"/>
                </a:solidFill>
                <a:latin typeface="Noto Sans" panose="020B0502040504020204" pitchFamily="34" charset="0"/>
                <a:ea typeface="Noto Sans" panose="020B0502040504020204" pitchFamily="34" charset="0"/>
                <a:cs typeface="Noto Sans" panose="020B0502040504020204" pitchFamily="34" charset="0"/>
              </a:rPr>
              <a:t> </a:t>
            </a:r>
            <a:r>
              <a:rPr lang="vi-VN" sz="1400" b="0" i="0" dirty="0">
                <a:solidFill>
                  <a:srgbClr val="626262"/>
                </a:solidFill>
                <a:effectLst/>
                <a:latin typeface="Noto Sans" panose="020B0502040504020204" pitchFamily="34" charset="0"/>
                <a:ea typeface="Noto Sans" panose="020B0502040504020204" pitchFamily="34" charset="0"/>
                <a:cs typeface="Noto Sans" panose="020B0502040504020204" pitchFamily="34" charset="0"/>
              </a:rPr>
              <a:t>trung tâm dữ liệu VMware vSphere thông qua các máy khách như vSphere Client hoặc Web Access thông qua trình duyệt Web.</a:t>
            </a:r>
          </a:p>
        </p:txBody>
      </p:sp>
    </p:spTree>
    <p:extLst>
      <p:ext uri="{BB962C8B-B14F-4D97-AF65-F5344CB8AC3E}">
        <p14:creationId xmlns:p14="http://schemas.microsoft.com/office/powerpoint/2010/main" val="1795347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72EB8BDD-F3D3-FF4F-8570-2A49E5BFDBF3}"/>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a:solidFill>
                  <a:srgbClr val="339933"/>
                </a:solidFill>
                <a:latin typeface="Bahnschrift SemiLight SemiConde" panose="020B0502040204020203" pitchFamily="34" charset="0"/>
                <a:ea typeface="微软雅黑"/>
                <a:cs typeface="+mn-ea"/>
                <a:sym typeface="+mn-lt"/>
              </a:rPr>
              <a:t>vSphere - </a:t>
            </a:r>
            <a:r>
              <a:rPr lang="en-US" altLang="zh-CN" sz="2000" kern="0" dirty="0" err="1">
                <a:solidFill>
                  <a:srgbClr val="339933"/>
                </a:solidFill>
                <a:latin typeface="Bahnschrift SemiLight SemiConde" panose="020B0502040204020203" pitchFamily="34" charset="0"/>
                <a:ea typeface="微软雅黑"/>
                <a:cs typeface="+mn-ea"/>
                <a:sym typeface="+mn-lt"/>
              </a:rPr>
              <a:t>Vmware</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ESXi</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3" name="Picture 2" descr="Diagram&#10;&#10;Description automatically generated">
            <a:hlinkClick r:id="rId2"/>
            <a:extLst>
              <a:ext uri="{FF2B5EF4-FFF2-40B4-BE49-F238E27FC236}">
                <a16:creationId xmlns:a16="http://schemas.microsoft.com/office/drawing/2014/main" id="{88D8BC88-970D-5C09-C6F5-E289B00628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1161732"/>
            <a:ext cx="4365691" cy="4534535"/>
          </a:xfrm>
          <a:prstGeom prst="rect">
            <a:avLst/>
          </a:prstGeom>
          <a:noFill/>
          <a:ln>
            <a:noFill/>
          </a:ln>
        </p:spPr>
      </p:pic>
      <p:sp>
        <p:nvSpPr>
          <p:cNvPr id="4" name="TextBox 3">
            <a:extLst>
              <a:ext uri="{FF2B5EF4-FFF2-40B4-BE49-F238E27FC236}">
                <a16:creationId xmlns:a16="http://schemas.microsoft.com/office/drawing/2014/main" id="{DF86AB70-E1FD-EFA6-DBCF-0401D330957D}"/>
              </a:ext>
            </a:extLst>
          </p:cNvPr>
          <p:cNvSpPr txBox="1"/>
          <p:nvPr/>
        </p:nvSpPr>
        <p:spPr>
          <a:xfrm>
            <a:off x="914400" y="1161732"/>
            <a:ext cx="5791200" cy="6909584"/>
          </a:xfrm>
          <a:prstGeom prst="rect">
            <a:avLst/>
          </a:prstGeom>
          <a:noFill/>
        </p:spPr>
        <p:txBody>
          <a:bodyPr wrap="square" lIns="0" tIns="0" rIns="0" bIns="0" rtlCol="0">
            <a:spAutoFit/>
          </a:bodyPr>
          <a:lstStyle/>
          <a:p>
            <a:pPr algn="l"/>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Vmware</a:t>
            </a:r>
            <a:r>
              <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ESXi</a:t>
            </a:r>
            <a:r>
              <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là</a:t>
            </a:r>
            <a:r>
              <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gì</a:t>
            </a:r>
            <a:endPar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hypervisor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có</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thể</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cài</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đặt</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trực</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tiếp</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vào</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server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vi-VN"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vi-VN"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có quyền truy cập trực tiếp và kiểm soát các resource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vật</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0"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lý</a:t>
            </a:r>
            <a:r>
              <a:rPr lang="en-US" sz="1700" b="0"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a:t>
            </a:r>
          </a:p>
          <a:p>
            <a:pPr algn="l"/>
            <a:endPar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b="1"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Cài</a:t>
            </a:r>
            <a:r>
              <a:rPr lang="en-US" sz="1700" b="1"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i="0" dirty="0" err="1">
                <a:solidFill>
                  <a:srgbClr val="111111"/>
                </a:solidFill>
                <a:effectLst/>
                <a:latin typeface="Noto Sans" panose="020B0502040504020204" pitchFamily="34" charset="0"/>
                <a:ea typeface="Noto Sans" panose="020B0502040504020204" pitchFamily="34" charset="0"/>
                <a:cs typeface="Noto Sans" panose="020B0502040504020204" pitchFamily="34" charset="0"/>
              </a:rPr>
              <a:t>đặt</a:t>
            </a:r>
            <a:endParaRPr lang="en-US" sz="1700" b="1" i="0" dirty="0">
              <a:solidFill>
                <a:srgbClr val="111111"/>
              </a:solidFill>
              <a:effectLst/>
              <a:latin typeface="Noto Sans" panose="020B0502040504020204" pitchFamily="34" charset="0"/>
              <a:ea typeface="Noto Sans" panose="020B0502040504020204" pitchFamily="34" charset="0"/>
              <a:cs typeface="Noto Sans" panose="020B0502040504020204" pitchFamily="34" charset="0"/>
            </a:endParaRPr>
          </a:p>
          <a:p>
            <a:pPr algn="l"/>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phần</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mềm</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miễn</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phí</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người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dùng</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tải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về</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cài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trực</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tiếp</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lên</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server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như</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cài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đặt</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hệ</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điều hành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thông</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thường</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a:t>
            </a:r>
          </a:p>
          <a:p>
            <a:pPr algn="l"/>
            <a:endPar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Truy</a:t>
            </a:r>
            <a:r>
              <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cập</a:t>
            </a:r>
            <a:endPar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thiết</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lập</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cấu</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hình</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quản</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trực</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tiếp</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từ</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giao</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diện</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web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hoặc</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qua vCenter.</a:t>
            </a:r>
          </a:p>
          <a:p>
            <a:pPr algn="l"/>
            <a:endPar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Bảo</a:t>
            </a:r>
            <a:r>
              <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mật</a:t>
            </a:r>
            <a:endParaRPr lang="en-US" sz="1700" b="1" dirty="0">
              <a:solidFill>
                <a:srgbClr val="111111"/>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bật</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tường</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lửa</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quản</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bằng</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loại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tài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khoản</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người</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111111"/>
                </a:solidFill>
                <a:latin typeface="Noto Sans" panose="020B0502040504020204" pitchFamily="34" charset="0"/>
                <a:ea typeface="Noto Sans" panose="020B0502040504020204" pitchFamily="34" charset="0"/>
                <a:cs typeface="Noto Sans" panose="020B0502040504020204" pitchFamily="34" charset="0"/>
              </a:rPr>
              <a:t>dùng</a:t>
            </a:r>
            <a:r>
              <a:rPr lang="en-US" sz="1700" dirty="0">
                <a:solidFill>
                  <a:srgbClr val="111111"/>
                </a:solidFill>
                <a:latin typeface="Noto Sans" panose="020B0502040504020204" pitchFamily="34" charset="0"/>
                <a:ea typeface="Noto Sans" panose="020B0502040504020204" pitchFamily="34" charset="0"/>
                <a:cs typeface="Noto Sans" panose="020B0502040504020204" pitchFamily="34" charset="0"/>
              </a:rPr>
              <a:t>.</a:t>
            </a:r>
          </a:p>
          <a:p>
            <a:pPr algn="l"/>
            <a:endParaRPr lang="en-US" dirty="0">
              <a:solidFill>
                <a:srgbClr val="111111"/>
              </a:solidFill>
              <a:latin typeface="ui-sans-serif"/>
            </a:endParaRPr>
          </a:p>
          <a:p>
            <a:pPr algn="l"/>
            <a:endParaRPr lang="en-US" dirty="0">
              <a:solidFill>
                <a:srgbClr val="111111"/>
              </a:solidFill>
              <a:latin typeface="ui-sans-serif"/>
            </a:endParaRPr>
          </a:p>
          <a:p>
            <a:pPr algn="l"/>
            <a:endParaRPr lang="en-US" b="0" i="0" dirty="0">
              <a:solidFill>
                <a:srgbClr val="111111"/>
              </a:solidFill>
              <a:effectLst/>
              <a:latin typeface="ui-sans-serif"/>
            </a:endParaRPr>
          </a:p>
          <a:p>
            <a:pPr algn="l"/>
            <a:endParaRPr lang="en-US" b="0" i="0" dirty="0">
              <a:solidFill>
                <a:srgbClr val="111111"/>
              </a:solidFill>
              <a:effectLst/>
              <a:latin typeface="ui-sans-serif"/>
            </a:endParaRPr>
          </a:p>
          <a:p>
            <a:pPr algn="l"/>
            <a:endParaRPr lang="en-US" dirty="0">
              <a:solidFill>
                <a:srgbClr val="111111"/>
              </a:solidFill>
              <a:latin typeface="ui-sans-serif"/>
            </a:endParaRPr>
          </a:p>
          <a:p>
            <a:pPr algn="l"/>
            <a:endParaRPr lang="en-US" b="0" i="0" dirty="0">
              <a:solidFill>
                <a:srgbClr val="111111"/>
              </a:solidFill>
              <a:effectLst/>
              <a:latin typeface="ui-sans-serif"/>
            </a:endParaRPr>
          </a:p>
          <a:p>
            <a:pPr algn="l"/>
            <a:endParaRPr lang="en-US" b="0" i="0" u="none" strike="noStrike" dirty="0">
              <a:solidFill>
                <a:srgbClr val="348EFE"/>
              </a:solidFill>
              <a:effectLst/>
              <a:latin typeface="ui-sans-serif"/>
            </a:endParaRPr>
          </a:p>
          <a:p>
            <a:pPr algn="l"/>
            <a:endParaRPr lang="en-US" sz="1700" dirty="0">
              <a:solidFill>
                <a:schemeClr val="tx1">
                  <a:lumMod val="50000"/>
                  <a:lumOff val="50000"/>
                </a:schemeClr>
              </a:solidFill>
            </a:endParaRPr>
          </a:p>
        </p:txBody>
      </p:sp>
    </p:spTree>
    <p:extLst>
      <p:ext uri="{BB962C8B-B14F-4D97-AF65-F5344CB8AC3E}">
        <p14:creationId xmlns:p14="http://schemas.microsoft.com/office/powerpoint/2010/main" val="211043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86485938-1A00-FAF3-223A-CDACAAC400F0}"/>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a:solidFill>
                  <a:srgbClr val="339933"/>
                </a:solidFill>
                <a:latin typeface="Bahnschrift SemiLight SemiConde" panose="020B0502040204020203" pitchFamily="34" charset="0"/>
                <a:ea typeface="微软雅黑"/>
                <a:cs typeface="+mn-ea"/>
                <a:sym typeface="+mn-lt"/>
              </a:rPr>
              <a:t>vSphere - vCenter</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3" name="Picture 2" descr="Diagram&#10;&#10;Description automatically generated">
            <a:hlinkClick r:id="rId2"/>
            <a:extLst>
              <a:ext uri="{FF2B5EF4-FFF2-40B4-BE49-F238E27FC236}">
                <a16:creationId xmlns:a16="http://schemas.microsoft.com/office/drawing/2014/main" id="{5BFB372B-C101-781F-AAFA-9BE3DA1824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67525" y="1552578"/>
            <a:ext cx="4786792" cy="3581400"/>
          </a:xfrm>
          <a:prstGeom prst="rect">
            <a:avLst/>
          </a:prstGeom>
          <a:noFill/>
          <a:ln>
            <a:noFill/>
          </a:ln>
        </p:spPr>
      </p:pic>
      <p:sp>
        <p:nvSpPr>
          <p:cNvPr id="7" name="TextBox 6">
            <a:extLst>
              <a:ext uri="{FF2B5EF4-FFF2-40B4-BE49-F238E27FC236}">
                <a16:creationId xmlns:a16="http://schemas.microsoft.com/office/drawing/2014/main" id="{EFA836E0-FD8A-140C-9380-9CF88ABDD4C3}"/>
              </a:ext>
            </a:extLst>
          </p:cNvPr>
          <p:cNvSpPr txBox="1"/>
          <p:nvPr/>
        </p:nvSpPr>
        <p:spPr>
          <a:xfrm>
            <a:off x="990599" y="1219200"/>
            <a:ext cx="5343525" cy="3293209"/>
          </a:xfrm>
          <a:prstGeom prst="rect">
            <a:avLst/>
          </a:prstGeom>
          <a:noFill/>
        </p:spPr>
        <p:txBody>
          <a:bodyPr wrap="square" lIns="0" tIns="0" rIns="0" bIns="0" rtlCol="0">
            <a:spAutoFit/>
          </a:bodyPr>
          <a:lstStyle/>
          <a:p>
            <a:r>
              <a:rPr lang="en-US" sz="1500" dirty="0">
                <a:effectLst/>
                <a:latin typeface="Noto Sans" panose="020B0502040504020204" pitchFamily="34" charset="0"/>
                <a:ea typeface="Noto Sans" panose="020B0502040504020204" pitchFamily="34" charset="0"/>
                <a:cs typeface="Noto Sans" panose="020B0502040504020204" pitchFamily="34" charset="0"/>
              </a:rPr>
              <a:t>vCenter Server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là</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một</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phần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quản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lý</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cho</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hạ</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tầng</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ảo</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hoá</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vSphere,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cho</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phép</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bạn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quản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lý</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nhiều</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ESXi</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và</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máy</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ảo</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nó</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thông</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qua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một</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giao</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diện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web. vCenter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có</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2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phiên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bản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a:t>
            </a:r>
            <a:endPar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Arial" panose="020B0604020202020204" pitchFamily="34" charset="0"/>
              <a:buChar char="•"/>
            </a:pP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vCenter Server Windows: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cài</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windows server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có</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phiên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bản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vSphere 6.7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về</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trước</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a:t>
            </a:r>
          </a:p>
          <a:p>
            <a:pPr marL="285750" indent="-285750">
              <a:buFont typeface="Arial" panose="020B0604020202020204" pitchFamily="34" charset="0"/>
              <a:buChar char="•"/>
            </a:pP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vCenter Server Appliance: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cài</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a:t>
            </a:r>
            <a:r>
              <a:rPr lang="en-US" sz="1500" b="0" i="0" dirty="0" err="1">
                <a:solidFill>
                  <a:srgbClr val="0C0C0C"/>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500" b="0" i="0" dirty="0">
                <a:solidFill>
                  <a:srgbClr val="0C0C0C"/>
                </a:solidFill>
                <a:effectLst/>
                <a:latin typeface="Noto Sans" panose="020B0502040504020204" pitchFamily="34" charset="0"/>
                <a:ea typeface="Noto Sans" panose="020B0502040504020204" pitchFamily="34" charset="0"/>
                <a:cs typeface="Noto Sans" panose="020B0502040504020204" pitchFamily="34" charset="0"/>
              </a:rPr>
              <a:t> Linux</a:t>
            </a:r>
          </a:p>
          <a:p>
            <a:pPr marL="285750" indent="-285750">
              <a:buFont typeface="Arial" panose="020B0604020202020204" pitchFamily="34" charset="0"/>
              <a:buChar char="•"/>
            </a:pPr>
            <a:endPar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endParaRPr>
          </a:p>
          <a:p>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Một</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vCenter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có</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thể</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quản</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lý</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tới</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2500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máy</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chủ</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với</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tổng</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cộng</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45000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máy</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5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ảo</a:t>
            </a:r>
            <a:r>
              <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rPr>
              <a:t>.</a:t>
            </a:r>
          </a:p>
          <a:p>
            <a:endParaRPr lang="en-US" sz="1600" dirty="0">
              <a:solidFill>
                <a:srgbClr val="777777"/>
              </a:solidFill>
              <a:effectLst/>
              <a:latin typeface="Noto Sans" panose="020B0502040504020204" pitchFamily="34" charset="0"/>
              <a:ea typeface="Noto Sans" panose="020B0502040504020204" pitchFamily="34" charset="0"/>
              <a:cs typeface="Noto Sans" panose="020B0502040504020204" pitchFamily="34" charset="0"/>
            </a:endParaRPr>
          </a:p>
          <a:p>
            <a:endParaRPr lang="en-US" sz="1600" dirty="0">
              <a:solidFill>
                <a:srgbClr val="777777"/>
              </a:solidFill>
              <a:latin typeface="Noto Sans" panose="020B0502040504020204" pitchFamily="34" charset="0"/>
              <a:ea typeface="Noto Sans" panose="020B0502040504020204" pitchFamily="34" charset="0"/>
              <a:cs typeface="Noto Sans" panose="020B0502040504020204" pitchFamily="34" charset="0"/>
            </a:endParaRPr>
          </a:p>
          <a:p>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algn="l"/>
            <a:endParaRPr lang="en-US" sz="1600" dirty="0">
              <a:solidFill>
                <a:schemeClr val="tx1">
                  <a:lumMod val="50000"/>
                  <a:lumOff val="50000"/>
                </a:schemeClr>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0" name="Table 9">
            <a:extLst>
              <a:ext uri="{FF2B5EF4-FFF2-40B4-BE49-F238E27FC236}">
                <a16:creationId xmlns:a16="http://schemas.microsoft.com/office/drawing/2014/main" id="{808ADDD2-823A-ADB5-F445-EEF254A960ED}"/>
              </a:ext>
            </a:extLst>
          </p:cNvPr>
          <p:cNvGraphicFramePr>
            <a:graphicFrameLocks noGrp="1"/>
          </p:cNvGraphicFramePr>
          <p:nvPr>
            <p:extLst>
              <p:ext uri="{D42A27DB-BD31-4B8C-83A1-F6EECF244321}">
                <p14:modId xmlns:p14="http://schemas.microsoft.com/office/powerpoint/2010/main" val="4276355239"/>
              </p:ext>
            </p:extLst>
          </p:nvPr>
        </p:nvGraphicFramePr>
        <p:xfrm>
          <a:off x="990600" y="3657600"/>
          <a:ext cx="5343525" cy="2346390"/>
        </p:xfrm>
        <a:graphic>
          <a:graphicData uri="http://schemas.openxmlformats.org/drawingml/2006/table">
            <a:tbl>
              <a:tblPr firstRow="1" firstCol="1" bandRow="1">
                <a:tableStyleId>{5940675A-B579-460E-94D1-54222C63F5DA}</a:tableStyleId>
              </a:tblPr>
              <a:tblGrid>
                <a:gridCol w="3618598">
                  <a:extLst>
                    <a:ext uri="{9D8B030D-6E8A-4147-A177-3AD203B41FA5}">
                      <a16:colId xmlns:a16="http://schemas.microsoft.com/office/drawing/2014/main" val="1093365545"/>
                    </a:ext>
                  </a:extLst>
                </a:gridCol>
                <a:gridCol w="1724927">
                  <a:extLst>
                    <a:ext uri="{9D8B030D-6E8A-4147-A177-3AD203B41FA5}">
                      <a16:colId xmlns:a16="http://schemas.microsoft.com/office/drawing/2014/main" val="242193598"/>
                    </a:ext>
                  </a:extLst>
                </a:gridCol>
              </a:tblGrid>
              <a:tr h="391065">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Metric </a:t>
                      </a:r>
                    </a:p>
                  </a:txBody>
                  <a:tcPr marL="0" marR="76200" marT="76200" marB="76200" anchor="ctr"/>
                </a:tc>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vCenter Server 7.0</a:t>
                      </a:r>
                    </a:p>
                  </a:txBody>
                  <a:tcPr marL="76200" marR="0" marT="76200" marB="76200" anchor="ctr"/>
                </a:tc>
                <a:extLst>
                  <a:ext uri="{0D108BD9-81ED-4DB2-BD59-A6C34878D82A}">
                    <a16:rowId xmlns:a16="http://schemas.microsoft.com/office/drawing/2014/main" val="3873032708"/>
                  </a:ext>
                </a:extLst>
              </a:tr>
              <a:tr h="391065">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Hosts per vCenter Server instance</a:t>
                      </a:r>
                    </a:p>
                  </a:txBody>
                  <a:tcPr marL="0" marR="76200" marT="76200" marB="76200" anchor="ctr"/>
                </a:tc>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2,500</a:t>
                      </a:r>
                    </a:p>
                  </a:txBody>
                  <a:tcPr marL="76200" marR="0" marT="76200" marB="76200" anchor="ctr"/>
                </a:tc>
                <a:extLst>
                  <a:ext uri="{0D108BD9-81ED-4DB2-BD59-A6C34878D82A}">
                    <a16:rowId xmlns:a16="http://schemas.microsoft.com/office/drawing/2014/main" val="3696326024"/>
                  </a:ext>
                </a:extLst>
              </a:tr>
              <a:tr h="391065">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Powered-on VMs per vCenter Server instance</a:t>
                      </a:r>
                    </a:p>
                  </a:txBody>
                  <a:tcPr marL="0" marR="76200" marT="76200" marB="76200" anchor="ctr"/>
                </a:tc>
                <a:tc>
                  <a:txBody>
                    <a:bodyPr/>
                    <a:lstStyle/>
                    <a:p>
                      <a:pPr marL="0" marR="0">
                        <a:lnSpc>
                          <a:spcPct val="107000"/>
                        </a:lnSpc>
                        <a:spcBef>
                          <a:spcPts val="0"/>
                        </a:spcBef>
                        <a:spcAft>
                          <a:spcPts val="1200"/>
                        </a:spcAft>
                      </a:pPr>
                      <a:r>
                        <a:rPr lang="en-US" sz="1300">
                          <a:effectLst/>
                          <a:latin typeface="Noto Sans" panose="020B0502040504020204" pitchFamily="34" charset="0"/>
                          <a:ea typeface="Noto Sans" panose="020B0502040504020204" pitchFamily="34" charset="0"/>
                          <a:cs typeface="Noto Sans" panose="020B0502040504020204" pitchFamily="34" charset="0"/>
                        </a:rPr>
                        <a:t>40,000</a:t>
                      </a:r>
                    </a:p>
                  </a:txBody>
                  <a:tcPr marL="76200" marR="0" marT="76200" marB="76200" anchor="ctr"/>
                </a:tc>
                <a:extLst>
                  <a:ext uri="{0D108BD9-81ED-4DB2-BD59-A6C34878D82A}">
                    <a16:rowId xmlns:a16="http://schemas.microsoft.com/office/drawing/2014/main" val="627205802"/>
                  </a:ext>
                </a:extLst>
              </a:tr>
              <a:tr h="391065">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Registered VMs per vCenter Server instance</a:t>
                      </a:r>
                    </a:p>
                  </a:txBody>
                  <a:tcPr marL="0" marR="76200" marT="76200" marB="76200" anchor="ctr"/>
                </a:tc>
                <a:tc>
                  <a:txBody>
                    <a:bodyPr/>
                    <a:lstStyle/>
                    <a:p>
                      <a:pPr marL="0" marR="0">
                        <a:lnSpc>
                          <a:spcPct val="107000"/>
                        </a:lnSpc>
                        <a:spcBef>
                          <a:spcPts val="0"/>
                        </a:spcBef>
                        <a:spcAft>
                          <a:spcPts val="1200"/>
                        </a:spcAft>
                      </a:pPr>
                      <a:r>
                        <a:rPr lang="en-US" sz="1300">
                          <a:effectLst/>
                          <a:latin typeface="Noto Sans" panose="020B0502040504020204" pitchFamily="34" charset="0"/>
                          <a:ea typeface="Noto Sans" panose="020B0502040504020204" pitchFamily="34" charset="0"/>
                          <a:cs typeface="Noto Sans" panose="020B0502040504020204" pitchFamily="34" charset="0"/>
                        </a:rPr>
                        <a:t>45,000</a:t>
                      </a:r>
                    </a:p>
                  </a:txBody>
                  <a:tcPr marL="76200" marR="0" marT="76200" marB="76200" anchor="ctr"/>
                </a:tc>
                <a:extLst>
                  <a:ext uri="{0D108BD9-81ED-4DB2-BD59-A6C34878D82A}">
                    <a16:rowId xmlns:a16="http://schemas.microsoft.com/office/drawing/2014/main" val="623272943"/>
                  </a:ext>
                </a:extLst>
              </a:tr>
              <a:tr h="391065">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Hosts per cluster</a:t>
                      </a:r>
                    </a:p>
                  </a:txBody>
                  <a:tcPr marL="0" marR="76200" marT="76200" marB="76200" anchor="ctr"/>
                </a:tc>
                <a:tc>
                  <a:txBody>
                    <a:bodyPr/>
                    <a:lstStyle/>
                    <a:p>
                      <a:pPr marL="0" marR="0">
                        <a:lnSpc>
                          <a:spcPct val="107000"/>
                        </a:lnSpc>
                        <a:spcBef>
                          <a:spcPts val="0"/>
                        </a:spcBef>
                        <a:spcAft>
                          <a:spcPts val="1200"/>
                        </a:spcAft>
                      </a:pPr>
                      <a:r>
                        <a:rPr lang="en-US" sz="1300">
                          <a:effectLst/>
                          <a:latin typeface="Noto Sans" panose="020B0502040504020204" pitchFamily="34" charset="0"/>
                          <a:ea typeface="Noto Sans" panose="020B0502040504020204" pitchFamily="34" charset="0"/>
                          <a:cs typeface="Noto Sans" panose="020B0502040504020204" pitchFamily="34" charset="0"/>
                        </a:rPr>
                        <a:t>64</a:t>
                      </a:r>
                    </a:p>
                  </a:txBody>
                  <a:tcPr marL="76200" marR="0" marT="76200" marB="76200" anchor="ctr"/>
                </a:tc>
                <a:extLst>
                  <a:ext uri="{0D108BD9-81ED-4DB2-BD59-A6C34878D82A}">
                    <a16:rowId xmlns:a16="http://schemas.microsoft.com/office/drawing/2014/main" val="4248660004"/>
                  </a:ext>
                </a:extLst>
              </a:tr>
              <a:tr h="391065">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VMs per cluster</a:t>
                      </a:r>
                    </a:p>
                  </a:txBody>
                  <a:tcPr marL="0" marR="76200" marT="76200" marB="76200" anchor="ctr"/>
                </a:tc>
                <a:tc>
                  <a:txBody>
                    <a:bodyPr/>
                    <a:lstStyle/>
                    <a:p>
                      <a:pPr marL="0" marR="0">
                        <a:lnSpc>
                          <a:spcPct val="107000"/>
                        </a:lnSpc>
                        <a:spcBef>
                          <a:spcPts val="0"/>
                        </a:spcBef>
                        <a:spcAft>
                          <a:spcPts val="1200"/>
                        </a:spcAft>
                      </a:pPr>
                      <a:r>
                        <a:rPr lang="en-US" sz="1300" dirty="0">
                          <a:effectLst/>
                          <a:latin typeface="Noto Sans" panose="020B0502040504020204" pitchFamily="34" charset="0"/>
                          <a:ea typeface="Noto Sans" panose="020B0502040504020204" pitchFamily="34" charset="0"/>
                          <a:cs typeface="Noto Sans" panose="020B0502040504020204" pitchFamily="34" charset="0"/>
                        </a:rPr>
                        <a:t>8,000</a:t>
                      </a:r>
                    </a:p>
                  </a:txBody>
                  <a:tcPr marL="76200" marR="0" marT="76200" marB="76200" anchor="ctr"/>
                </a:tc>
                <a:extLst>
                  <a:ext uri="{0D108BD9-81ED-4DB2-BD59-A6C34878D82A}">
                    <a16:rowId xmlns:a16="http://schemas.microsoft.com/office/drawing/2014/main" val="805582100"/>
                  </a:ext>
                </a:extLst>
              </a:tr>
            </a:tbl>
          </a:graphicData>
        </a:graphic>
      </p:graphicFrame>
    </p:spTree>
    <p:extLst>
      <p:ext uri="{BB962C8B-B14F-4D97-AF65-F5344CB8AC3E}">
        <p14:creationId xmlns:p14="http://schemas.microsoft.com/office/powerpoint/2010/main" val="184534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18936FA1-B891-9B29-4ECF-08C61DCF5A47}"/>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a:solidFill>
                  <a:srgbClr val="339933"/>
                </a:solidFill>
                <a:latin typeface="Bahnschrift SemiLight SemiConde" panose="020B0502040204020203" pitchFamily="34" charset="0"/>
                <a:ea typeface="微软雅黑"/>
                <a:cs typeface="+mn-ea"/>
                <a:sym typeface="+mn-lt"/>
              </a:rPr>
              <a:t>vSphere - vCenter</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3" name="Picture 2" descr="Diagram&#10;&#10;Description automatically generated">
            <a:hlinkClick r:id="rId2"/>
            <a:extLst>
              <a:ext uri="{FF2B5EF4-FFF2-40B4-BE49-F238E27FC236}">
                <a16:creationId xmlns:a16="http://schemas.microsoft.com/office/drawing/2014/main" id="{530E755F-18F1-C7CF-7103-B726CE6309E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1150" y="300037"/>
            <a:ext cx="6581110" cy="3564768"/>
          </a:xfrm>
          <a:prstGeom prst="rect">
            <a:avLst/>
          </a:prstGeom>
          <a:noFill/>
          <a:ln>
            <a:noFill/>
          </a:ln>
        </p:spPr>
      </p:pic>
      <p:sp>
        <p:nvSpPr>
          <p:cNvPr id="4" name="TextBox 3">
            <a:extLst>
              <a:ext uri="{FF2B5EF4-FFF2-40B4-BE49-F238E27FC236}">
                <a16:creationId xmlns:a16="http://schemas.microsoft.com/office/drawing/2014/main" id="{BD019C80-A4A5-D9C9-DF13-C388E54C00E8}"/>
              </a:ext>
            </a:extLst>
          </p:cNvPr>
          <p:cNvSpPr txBox="1"/>
          <p:nvPr/>
        </p:nvSpPr>
        <p:spPr>
          <a:xfrm>
            <a:off x="990600" y="1295400"/>
            <a:ext cx="4648200" cy="3375283"/>
          </a:xfrm>
          <a:prstGeom prst="rect">
            <a:avLst/>
          </a:prstGeom>
          <a:noFill/>
        </p:spPr>
        <p:txBody>
          <a:bodyPr wrap="square" lIns="0" tIns="0" rIns="0" bIns="0" rtlCol="0">
            <a:spAutoFit/>
          </a:bodyPr>
          <a:lstStyle/>
          <a:p>
            <a:pPr marL="285750" marR="0" indent="-285750">
              <a:spcBef>
                <a:spcPts val="0"/>
              </a:spcBef>
              <a:spcAft>
                <a:spcPts val="1560"/>
              </a:spcAft>
              <a:buFont typeface="Wingdings" panose="05000000000000000000" pitchFamily="2" charset="2"/>
              <a:buChar char="q"/>
            </a:pP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vSphere Client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giao</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tiếp</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trực</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tiếp</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vCenter Server.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giao</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tiếp</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trực</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tiếp</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bạn</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VMware Host Client.</a:t>
            </a:r>
          </a:p>
          <a:p>
            <a:pPr marL="0" marR="0">
              <a:spcBef>
                <a:spcPts val="0"/>
              </a:spcBef>
              <a:spcAft>
                <a:spcPts val="1560"/>
              </a:spcAft>
            </a:pPr>
            <a:endPar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endParaRPr>
          </a:p>
          <a:p>
            <a:pPr marL="0" marR="0">
              <a:spcBef>
                <a:spcPts val="0"/>
              </a:spcBef>
              <a:spcAft>
                <a:spcPts val="1560"/>
              </a:spcAft>
            </a:pPr>
            <a:endParaRPr lang="en-US" sz="1500" dirty="0">
              <a:solidFill>
                <a:srgbClr val="0C0C0C"/>
              </a:solidFill>
              <a:latin typeface="Noto Sans" panose="020B0502040504020204" pitchFamily="34" charset="0"/>
              <a:ea typeface="Noto Sans" panose="020B0502040504020204" pitchFamily="34" charset="0"/>
              <a:cs typeface="Noto Sans" panose="020B0502040504020204" pitchFamily="34" charset="0"/>
            </a:endParaRPr>
          </a:p>
          <a:p>
            <a:pPr marL="285750" marR="0" indent="-285750">
              <a:spcBef>
                <a:spcPts val="0"/>
              </a:spcBef>
              <a:spcAft>
                <a:spcPts val="1560"/>
              </a:spcAft>
              <a:buFont typeface="Wingdings" panose="05000000000000000000" pitchFamily="2" charset="2"/>
              <a:buChar char="q"/>
            </a:pP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vCenter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dùng</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vSphere client,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rgbClr val="0C0C0C"/>
                </a:solidFill>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a:t>
            </a:r>
          </a:p>
          <a:p>
            <a:pPr marL="0" marR="0">
              <a:spcBef>
                <a:spcPts val="0"/>
              </a:spcBef>
              <a:spcAft>
                <a:spcPts val="1560"/>
              </a:spcAft>
            </a:pPr>
            <a:r>
              <a:rPr lang="en-US" sz="1700" dirty="0">
                <a:solidFill>
                  <a:srgbClr val="0C0C0C"/>
                </a:solidFill>
                <a:latin typeface="Noto Sans" panose="020B0502040504020204" pitchFamily="34" charset="0"/>
                <a:ea typeface="Noto Sans" panose="020B0502040504020204" pitchFamily="34" charset="0"/>
                <a:cs typeface="Noto Sans" panose="020B0502040504020204" pitchFamily="34" charset="0"/>
              </a:rPr>
              <a:t>https://vCenter_Server_FQDN_or_IP_address/ui</a:t>
            </a:r>
          </a:p>
        </p:txBody>
      </p:sp>
      <p:pic>
        <p:nvPicPr>
          <p:cNvPr id="5" name="Picture 4" descr="Graphical user interface&#10;&#10;Description automatically generated">
            <a:hlinkClick r:id="rId4"/>
            <a:extLst>
              <a:ext uri="{FF2B5EF4-FFF2-40B4-BE49-F238E27FC236}">
                <a16:creationId xmlns:a16="http://schemas.microsoft.com/office/drawing/2014/main" id="{BDDF1F9E-42EB-C08B-337C-6A9B95E04F6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05525" y="3429000"/>
            <a:ext cx="5095875" cy="2770610"/>
          </a:xfrm>
          <a:prstGeom prst="rect">
            <a:avLst/>
          </a:prstGeom>
          <a:noFill/>
          <a:ln>
            <a:noFill/>
          </a:ln>
        </p:spPr>
      </p:pic>
    </p:spTree>
    <p:extLst>
      <p:ext uri="{BB962C8B-B14F-4D97-AF65-F5344CB8AC3E}">
        <p14:creationId xmlns:p14="http://schemas.microsoft.com/office/powerpoint/2010/main" val="94865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6B371C2B-C9FE-BC67-D5C5-E763BEC5A594}"/>
              </a:ext>
            </a:extLst>
          </p:cNvPr>
          <p:cNvSpPr txBox="1">
            <a:spLocks noChangeArrowheads="1"/>
          </p:cNvSpPr>
          <p:nvPr/>
        </p:nvSpPr>
        <p:spPr bwMode="auto">
          <a:xfrm>
            <a:off x="854049" y="20495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a:solidFill>
                  <a:srgbClr val="339933"/>
                </a:solidFill>
                <a:latin typeface="Bahnschrift SemiLight SemiConde" panose="020B0502040204020203" pitchFamily="34" charset="0"/>
                <a:ea typeface="微软雅黑"/>
                <a:cs typeface="+mn-ea"/>
                <a:sym typeface="+mn-lt"/>
              </a:rPr>
              <a:t>vSphere – Giao </a:t>
            </a:r>
            <a:r>
              <a:rPr lang="en-US" altLang="zh-CN" sz="2000" kern="0" err="1">
                <a:solidFill>
                  <a:srgbClr val="339933"/>
                </a:solidFill>
                <a:latin typeface="Bahnschrift SemiLight SemiConde" panose="020B0502040204020203" pitchFamily="34" charset="0"/>
                <a:ea typeface="微软雅黑"/>
                <a:cs typeface="+mn-ea"/>
                <a:sym typeface="+mn-lt"/>
              </a:rPr>
              <a:t>diện</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người</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dùng</a:t>
            </a:r>
            <a:endParaRPr lang="zh-CN" altLang="en-US" sz="2000">
              <a:solidFill>
                <a:srgbClr val="339933"/>
              </a:solidFill>
              <a:latin typeface="Bahnschrift SemiLight SemiConde" panose="020B0502040204020203" pitchFamily="34" charset="0"/>
              <a:ea typeface="微软雅黑"/>
              <a:cs typeface="+mn-ea"/>
              <a:sym typeface="+mn-lt"/>
            </a:endParaRPr>
          </a:p>
        </p:txBody>
      </p:sp>
      <p:pic>
        <p:nvPicPr>
          <p:cNvPr id="3" name="Picture 2" descr="Giới thiệu vSphere">
            <a:hlinkClick r:id="rId2"/>
            <a:extLst>
              <a:ext uri="{FF2B5EF4-FFF2-40B4-BE49-F238E27FC236}">
                <a16:creationId xmlns:a16="http://schemas.microsoft.com/office/drawing/2014/main" id="{58D158C5-3979-AC7A-EC1C-09BED689DF9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1388777"/>
            <a:ext cx="7239000" cy="4080445"/>
          </a:xfrm>
          <a:prstGeom prst="rect">
            <a:avLst/>
          </a:prstGeom>
          <a:noFill/>
          <a:ln>
            <a:noFill/>
          </a:ln>
        </p:spPr>
      </p:pic>
      <p:sp>
        <p:nvSpPr>
          <p:cNvPr id="4" name="TextBox 3">
            <a:extLst>
              <a:ext uri="{FF2B5EF4-FFF2-40B4-BE49-F238E27FC236}">
                <a16:creationId xmlns:a16="http://schemas.microsoft.com/office/drawing/2014/main" id="{FD637720-13F3-323F-FDCB-D749C1C9A379}"/>
              </a:ext>
            </a:extLst>
          </p:cNvPr>
          <p:cNvSpPr txBox="1"/>
          <p:nvPr/>
        </p:nvSpPr>
        <p:spPr>
          <a:xfrm>
            <a:off x="990600" y="1295400"/>
            <a:ext cx="3200400" cy="1569660"/>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ó</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vSphere Client,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PowerCLI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VMware Host Client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ESXCLI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tương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tác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môi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vSphere.</a:t>
            </a:r>
          </a:p>
          <a:p>
            <a:pPr algn="l"/>
            <a:endParaRPr lang="en-US" sz="1700" dirty="0">
              <a:solidFill>
                <a:schemeClr val="tx1">
                  <a:lumMod val="50000"/>
                  <a:lumOff val="50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31347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25">
            <a:extLst>
              <a:ext uri="{FF2B5EF4-FFF2-40B4-BE49-F238E27FC236}">
                <a16:creationId xmlns:a16="http://schemas.microsoft.com/office/drawing/2014/main" id="{5FAA2546-477B-71EB-8B59-3E286073DBEA}"/>
              </a:ext>
            </a:extLst>
          </p:cNvPr>
          <p:cNvSpPr txBox="1">
            <a:spLocks noChangeArrowheads="1"/>
          </p:cNvSpPr>
          <p:nvPr/>
        </p:nvSpPr>
        <p:spPr bwMode="auto">
          <a:xfrm>
            <a:off x="914400" y="22860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a:solidFill>
                  <a:srgbClr val="339933"/>
                </a:solidFill>
                <a:latin typeface="Bahnschrift SemiLight SemiConde" panose="020B0502040204020203" pitchFamily="34" charset="0"/>
                <a:ea typeface="微软雅黑"/>
                <a:cs typeface="+mn-ea"/>
                <a:sym typeface="+mn-lt"/>
              </a:rPr>
              <a:t>vSphere – Giao </a:t>
            </a:r>
            <a:r>
              <a:rPr lang="en-US" altLang="zh-CN" sz="2000" kern="0" dirty="0" err="1">
                <a:solidFill>
                  <a:srgbClr val="339933"/>
                </a:solidFill>
                <a:latin typeface="Bahnschrift SemiLight SemiConde" panose="020B0502040204020203" pitchFamily="34" charset="0"/>
                <a:ea typeface="微软雅黑"/>
                <a:cs typeface="+mn-ea"/>
                <a:sym typeface="+mn-lt"/>
              </a:rPr>
              <a:t>diện</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người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dùng</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2" name="TextBox 1">
            <a:extLst>
              <a:ext uri="{FF2B5EF4-FFF2-40B4-BE49-F238E27FC236}">
                <a16:creationId xmlns:a16="http://schemas.microsoft.com/office/drawing/2014/main" id="{4BC885EB-F81B-3BBB-0C76-2E48070BE2D8}"/>
              </a:ext>
            </a:extLst>
          </p:cNvPr>
          <p:cNvSpPr txBox="1"/>
          <p:nvPr/>
        </p:nvSpPr>
        <p:spPr>
          <a:xfrm>
            <a:off x="1066800" y="1219201"/>
            <a:ext cx="10449208" cy="5006499"/>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VMware Host Client</a:t>
            </a:r>
          </a:p>
          <a:p>
            <a:pPr algn="l"/>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VMware Host Client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giao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diện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người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dùng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dựa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HTML5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quản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trực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tiếp</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riêng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lẻ</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vCenter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không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khả</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dùng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VMware Host Client,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địa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chỉ</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sau</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từ</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trình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duyệt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1" i="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https://ESXi_FQDN_or_IP_Address/ui</a:t>
            </a:r>
            <a:endPar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endParaRPr>
          </a:p>
          <a:p>
            <a:pPr algn="l"/>
            <a:endPar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vSphere Client</a:t>
            </a:r>
          </a:p>
          <a:p>
            <a:pPr marL="0" marR="0">
              <a:spcBef>
                <a:spcPts val="0"/>
              </a:spcBef>
              <a:spcAft>
                <a:spcPts val="1560"/>
              </a:spcAft>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vSphere Client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ứng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khách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dựa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HTML5.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Bạn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quản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môi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vSphere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vSphere Client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bằng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kết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nối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vCenter Server Appliance.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ruy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vSphere Client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từ</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trình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duyệt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tại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i="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https://vCenter_Server_Appliance_FQDN_or_IP_Address /</a:t>
            </a:r>
            <a:r>
              <a:rPr lang="en-US" sz="1700" b="1" i="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ui</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PowerCLI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ESXCLI</a:t>
            </a:r>
          </a:p>
          <a:p>
            <a:pPr marL="0" marR="0">
              <a:spcBef>
                <a:spcPts val="0"/>
              </a:spcBef>
              <a:spcAft>
                <a:spcPts val="1560"/>
              </a:spcAft>
            </a:pPr>
            <a:r>
              <a:rPr lang="en-US" sz="1700" b="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PowerCLI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vi-VN"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công cụ giúp quản trị viên sử dụng dòng lệnh trên môi trường windows</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(PowerShell)</a:t>
            </a:r>
            <a:r>
              <a:rPr lang="vi-VN"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để quản lý nhằm tự động hóa hạ tầng Vmware</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p>
          <a:p>
            <a:pPr marL="0" marR="0">
              <a:spcBef>
                <a:spcPts val="0"/>
              </a:spcBef>
              <a:spcAft>
                <a:spcPts val="1560"/>
              </a:spcAft>
            </a:pP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Công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cụ</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ESXCLI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phép</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quản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từ</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xa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bằng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bộ</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lệnh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ESXCLI.</a:t>
            </a:r>
          </a:p>
          <a:p>
            <a:pPr marL="0" marR="0">
              <a:spcBef>
                <a:spcPts val="0"/>
              </a:spcBef>
              <a:spcAft>
                <a:spcPts val="1560"/>
              </a:spcAft>
            </a:pP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Bạn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cần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tải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2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bộ</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công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cụ</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này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về</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cài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đặt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q"/>
            </a:pPr>
            <a:endParaRPr lang="en-US" sz="1700" dirty="0">
              <a:solidFill>
                <a:schemeClr val="tx1">
                  <a:lumMod val="50000"/>
                  <a:lumOff val="50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265388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DFA36E04-7F4D-AEF3-6D96-A6303BB47259}"/>
              </a:ext>
            </a:extLst>
          </p:cNvPr>
          <p:cNvSpPr txBox="1">
            <a:spLocks noChangeArrowheads="1"/>
          </p:cNvSpPr>
          <p:nvPr/>
        </p:nvSpPr>
        <p:spPr bwMode="auto">
          <a:xfrm>
            <a:off x="914400" y="22860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a:solidFill>
                  <a:srgbClr val="339933"/>
                </a:solidFill>
                <a:latin typeface="Bahnschrift SemiLight SemiConde" panose="020B0502040204020203" pitchFamily="34" charset="0"/>
                <a:ea typeface="微软雅黑"/>
                <a:cs typeface="+mn-ea"/>
                <a:sym typeface="+mn-lt"/>
              </a:rPr>
              <a:t>vSphere – License</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E8EC640A-3D24-3A5C-4F56-66B5FB04FFF6}"/>
              </a:ext>
            </a:extLst>
          </p:cNvPr>
          <p:cNvSpPr txBox="1"/>
          <p:nvPr/>
        </p:nvSpPr>
        <p:spPr>
          <a:xfrm>
            <a:off x="1052623" y="1136065"/>
            <a:ext cx="9941442" cy="1092607"/>
          </a:xfrm>
          <a:prstGeom prst="rect">
            <a:avLst/>
          </a:prstGeom>
          <a:noFill/>
        </p:spPr>
        <p:txBody>
          <a:bodyPr wrap="square" lIns="0" tIns="0" rIns="0" bIns="0" rtlCol="0">
            <a:spAutoFit/>
          </a:bodyPr>
          <a:lstStyle/>
          <a:p>
            <a:pPr marL="285750" indent="-285750">
              <a:lnSpc>
                <a:spcPct val="150000"/>
              </a:lnSpc>
              <a:buFont typeface="Wingdings" panose="05000000000000000000" pitchFamily="2" charset="2"/>
              <a:buChar char="q"/>
            </a:pPr>
            <a:r>
              <a:rPr lang="en-US" dirty="0" err="1">
                <a:latin typeface="Noto Sans" panose="020B0502040504020204" pitchFamily="34" charset="0"/>
                <a:ea typeface="Noto Sans" panose="020B0502040504020204" pitchFamily="34" charset="0"/>
                <a:cs typeface="Noto Sans" panose="020B0502040504020204" pitchFamily="34" charset="0"/>
              </a:rPr>
              <a:t>Vmware</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quản</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lý</a:t>
            </a:r>
            <a:r>
              <a:rPr lang="en-US" dirty="0">
                <a:latin typeface="Noto Sans" panose="020B0502040504020204" pitchFamily="34" charset="0"/>
                <a:ea typeface="Noto Sans" panose="020B0502040504020204" pitchFamily="34" charset="0"/>
                <a:cs typeface="Noto Sans" panose="020B0502040504020204" pitchFamily="34" charset="0"/>
              </a:rPr>
              <a:t> license </a:t>
            </a:r>
            <a:r>
              <a:rPr lang="en-US" dirty="0" err="1">
                <a:latin typeface="Noto Sans" panose="020B0502040504020204" pitchFamily="34" charset="0"/>
                <a:ea typeface="Noto Sans" panose="020B0502040504020204" pitchFamily="34" charset="0"/>
                <a:cs typeface="Noto Sans" panose="020B0502040504020204" pitchFamily="34" charset="0"/>
              </a:rPr>
              <a:t>ESXi</a:t>
            </a:r>
            <a:r>
              <a:rPr lang="en-US" dirty="0">
                <a:latin typeface="Noto Sans" panose="020B0502040504020204" pitchFamily="34" charset="0"/>
                <a:ea typeface="Noto Sans" panose="020B0502040504020204" pitchFamily="34" charset="0"/>
                <a:cs typeface="Noto Sans" panose="020B0502040504020204" pitchFamily="34" charset="0"/>
              </a:rPr>
              <a:t>, vCenter </a:t>
            </a:r>
            <a:r>
              <a:rPr lang="en-US" dirty="0" err="1">
                <a:latin typeface="Noto Sans" panose="020B0502040504020204" pitchFamily="34" charset="0"/>
                <a:ea typeface="Noto Sans" panose="020B0502040504020204" pitchFamily="34" charset="0"/>
                <a:cs typeface="Noto Sans" panose="020B0502040504020204" pitchFamily="34" charset="0"/>
              </a:rPr>
              <a:t>và</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các</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thành</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phần</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khác</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tập</a:t>
            </a:r>
            <a:r>
              <a:rPr lang="en-US" dirty="0">
                <a:latin typeface="Noto Sans" panose="020B0502040504020204" pitchFamily="34" charset="0"/>
                <a:ea typeface="Noto Sans" panose="020B0502040504020204" pitchFamily="34" charset="0"/>
                <a:cs typeface="Noto Sans" panose="020B0502040504020204" pitchFamily="34" charset="0"/>
              </a:rPr>
              <a:t> trung </a:t>
            </a:r>
            <a:r>
              <a:rPr lang="en-US" dirty="0" err="1">
                <a:latin typeface="Noto Sans" panose="020B0502040504020204" pitchFamily="34" charset="0"/>
                <a:ea typeface="Noto Sans" panose="020B0502040504020204" pitchFamily="34" charset="0"/>
                <a:cs typeface="Noto Sans" panose="020B0502040504020204" pitchFamily="34" charset="0"/>
              </a:rPr>
              <a:t>trên</a:t>
            </a:r>
            <a:r>
              <a:rPr lang="en-US" dirty="0">
                <a:latin typeface="Noto Sans" panose="020B0502040504020204" pitchFamily="34" charset="0"/>
                <a:ea typeface="Noto Sans" panose="020B0502040504020204" pitchFamily="34" charset="0"/>
                <a:cs typeface="Noto Sans" panose="020B0502040504020204" pitchFamily="34" charset="0"/>
              </a:rPr>
              <a:t> vCenter.</a:t>
            </a:r>
          </a:p>
          <a:p>
            <a:pPr marL="285750" indent="-285750" algn="l">
              <a:lnSpc>
                <a:spcPct val="150000"/>
              </a:lnSpc>
              <a:buFont typeface="Wingdings" panose="05000000000000000000" pitchFamily="2" charset="2"/>
              <a:buChar char="q"/>
            </a:pPr>
            <a:r>
              <a:rPr lang="en-US" dirty="0" err="1">
                <a:latin typeface="Noto Sans" panose="020B0502040504020204" pitchFamily="34" charset="0"/>
                <a:ea typeface="Noto Sans" panose="020B0502040504020204" pitchFamily="34" charset="0"/>
                <a:cs typeface="Noto Sans" panose="020B0502040504020204" pitchFamily="34" charset="0"/>
              </a:rPr>
              <a:t>Vmware</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cung</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cấp</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bản</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dùng</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thử</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trong</a:t>
            </a:r>
            <a:r>
              <a:rPr lang="en-US" dirty="0">
                <a:latin typeface="Noto Sans" panose="020B0502040504020204" pitchFamily="34" charset="0"/>
                <a:ea typeface="Noto Sans" panose="020B0502040504020204" pitchFamily="34" charset="0"/>
                <a:cs typeface="Noto Sans" panose="020B0502040504020204" pitchFamily="34" charset="0"/>
              </a:rPr>
              <a:t> 60 </a:t>
            </a:r>
            <a:r>
              <a:rPr lang="en-US" dirty="0" err="1">
                <a:latin typeface="Noto Sans" panose="020B0502040504020204" pitchFamily="34" charset="0"/>
                <a:ea typeface="Noto Sans" panose="020B0502040504020204" pitchFamily="34" charset="0"/>
                <a:cs typeface="Noto Sans" panose="020B0502040504020204" pitchFamily="34" charset="0"/>
              </a:rPr>
              <a:t>ngày</a:t>
            </a:r>
            <a:endParaRPr lang="en-US" sz="1700" dirty="0">
              <a:latin typeface="Noto Sans" panose="020B0502040504020204" pitchFamily="34" charset="0"/>
              <a:ea typeface="Noto Sans" panose="020B0502040504020204" pitchFamily="34" charset="0"/>
              <a:cs typeface="Noto Sans" panose="020B0502040504020204" pitchFamily="34" charset="0"/>
            </a:endParaRPr>
          </a:p>
          <a:p>
            <a:pPr algn="l"/>
            <a:endParaRPr lang="en-US" sz="1700" dirty="0">
              <a:latin typeface="Noto Sans" panose="020B0502040504020204" pitchFamily="34" charset="0"/>
              <a:ea typeface="Noto Sans" panose="020B0502040504020204" pitchFamily="34" charset="0"/>
              <a:cs typeface="Noto Sans" panose="020B0502040504020204" pitchFamily="34" charset="0"/>
            </a:endParaRPr>
          </a:p>
        </p:txBody>
      </p:sp>
      <p:pic>
        <p:nvPicPr>
          <p:cNvPr id="4" name="Picture 3" descr="Graphical user interface, application&#10;&#10;Description automatically generated">
            <a:hlinkClick r:id="rId2"/>
            <a:extLst>
              <a:ext uri="{FF2B5EF4-FFF2-40B4-BE49-F238E27FC236}">
                <a16:creationId xmlns:a16="http://schemas.microsoft.com/office/drawing/2014/main" id="{8B7769F4-828B-A782-52D7-CEF41803A4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2623" y="2543927"/>
            <a:ext cx="9067800" cy="2985786"/>
          </a:xfrm>
          <a:prstGeom prst="rect">
            <a:avLst/>
          </a:prstGeom>
          <a:noFill/>
          <a:ln>
            <a:noFill/>
          </a:ln>
        </p:spPr>
      </p:pic>
    </p:spTree>
    <p:extLst>
      <p:ext uri="{BB962C8B-B14F-4D97-AF65-F5344CB8AC3E}">
        <p14:creationId xmlns:p14="http://schemas.microsoft.com/office/powerpoint/2010/main" val="325519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30D8E6F8-48C8-A817-CD39-FEAA6771509C}"/>
              </a:ext>
            </a:extLst>
          </p:cNvPr>
          <p:cNvSpPr txBox="1">
            <a:spLocks noChangeArrowheads="1"/>
          </p:cNvSpPr>
          <p:nvPr/>
        </p:nvSpPr>
        <p:spPr bwMode="auto">
          <a:xfrm>
            <a:off x="914400" y="22860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err="1">
                <a:solidFill>
                  <a:srgbClr val="339933"/>
                </a:solidFill>
                <a:latin typeface="Bahnschrift SemiLight SemiConde" panose="020B0502040204020203" pitchFamily="34" charset="0"/>
                <a:ea typeface="微软雅黑"/>
                <a:cs typeface="+mn-ea"/>
                <a:sym typeface="+mn-lt"/>
              </a:rPr>
              <a:t>Vmware</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vNetwork</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CE3AB519-0A91-3D76-6888-ED87C56E971A}"/>
              </a:ext>
            </a:extLst>
          </p:cNvPr>
          <p:cNvPicPr>
            <a:picLocks noChangeAspect="1"/>
          </p:cNvPicPr>
          <p:nvPr/>
        </p:nvPicPr>
        <p:blipFill>
          <a:blip r:embed="rId2"/>
          <a:stretch>
            <a:fillRect/>
          </a:stretch>
        </p:blipFill>
        <p:spPr>
          <a:xfrm>
            <a:off x="7801883" y="1044552"/>
            <a:ext cx="3545534" cy="4412969"/>
          </a:xfrm>
          <a:prstGeom prst="rect">
            <a:avLst/>
          </a:prstGeom>
          <a:ln>
            <a:solidFill>
              <a:schemeClr val="tx2">
                <a:lumMod val="50000"/>
              </a:schemeClr>
            </a:solidFill>
          </a:ln>
        </p:spPr>
      </p:pic>
      <p:sp>
        <p:nvSpPr>
          <p:cNvPr id="5" name="TextBox 4">
            <a:extLst>
              <a:ext uri="{FF2B5EF4-FFF2-40B4-BE49-F238E27FC236}">
                <a16:creationId xmlns:a16="http://schemas.microsoft.com/office/drawing/2014/main" id="{71AEA952-EA62-5350-70CA-60C7D23107E1}"/>
              </a:ext>
            </a:extLst>
          </p:cNvPr>
          <p:cNvSpPr txBox="1"/>
          <p:nvPr/>
        </p:nvSpPr>
        <p:spPr>
          <a:xfrm>
            <a:off x="997846" y="1068309"/>
            <a:ext cx="6514326" cy="2816156"/>
          </a:xfrm>
          <a:prstGeom prst="rect">
            <a:avLst/>
          </a:prstGeom>
          <a:noFill/>
        </p:spPr>
        <p:txBody>
          <a:bodyPr wrap="square" lIns="0" tIns="0" rIns="0" bIns="0" rtlCol="0">
            <a:spAutoFit/>
          </a:bodyPr>
          <a:lstStyle/>
          <a:p>
            <a:pPr marL="285750" indent="-285750" algn="just">
              <a:buFont typeface="Wingdings" panose="05000000000000000000" pitchFamily="2" charset="2"/>
              <a:buChar char="q"/>
            </a:pPr>
            <a:r>
              <a:rPr lang="en-US" sz="1400" dirty="0" err="1">
                <a:latin typeface="Noto Sans" panose="020B0502040504020204" pitchFamily="34" charset="0"/>
                <a:ea typeface="Noto Sans" panose="020B0502040504020204" pitchFamily="34" charset="0"/>
                <a:cs typeface="Noto Sans" panose="020B0502040504020204" pitchFamily="34" charset="0"/>
              </a:rPr>
              <a:t>Một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hệ</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thống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mạng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ảo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sẽ</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thực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hiện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việc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chủ</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và</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ảo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với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nhau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thông</a:t>
            </a:r>
            <a:r>
              <a:rPr lang="en-US" sz="1400" dirty="0">
                <a:latin typeface="Noto Sans" panose="020B0502040504020204" pitchFamily="34" charset="0"/>
                <a:ea typeface="Noto Sans" panose="020B0502040504020204" pitchFamily="34" charset="0"/>
                <a:cs typeface="Noto Sans" panose="020B0502040504020204" pitchFamily="34" charset="0"/>
              </a:rPr>
              <a:t> qua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Switch </a:t>
            </a:r>
            <a:r>
              <a:rPr lang="en-US" sz="1400" dirty="0" err="1">
                <a:latin typeface="Noto Sans" panose="020B0502040504020204" pitchFamily="34" charset="0"/>
                <a:ea typeface="Noto Sans" panose="020B0502040504020204" pitchFamily="34" charset="0"/>
                <a:cs typeface="Noto Sans" panose="020B0502040504020204" pitchFamily="34" charset="0"/>
              </a:rPr>
              <a:t>ảo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vSwitch</a:t>
            </a:r>
            <a:r>
              <a:rPr lang="en-US" sz="1400" dirty="0">
                <a:latin typeface="Noto Sans" panose="020B0502040504020204" pitchFamily="34" charset="0"/>
                <a:ea typeface="Noto Sans" panose="020B0502040504020204" pitchFamily="34" charset="0"/>
                <a:cs typeface="Noto Sans" panose="020B0502040504020204" pitchFamily="34" charset="0"/>
              </a:rPr>
              <a:t>).</a:t>
            </a:r>
          </a:p>
          <a:p>
            <a:pPr marL="285750" indent="-285750" algn="just">
              <a:buFont typeface="Wingdings" panose="05000000000000000000" pitchFamily="2" charset="2"/>
              <a:buChar char="q"/>
            </a:pPr>
            <a:r>
              <a:rPr lang="en-US" sz="1400" dirty="0" err="1">
                <a:latin typeface="Noto Sans" panose="020B0502040504020204" pitchFamily="34" charset="0"/>
                <a:ea typeface="Noto Sans" panose="020B0502040504020204" pitchFamily="34" charset="0"/>
                <a:cs typeface="Noto Sans" panose="020B0502040504020204" pitchFamily="34" charset="0"/>
              </a:rPr>
              <a:t>Một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vSwitch</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cung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cấp</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VM </a:t>
            </a:r>
            <a:r>
              <a:rPr lang="en-US" sz="1400" dirty="0" err="1">
                <a:latin typeface="Noto Sans" panose="020B0502040504020204" pitchFamily="34" charset="0"/>
                <a:ea typeface="Noto Sans" panose="020B0502040504020204" pitchFamily="34" charset="0"/>
                <a:cs typeface="Noto Sans" panose="020B0502040504020204" pitchFamily="34" charset="0"/>
              </a:rPr>
              <a:t>đến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mạng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vật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lý</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và</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giữa</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VM </a:t>
            </a:r>
            <a:r>
              <a:rPr lang="en-US" sz="1400" dirty="0" err="1">
                <a:latin typeface="Noto Sans" panose="020B0502040504020204" pitchFamily="34" charset="0"/>
                <a:ea typeface="Noto Sans" panose="020B0502040504020204" pitchFamily="34" charset="0"/>
                <a:cs typeface="Noto Sans" panose="020B0502040504020204" pitchFamily="34" charset="0"/>
              </a:rPr>
              <a:t>trên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cùng</a:t>
            </a:r>
            <a:r>
              <a:rPr lang="en-US" sz="1400" dirty="0">
                <a:latin typeface="Noto Sans" panose="020B0502040504020204" pitchFamily="34" charset="0"/>
                <a:ea typeface="Noto Sans" panose="020B0502040504020204" pitchFamily="34" charset="0"/>
                <a:cs typeface="Noto Sans" panose="020B0502040504020204" pitchFamily="34" charset="0"/>
              </a:rPr>
              <a:t> host </a:t>
            </a:r>
            <a:r>
              <a:rPr lang="en-US" sz="1400" dirty="0" err="1">
                <a:latin typeface="Noto Sans" panose="020B0502040504020204" pitchFamily="34" charset="0"/>
                <a:ea typeface="Noto Sans" panose="020B0502040504020204" pitchFamily="34" charset="0"/>
                <a:cs typeface="Noto Sans" panose="020B0502040504020204" pitchFamily="34" charset="0"/>
              </a:rPr>
              <a:t>và</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trên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host </a:t>
            </a:r>
            <a:r>
              <a:rPr lang="en-US" sz="1400" dirty="0" err="1">
                <a:latin typeface="Noto Sans" panose="020B0502040504020204" pitchFamily="34" charset="0"/>
                <a:ea typeface="Noto Sans" panose="020B0502040504020204" pitchFamily="34" charset="0"/>
                <a:cs typeface="Noto Sans" panose="020B0502040504020204" pitchFamily="34" charset="0"/>
              </a:rPr>
              <a:t>khác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nhau</a:t>
            </a:r>
            <a:r>
              <a:rPr lang="en-US" sz="1400" dirty="0">
                <a:latin typeface="Noto Sans" panose="020B0502040504020204" pitchFamily="34" charset="0"/>
                <a:ea typeface="Noto Sans" panose="020B0502040504020204" pitchFamily="34" charset="0"/>
                <a:cs typeface="Noto Sans" panose="020B0502040504020204" pitchFamily="34" charset="0"/>
              </a:rPr>
              <a:t>.</a:t>
            </a:r>
          </a:p>
          <a:p>
            <a:pPr marL="285750" indent="-285750" algn="just">
              <a:buFont typeface="Wingdings" panose="05000000000000000000" pitchFamily="2" charset="2"/>
              <a:buChar char="q"/>
            </a:pPr>
            <a:r>
              <a:rPr lang="en-US" sz="1400" dirty="0" err="1">
                <a:latin typeface="Noto Sans" panose="020B0502040504020204" pitchFamily="34" charset="0"/>
                <a:ea typeface="Noto Sans" panose="020B0502040504020204" pitchFamily="34" charset="0"/>
                <a:cs typeface="Noto Sans" panose="020B0502040504020204" pitchFamily="34" charset="0"/>
              </a:rPr>
              <a:t>Trên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vSwitch</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có</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kiểu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sau</a:t>
            </a:r>
            <a:r>
              <a:rPr lang="en-US" sz="1400" dirty="0">
                <a:latin typeface="Noto Sans" panose="020B0502040504020204" pitchFamily="34" charset="0"/>
                <a:ea typeface="Noto Sans" panose="020B0502040504020204" pitchFamily="34" charset="0"/>
                <a:cs typeface="Noto Sans" panose="020B0502040504020204" pitchFamily="34" charset="0"/>
              </a:rPr>
              <a:t>:</a:t>
            </a:r>
          </a:p>
          <a:p>
            <a:pPr marL="742950" lvl="1" indent="-285750" algn="just">
              <a:buFont typeface="Wingdings" panose="05000000000000000000" pitchFamily="2" charset="2"/>
              <a:buChar char="q"/>
            </a:pPr>
            <a:r>
              <a:rPr lang="en-US" sz="1400" dirty="0">
                <a:latin typeface="Noto Sans" panose="020B0502040504020204" pitchFamily="34" charset="0"/>
                <a:ea typeface="Noto Sans" panose="020B0502040504020204" pitchFamily="34" charset="0"/>
                <a:cs typeface="Noto Sans" panose="020B0502040504020204" pitchFamily="34" charset="0"/>
              </a:rPr>
              <a:t>VM port group: </a:t>
            </a:r>
            <a:r>
              <a:rPr lang="en-US" sz="1400" dirty="0" err="1">
                <a:latin typeface="Noto Sans" panose="020B0502040504020204" pitchFamily="34" charset="0"/>
                <a:ea typeface="Noto Sans" panose="020B0502040504020204" pitchFamily="34" charset="0"/>
                <a:cs typeface="Noto Sans" panose="020B0502040504020204" pitchFamily="34" charset="0"/>
              </a:rPr>
              <a:t>dùng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để</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với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ảo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trên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chủ</a:t>
            </a:r>
            <a:r>
              <a:rPr lang="en-US" sz="1400" dirty="0">
                <a:latin typeface="Noto Sans" panose="020B0502040504020204" pitchFamily="34" charset="0"/>
                <a:ea typeface="Noto Sans" panose="020B0502040504020204" pitchFamily="34" charset="0"/>
                <a:cs typeface="Noto Sans" panose="020B0502040504020204" pitchFamily="34" charset="0"/>
              </a:rPr>
              <a:t>.</a:t>
            </a:r>
          </a:p>
          <a:p>
            <a:pPr marL="742950" lvl="1" indent="-285750" algn="just">
              <a:buFont typeface="Wingdings" panose="05000000000000000000" pitchFamily="2" charset="2"/>
              <a:buChar char="q"/>
            </a:pPr>
            <a:r>
              <a:rPr lang="en-US" sz="1400" dirty="0">
                <a:latin typeface="Noto Sans" panose="020B0502040504020204" pitchFamily="34" charset="0"/>
                <a:ea typeface="Noto Sans" panose="020B0502040504020204" pitchFamily="34" charset="0"/>
                <a:cs typeface="Noto Sans" panose="020B0502040504020204" pitchFamily="34" charset="0"/>
              </a:rPr>
              <a:t>Uplink port: </a:t>
            </a:r>
            <a:r>
              <a:rPr lang="en-US" sz="1400" dirty="0" err="1">
                <a:latin typeface="Noto Sans" panose="020B0502040504020204" pitchFamily="34" charset="0"/>
                <a:ea typeface="Noto Sans" panose="020B0502040504020204" pitchFamily="34" charset="0"/>
                <a:cs typeface="Noto Sans" panose="020B0502040504020204" pitchFamily="34" charset="0"/>
              </a:rPr>
              <a:t>dùng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để</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với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NIC </a:t>
            </a:r>
            <a:r>
              <a:rPr lang="en-US" sz="1400" dirty="0" err="1">
                <a:latin typeface="Noto Sans" panose="020B0502040504020204" pitchFamily="34" charset="0"/>
                <a:ea typeface="Noto Sans" panose="020B0502040504020204" pitchFamily="34" charset="0"/>
                <a:cs typeface="Noto Sans" panose="020B0502040504020204" pitchFamily="34" charset="0"/>
              </a:rPr>
              <a:t>thật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trên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chủ</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phép</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mạng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ra</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ngoài</a:t>
            </a:r>
            <a:r>
              <a:rPr lang="en-US" sz="1400" dirty="0">
                <a:latin typeface="Noto Sans" panose="020B0502040504020204" pitchFamily="34" charset="0"/>
                <a:ea typeface="Noto Sans" panose="020B0502040504020204" pitchFamily="34" charset="0"/>
                <a:cs typeface="Noto Sans" panose="020B0502040504020204" pitchFamily="34" charset="0"/>
              </a:rPr>
              <a:t>.</a:t>
            </a:r>
          </a:p>
          <a:p>
            <a:pPr marL="742950" lvl="1" indent="-285750" algn="just">
              <a:buFont typeface="Wingdings" panose="05000000000000000000" pitchFamily="2" charset="2"/>
              <a:buChar char="q"/>
            </a:pPr>
            <a:r>
              <a:rPr lang="en-US" sz="1400" dirty="0" err="1">
                <a:latin typeface="Noto Sans" panose="020B0502040504020204" pitchFamily="34" charset="0"/>
                <a:ea typeface="Noto Sans" panose="020B0502040504020204" pitchFamily="34" charset="0"/>
                <a:cs typeface="Noto Sans" panose="020B0502040504020204" pitchFamily="34" charset="0"/>
              </a:rPr>
              <a:t>Vmkernel</a:t>
            </a:r>
            <a:r>
              <a:rPr lang="en-US" sz="1400" dirty="0">
                <a:latin typeface="Noto Sans" panose="020B0502040504020204" pitchFamily="34" charset="0"/>
                <a:ea typeface="Noto Sans" panose="020B0502040504020204" pitchFamily="34" charset="0"/>
                <a:cs typeface="Noto Sans" panose="020B0502040504020204" pitchFamily="34" charset="0"/>
              </a:rPr>
              <a:t> port: </a:t>
            </a:r>
            <a:r>
              <a:rPr lang="en-US" sz="1400" dirty="0" err="1">
                <a:latin typeface="Noto Sans" panose="020B0502040504020204" pitchFamily="34" charset="0"/>
                <a:ea typeface="Noto Sans" panose="020B0502040504020204" pitchFamily="34" charset="0"/>
                <a:cs typeface="Noto Sans" panose="020B0502040504020204" pitchFamily="34" charset="0"/>
              </a:rPr>
              <a:t>dùng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tính</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năng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vMotion</a:t>
            </a:r>
            <a:r>
              <a:rPr lang="en-US" sz="1400" dirty="0">
                <a:latin typeface="Noto Sans" panose="020B0502040504020204" pitchFamily="34" charset="0"/>
                <a:ea typeface="Noto Sans" panose="020B0502040504020204" pitchFamily="34" charset="0"/>
                <a:cs typeface="Noto Sans" panose="020B0502040504020204" pitchFamily="34" charset="0"/>
              </a:rPr>
              <a:t>, FT,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storage </a:t>
            </a:r>
            <a:r>
              <a:rPr lang="en-US" sz="1400" dirty="0" err="1">
                <a:latin typeface="Noto Sans" panose="020B0502040504020204" pitchFamily="34" charset="0"/>
                <a:ea typeface="Noto Sans" panose="020B0502040504020204" pitchFamily="34" charset="0"/>
                <a:cs typeface="Noto Sans" panose="020B0502040504020204" pitchFamily="34" charset="0"/>
              </a:rPr>
              <a:t>hoặc</a:t>
            </a:r>
            <a:r>
              <a:rPr lang="en-US" sz="1400" dirty="0">
                <a:latin typeface="Noto Sans" panose="020B0502040504020204" pitchFamily="34" charset="0"/>
                <a:ea typeface="Noto Sans" panose="020B0502040504020204" pitchFamily="34" charset="0"/>
                <a:cs typeface="Noto Sans" panose="020B0502040504020204" pitchFamily="34" charset="0"/>
              </a:rPr>
              <a:t> management network </a:t>
            </a:r>
            <a:r>
              <a:rPr lang="en-US" sz="1400" dirty="0" err="1">
                <a:latin typeface="Noto Sans" panose="020B0502040504020204" pitchFamily="34" charset="0"/>
                <a:ea typeface="Noto Sans" panose="020B0502040504020204" pitchFamily="34" charset="0"/>
                <a:cs typeface="Noto Sans" panose="020B0502040504020204" pitchFamily="34" charset="0"/>
              </a:rPr>
              <a:t>của</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chủ</a:t>
            </a:r>
            <a:r>
              <a:rPr lang="en-US" sz="1400" dirty="0">
                <a:latin typeface="Noto Sans" panose="020B0502040504020204" pitchFamily="34" charset="0"/>
                <a:ea typeface="Noto Sans" panose="020B0502040504020204" pitchFamily="34" charset="0"/>
                <a:cs typeface="Noto Sans" panose="020B0502040504020204" pitchFamily="34" charset="0"/>
              </a:rPr>
              <a:t>.</a:t>
            </a:r>
          </a:p>
          <a:p>
            <a:pPr marL="285750" indent="-285750" algn="just">
              <a:buFont typeface="Wingdings" panose="05000000000000000000" pitchFamily="2" charset="2"/>
              <a:buChar char="q"/>
            </a:pPr>
            <a:r>
              <a:rPr lang="en-US" sz="1400" dirty="0" err="1">
                <a:latin typeface="Noto Sans" panose="020B0502040504020204" pitchFamily="34" charset="0"/>
                <a:ea typeface="Noto Sans" panose="020B0502040504020204" pitchFamily="34" charset="0"/>
                <a:cs typeface="Noto Sans" panose="020B0502040504020204" pitchFamily="34" charset="0"/>
              </a:rPr>
              <a:t>Có</a:t>
            </a:r>
            <a:r>
              <a:rPr lang="en-US" sz="1400" dirty="0">
                <a:latin typeface="Noto Sans" panose="020B0502040504020204" pitchFamily="34" charset="0"/>
                <a:ea typeface="Noto Sans" panose="020B0502040504020204" pitchFamily="34" charset="0"/>
                <a:cs typeface="Noto Sans" panose="020B0502040504020204" pitchFamily="34" charset="0"/>
              </a:rPr>
              <a:t> 2 </a:t>
            </a:r>
            <a:r>
              <a:rPr lang="en-US" sz="1400" dirty="0" err="1">
                <a:latin typeface="Noto Sans" panose="020B0502040504020204" pitchFamily="34" charset="0"/>
                <a:ea typeface="Noto Sans" panose="020B0502040504020204" pitchFamily="34" charset="0"/>
                <a:cs typeface="Noto Sans" panose="020B0502040504020204" pitchFamily="34" charset="0"/>
              </a:rPr>
              <a:t>loại</a:t>
            </a:r>
            <a:r>
              <a:rPr lang="en-US" sz="1400" dirty="0">
                <a:latin typeface="Noto Sans" panose="020B0502040504020204" pitchFamily="34" charset="0"/>
                <a:ea typeface="Noto Sans" panose="020B0502040504020204" pitchFamily="34" charset="0"/>
                <a:cs typeface="Noto Sans" panose="020B0502040504020204" pitchFamily="34" charset="0"/>
              </a:rPr>
              <a:t> virtual switch </a:t>
            </a:r>
            <a:r>
              <a:rPr lang="en-US" sz="1400" dirty="0" err="1">
                <a:latin typeface="Noto Sans" panose="020B0502040504020204" pitchFamily="34" charset="0"/>
                <a:ea typeface="Noto Sans" panose="020B0502040504020204" pitchFamily="34" charset="0"/>
                <a:cs typeface="Noto Sans" panose="020B0502040504020204" pitchFamily="34" charset="0"/>
              </a:rPr>
              <a:t>là</a:t>
            </a:r>
            <a:r>
              <a:rPr lang="en-US" sz="1400" dirty="0">
                <a:latin typeface="Noto Sans" panose="020B0502040504020204" pitchFamily="34" charset="0"/>
                <a:ea typeface="Noto Sans" panose="020B0502040504020204" pitchFamily="34" charset="0"/>
                <a:cs typeface="Noto Sans" panose="020B0502040504020204" pitchFamily="34" charset="0"/>
              </a:rPr>
              <a:t> Standard Switch (</a:t>
            </a:r>
            <a:r>
              <a:rPr lang="en-US" sz="1400" dirty="0" err="1">
                <a:latin typeface="Noto Sans" panose="020B0502040504020204" pitchFamily="34" charset="0"/>
                <a:ea typeface="Noto Sans" panose="020B0502040504020204" pitchFamily="34" charset="0"/>
                <a:cs typeface="Noto Sans" panose="020B0502040504020204" pitchFamily="34" charset="0"/>
              </a:rPr>
              <a:t>cho</a:t>
            </a:r>
            <a:r>
              <a:rPr lang="en-US" sz="1400" dirty="0">
                <a:latin typeface="Noto Sans" panose="020B0502040504020204" pitchFamily="34" charset="0"/>
                <a:ea typeface="Noto Sans" panose="020B0502040504020204" pitchFamily="34" charset="0"/>
                <a:cs typeface="Noto Sans" panose="020B0502040504020204" pitchFamily="34" charset="0"/>
              </a:rPr>
              <a:t> 1 host) </a:t>
            </a:r>
            <a:r>
              <a:rPr lang="en-US" sz="1400" dirty="0" err="1">
                <a:latin typeface="Noto Sans" panose="020B0502040504020204" pitchFamily="34" charset="0"/>
                <a:ea typeface="Noto Sans" panose="020B0502040504020204" pitchFamily="34" charset="0"/>
                <a:cs typeface="Noto Sans" panose="020B0502040504020204" pitchFamily="34" charset="0"/>
              </a:rPr>
              <a:t>và</a:t>
            </a:r>
            <a:r>
              <a:rPr lang="en-US" sz="1400" dirty="0">
                <a:latin typeface="Noto Sans" panose="020B0502040504020204" pitchFamily="34" charset="0"/>
                <a:ea typeface="Noto Sans" panose="020B0502040504020204" pitchFamily="34" charset="0"/>
                <a:cs typeface="Noto Sans" panose="020B0502040504020204" pitchFamily="34" charset="0"/>
              </a:rPr>
              <a:t> Distributed switch (</a:t>
            </a:r>
            <a:r>
              <a:rPr lang="en-US" sz="1400" dirty="0" err="1">
                <a:latin typeface="Noto Sans" panose="020B0502040504020204" pitchFamily="34" charset="0"/>
                <a:ea typeface="Noto Sans" panose="020B0502040504020204" pitchFamily="34" charset="0"/>
                <a:cs typeface="Noto Sans" panose="020B0502040504020204" pitchFamily="34" charset="0"/>
              </a:rPr>
              <a:t>cho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đa</a:t>
            </a:r>
            <a:r>
              <a:rPr lang="en-US" sz="1400" dirty="0">
                <a:latin typeface="Noto Sans" panose="020B0502040504020204" pitchFamily="34" charset="0"/>
                <a:ea typeface="Noto Sans" panose="020B0502040504020204" pitchFamily="34" charset="0"/>
                <a:cs typeface="Noto Sans" panose="020B0502040504020204" pitchFamily="34" charset="0"/>
              </a:rPr>
              <a:t> 2000 hosts)</a:t>
            </a:r>
          </a:p>
          <a:p>
            <a:pPr algn="l"/>
            <a:endParaRPr lang="en-US" sz="1500" dirty="0">
              <a:latin typeface="Noto Sans" panose="020B0502040504020204" pitchFamily="34" charset="0"/>
              <a:ea typeface="Noto Sans" panose="020B0502040504020204" pitchFamily="34" charset="0"/>
              <a:cs typeface="Noto Sans" panose="020B0502040504020204" pitchFamily="34" charset="0"/>
            </a:endParaRPr>
          </a:p>
        </p:txBody>
      </p:sp>
      <p:pic>
        <p:nvPicPr>
          <p:cNvPr id="7" name="Picture 6">
            <a:extLst>
              <a:ext uri="{FF2B5EF4-FFF2-40B4-BE49-F238E27FC236}">
                <a16:creationId xmlns:a16="http://schemas.microsoft.com/office/drawing/2014/main" id="{0916B28C-67E1-3357-5568-A1618F4ACE10}"/>
              </a:ext>
            </a:extLst>
          </p:cNvPr>
          <p:cNvPicPr>
            <a:picLocks noChangeAspect="1"/>
          </p:cNvPicPr>
          <p:nvPr/>
        </p:nvPicPr>
        <p:blipFill>
          <a:blip r:embed="rId3"/>
          <a:stretch>
            <a:fillRect/>
          </a:stretch>
        </p:blipFill>
        <p:spPr>
          <a:xfrm>
            <a:off x="997845" y="3757187"/>
            <a:ext cx="6272088" cy="2480651"/>
          </a:xfrm>
          <a:prstGeom prst="rect">
            <a:avLst/>
          </a:prstGeom>
          <a:ln>
            <a:solidFill>
              <a:schemeClr val="tx2">
                <a:lumMod val="50000"/>
              </a:schemeClr>
            </a:solidFill>
          </a:ln>
        </p:spPr>
      </p:pic>
    </p:spTree>
    <p:extLst>
      <p:ext uri="{BB962C8B-B14F-4D97-AF65-F5344CB8AC3E}">
        <p14:creationId xmlns:p14="http://schemas.microsoft.com/office/powerpoint/2010/main" val="17548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D3684CBD-C8DD-BF37-49B1-4F64F4ABE88B}"/>
              </a:ext>
            </a:extLst>
          </p:cNvPr>
          <p:cNvSpPr txBox="1">
            <a:spLocks noChangeArrowheads="1"/>
          </p:cNvSpPr>
          <p:nvPr/>
        </p:nvSpPr>
        <p:spPr bwMode="auto">
          <a:xfrm>
            <a:off x="914400" y="22860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err="1">
                <a:solidFill>
                  <a:srgbClr val="339933"/>
                </a:solidFill>
                <a:latin typeface="Bahnschrift SemiLight SemiConde" panose="020B0502040204020203" pitchFamily="34" charset="0"/>
                <a:ea typeface="微软雅黑"/>
                <a:cs typeface="+mn-ea"/>
                <a:sym typeface="+mn-lt"/>
              </a:rPr>
              <a:t>Vmware</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vStorage</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AF9DBEF6-7255-37CE-E223-51DA1EA10810}"/>
              </a:ext>
            </a:extLst>
          </p:cNvPr>
          <p:cNvPicPr>
            <a:picLocks noChangeAspect="1"/>
          </p:cNvPicPr>
          <p:nvPr/>
        </p:nvPicPr>
        <p:blipFill>
          <a:blip r:embed="rId2"/>
          <a:stretch>
            <a:fillRect/>
          </a:stretch>
        </p:blipFill>
        <p:spPr>
          <a:xfrm>
            <a:off x="7944511" y="1134286"/>
            <a:ext cx="3563249" cy="4159381"/>
          </a:xfrm>
          <a:prstGeom prst="rect">
            <a:avLst/>
          </a:prstGeom>
        </p:spPr>
      </p:pic>
      <p:sp>
        <p:nvSpPr>
          <p:cNvPr id="5" name="TextBox 4">
            <a:extLst>
              <a:ext uri="{FF2B5EF4-FFF2-40B4-BE49-F238E27FC236}">
                <a16:creationId xmlns:a16="http://schemas.microsoft.com/office/drawing/2014/main" id="{95B4D639-9C1E-6B88-326E-3D06571AE52D}"/>
              </a:ext>
            </a:extLst>
          </p:cNvPr>
          <p:cNvSpPr txBox="1"/>
          <p:nvPr/>
        </p:nvSpPr>
        <p:spPr>
          <a:xfrm>
            <a:off x="1020726" y="1134286"/>
            <a:ext cx="6290042" cy="2800767"/>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400" dirty="0">
                <a:latin typeface="Noto Sans" panose="020B0502040504020204" pitchFamily="34" charset="0"/>
                <a:ea typeface="Noto Sans" panose="020B0502040504020204" pitchFamily="34" charset="0"/>
                <a:cs typeface="Noto Sans" panose="020B0502040504020204" pitchFamily="34" charset="0"/>
              </a:rPr>
              <a:t>Datastore </a:t>
            </a:r>
            <a:r>
              <a:rPr lang="en-US" sz="1400" dirty="0" err="1">
                <a:latin typeface="Noto Sans" panose="020B0502040504020204" pitchFamily="34" charset="0"/>
                <a:ea typeface="Noto Sans" panose="020B0502040504020204" pitchFamily="34" charset="0"/>
                <a:cs typeface="Noto Sans" panose="020B0502040504020204" pitchFamily="34" charset="0"/>
              </a:rPr>
              <a:t>là</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một</a:t>
            </a:r>
            <a:r>
              <a:rPr lang="en-US" sz="1400" dirty="0">
                <a:latin typeface="Noto Sans" panose="020B0502040504020204" pitchFamily="34" charset="0"/>
                <a:ea typeface="Noto Sans" panose="020B0502040504020204" pitchFamily="34" charset="0"/>
                <a:cs typeface="Noto Sans" panose="020B0502040504020204" pitchFamily="34" charset="0"/>
              </a:rPr>
              <a:t> logical storage </a:t>
            </a:r>
            <a:r>
              <a:rPr lang="en-US" sz="1400" dirty="0" err="1">
                <a:latin typeface="Noto Sans" panose="020B0502040504020204" pitchFamily="34" charset="0"/>
                <a:ea typeface="Noto Sans" panose="020B0502040504020204" pitchFamily="34" charset="0"/>
                <a:cs typeface="Noto Sans" panose="020B0502040504020204" pitchFamily="34" charset="0"/>
              </a:rPr>
              <a:t>tạo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ra</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từ</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thiết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bị</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lưu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trữ</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vật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lý</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như</a:t>
            </a:r>
            <a:r>
              <a:rPr lang="en-US" sz="1400" dirty="0">
                <a:latin typeface="Noto Sans" panose="020B0502040504020204" pitchFamily="34" charset="0"/>
                <a:ea typeface="Noto Sans" panose="020B0502040504020204" pitchFamily="34" charset="0"/>
                <a:cs typeface="Noto Sans" panose="020B0502040504020204" pitchFamily="34" charset="0"/>
              </a:rPr>
              <a:t> local disk </a:t>
            </a:r>
            <a:r>
              <a:rPr lang="en-US" sz="1400" dirty="0" err="1">
                <a:latin typeface="Noto Sans" panose="020B0502040504020204" pitchFamily="34" charset="0"/>
                <a:ea typeface="Noto Sans" panose="020B0502040504020204" pitchFamily="34" charset="0"/>
                <a:cs typeface="Noto Sans" panose="020B0502040504020204" pitchFamily="34" charset="0"/>
              </a:rPr>
              <a:t>trên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ESXi</a:t>
            </a:r>
            <a:r>
              <a:rPr lang="en-US" sz="1400" dirty="0">
                <a:latin typeface="Noto Sans" panose="020B0502040504020204" pitchFamily="34" charset="0"/>
                <a:ea typeface="Noto Sans" panose="020B0502040504020204" pitchFamily="34" charset="0"/>
                <a:cs typeface="Noto Sans" panose="020B0502040504020204" pitchFamily="34" charset="0"/>
              </a:rPr>
              <a:t> host </a:t>
            </a:r>
            <a:r>
              <a:rPr lang="en-US" sz="1400" dirty="0" err="1">
                <a:latin typeface="Noto Sans" panose="020B0502040504020204" pitchFamily="34" charset="0"/>
                <a:ea typeface="Noto Sans" panose="020B0502040504020204" pitchFamily="34" charset="0"/>
                <a:cs typeface="Noto Sans" panose="020B0502040504020204" pitchFamily="34" charset="0"/>
              </a:rPr>
              <a:t>hoặc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từ</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storage </a:t>
            </a:r>
            <a:r>
              <a:rPr lang="en-US" sz="1400" dirty="0" err="1">
                <a:latin typeface="Noto Sans" panose="020B0502040504020204" pitchFamily="34" charset="0"/>
                <a:ea typeface="Noto Sans" panose="020B0502040504020204" pitchFamily="34" charset="0"/>
                <a:cs typeface="Noto Sans" panose="020B0502040504020204" pitchFamily="34" charset="0"/>
              </a:rPr>
              <a:t>có</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đến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ESXi</a:t>
            </a:r>
            <a:r>
              <a:rPr lang="en-US" sz="1400" dirty="0">
                <a:latin typeface="Noto Sans" panose="020B0502040504020204" pitchFamily="34" charset="0"/>
                <a:ea typeface="Noto Sans" panose="020B0502040504020204" pitchFamily="34" charset="0"/>
                <a:cs typeface="Noto Sans" panose="020B0502040504020204" pitchFamily="34" charset="0"/>
              </a:rPr>
              <a:t> host.</a:t>
            </a:r>
          </a:p>
          <a:p>
            <a:pPr marL="285750" indent="-285750" algn="l">
              <a:buFont typeface="Wingdings" panose="05000000000000000000" pitchFamily="2" charset="2"/>
              <a:buChar char="q"/>
            </a:pPr>
            <a:r>
              <a:rPr lang="en-US" sz="1400" dirty="0">
                <a:latin typeface="Noto Sans" panose="020B0502040504020204" pitchFamily="34" charset="0"/>
                <a:ea typeface="Noto Sans" panose="020B0502040504020204" pitchFamily="34" charset="0"/>
                <a:cs typeface="Noto Sans" panose="020B0502040504020204" pitchFamily="34" charset="0"/>
              </a:rPr>
              <a:t>Datastore </a:t>
            </a:r>
            <a:r>
              <a:rPr lang="en-US" sz="1400" dirty="0" err="1">
                <a:latin typeface="Noto Sans" panose="020B0502040504020204" pitchFamily="34" charset="0"/>
                <a:ea typeface="Noto Sans" panose="020B0502040504020204" pitchFamily="34" charset="0"/>
                <a:cs typeface="Noto Sans" panose="020B0502040504020204" pitchFamily="34" charset="0"/>
              </a:rPr>
              <a:t>được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sử</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dụng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để</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lưu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trữ</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VM files, VM templates, </a:t>
            </a:r>
            <a:r>
              <a:rPr lang="en-US" sz="1400" dirty="0" err="1">
                <a:latin typeface="Noto Sans" panose="020B0502040504020204" pitchFamily="34" charset="0"/>
                <a:ea typeface="Noto Sans" panose="020B0502040504020204" pitchFamily="34" charset="0"/>
                <a:cs typeface="Noto Sans" panose="020B0502040504020204" pitchFamily="34" charset="0"/>
              </a:rPr>
              <a:t>và</a:t>
            </a:r>
            <a:r>
              <a:rPr lang="en-US" sz="1400" dirty="0">
                <a:latin typeface="Noto Sans" panose="020B0502040504020204" pitchFamily="34" charset="0"/>
                <a:ea typeface="Noto Sans" panose="020B0502040504020204" pitchFamily="34" charset="0"/>
                <a:cs typeface="Noto Sans" panose="020B0502040504020204" pitchFamily="34" charset="0"/>
              </a:rPr>
              <a:t> ISO images.</a:t>
            </a:r>
          </a:p>
          <a:p>
            <a:pPr marL="285750" indent="-285750" algn="l">
              <a:buFont typeface="Wingdings" panose="05000000000000000000" pitchFamily="2" charset="2"/>
              <a:buChar char="q"/>
            </a:pPr>
            <a:r>
              <a:rPr lang="en-US" sz="1400" dirty="0">
                <a:latin typeface="Noto Sans" panose="020B0502040504020204" pitchFamily="34" charset="0"/>
                <a:ea typeface="Noto Sans" panose="020B0502040504020204" pitchFamily="34" charset="0"/>
                <a:cs typeface="Noto Sans" panose="020B0502040504020204" pitchFamily="34" charset="0"/>
              </a:rPr>
              <a:t>vSphere </a:t>
            </a:r>
            <a:r>
              <a:rPr lang="en-US" sz="1400" dirty="0" err="1">
                <a:latin typeface="Noto Sans" panose="020B0502040504020204" pitchFamily="34" charset="0"/>
                <a:ea typeface="Noto Sans" panose="020B0502040504020204" pitchFamily="34" charset="0"/>
                <a:cs typeface="Noto Sans" panose="020B0502040504020204" pitchFamily="34" charset="0"/>
              </a:rPr>
              <a:t>hỗ</a:t>
            </a:r>
            <a:r>
              <a:rPr lang="en-US" sz="1400" dirty="0">
                <a:latin typeface="Noto Sans" panose="020B0502040504020204" pitchFamily="34" charset="0"/>
                <a:ea typeface="Noto Sans" panose="020B0502040504020204" pitchFamily="34" charset="0"/>
                <a:cs typeface="Noto Sans" panose="020B0502040504020204" pitchFamily="34" charset="0"/>
              </a:rPr>
              <a:t> trợ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loại</a:t>
            </a:r>
            <a:r>
              <a:rPr lang="en-US" sz="1400" dirty="0">
                <a:latin typeface="Noto Sans" panose="020B0502040504020204" pitchFamily="34" charset="0"/>
                <a:ea typeface="Noto Sans" panose="020B0502040504020204" pitchFamily="34" charset="0"/>
                <a:cs typeface="Noto Sans" panose="020B0502040504020204" pitchFamily="34" charset="0"/>
              </a:rPr>
              <a:t> datastore </a:t>
            </a:r>
            <a:r>
              <a:rPr lang="en-US" sz="1400" dirty="0" err="1">
                <a:latin typeface="Noto Sans" panose="020B0502040504020204" pitchFamily="34" charset="0"/>
                <a:ea typeface="Noto Sans" panose="020B0502040504020204" pitchFamily="34" charset="0"/>
                <a:cs typeface="Noto Sans" panose="020B0502040504020204" pitchFamily="34" charset="0"/>
              </a:rPr>
              <a:t>sau</a:t>
            </a:r>
            <a:r>
              <a:rPr lang="en-US" sz="1400" dirty="0">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
            </a:pPr>
            <a:r>
              <a:rPr lang="en-US" sz="1400" dirty="0">
                <a:latin typeface="Noto Sans" panose="020B0502040504020204" pitchFamily="34" charset="0"/>
                <a:ea typeface="Noto Sans" panose="020B0502040504020204" pitchFamily="34" charset="0"/>
                <a:cs typeface="Noto Sans" panose="020B0502040504020204" pitchFamily="34" charset="0"/>
              </a:rPr>
              <a:t>VMFS: </a:t>
            </a:r>
            <a:r>
              <a:rPr lang="en-US" sz="1400" dirty="0" err="1">
                <a:latin typeface="Noto Sans" panose="020B0502040504020204" pitchFamily="34" charset="0"/>
                <a:ea typeface="Noto Sans" panose="020B0502040504020204" pitchFamily="34" charset="0"/>
                <a:cs typeface="Noto Sans" panose="020B0502040504020204" pitchFamily="34" charset="0"/>
              </a:rPr>
              <a:t>hệ</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thống</a:t>
            </a:r>
            <a:r>
              <a:rPr lang="en-US" sz="1400" dirty="0">
                <a:latin typeface="Noto Sans" panose="020B0502040504020204" pitchFamily="34" charset="0"/>
                <a:ea typeface="Noto Sans" panose="020B0502040504020204" pitchFamily="34" charset="0"/>
                <a:cs typeface="Noto Sans" panose="020B0502040504020204" pitchFamily="34" charset="0"/>
              </a:rPr>
              <a:t> file cluster </a:t>
            </a:r>
            <a:r>
              <a:rPr lang="en-US" sz="1400" dirty="0" err="1">
                <a:latin typeface="Noto Sans" panose="020B0502040504020204" pitchFamily="34" charset="0"/>
                <a:ea typeface="Noto Sans" panose="020B0502040504020204" pitchFamily="34" charset="0"/>
                <a:cs typeface="Noto Sans" panose="020B0502040504020204" pitchFamily="34" charset="0"/>
              </a:rPr>
              <a:t>cho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phép</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nhiều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chủ</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vật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lý</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truy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xuất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cùng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một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thiết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bị</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lưu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trữ</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cùng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thời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điểm</a:t>
            </a:r>
            <a:endParaRPr lang="en-US" sz="1400" dirty="0">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
            </a:pPr>
            <a:r>
              <a:rPr lang="en-US" sz="1400" dirty="0">
                <a:latin typeface="Noto Sans" panose="020B0502040504020204" pitchFamily="34" charset="0"/>
                <a:ea typeface="Noto Sans" panose="020B0502040504020204" pitchFamily="34" charset="0"/>
                <a:cs typeface="Noto Sans" panose="020B0502040504020204" pitchFamily="34" charset="0"/>
              </a:rPr>
              <a:t>NFS: </a:t>
            </a:r>
            <a:r>
              <a:rPr lang="en-US" sz="1400" dirty="0" err="1">
                <a:latin typeface="Noto Sans" panose="020B0502040504020204" pitchFamily="34" charset="0"/>
                <a:ea typeface="Noto Sans" panose="020B0502040504020204" pitchFamily="34" charset="0"/>
                <a:cs typeface="Noto Sans" panose="020B0502040504020204" pitchFamily="34" charset="0"/>
              </a:rPr>
              <a:t>tương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tự</a:t>
            </a:r>
            <a:r>
              <a:rPr lang="en-US" sz="1400" dirty="0">
                <a:latin typeface="Noto Sans" panose="020B0502040504020204" pitchFamily="34" charset="0"/>
                <a:ea typeface="Noto Sans" panose="020B0502040504020204" pitchFamily="34" charset="0"/>
                <a:cs typeface="Noto Sans" panose="020B0502040504020204" pitchFamily="34" charset="0"/>
              </a:rPr>
              <a:t> VMFS </a:t>
            </a:r>
            <a:r>
              <a:rPr lang="en-US" sz="1400" dirty="0" err="1">
                <a:latin typeface="Noto Sans" panose="020B0502040504020204" pitchFamily="34" charset="0"/>
                <a:ea typeface="Noto Sans" panose="020B0502040504020204" pitchFamily="34" charset="0"/>
                <a:cs typeface="Noto Sans" panose="020B0502040504020204" pitchFamily="34" charset="0"/>
              </a:rPr>
              <a:t>nhưng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kết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nối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máy</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chủ</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với</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thiết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bị</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lưu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trữ</a:t>
            </a:r>
            <a:r>
              <a:rPr lang="en-US" sz="1400" dirty="0">
                <a:latin typeface="Noto Sans" panose="020B0502040504020204" pitchFamily="34" charset="0"/>
                <a:ea typeface="Noto Sans" panose="020B0502040504020204" pitchFamily="34" charset="0"/>
                <a:cs typeface="Noto Sans" panose="020B0502040504020204" pitchFamily="34" charset="0"/>
              </a:rPr>
              <a:t> qua </a:t>
            </a:r>
            <a:r>
              <a:rPr lang="en-US" sz="1400" dirty="0" err="1">
                <a:latin typeface="Noto Sans" panose="020B0502040504020204" pitchFamily="34" charset="0"/>
                <a:ea typeface="Noto Sans" panose="020B0502040504020204" pitchFamily="34" charset="0"/>
                <a:cs typeface="Noto Sans" panose="020B0502040504020204" pitchFamily="34" charset="0"/>
              </a:rPr>
              <a:t>giao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thức</a:t>
            </a:r>
            <a:r>
              <a:rPr lang="en-US" sz="1400" dirty="0">
                <a:latin typeface="Noto Sans" panose="020B0502040504020204" pitchFamily="34" charset="0"/>
                <a:ea typeface="Noto Sans" panose="020B0502040504020204" pitchFamily="34" charset="0"/>
                <a:cs typeface="Noto Sans" panose="020B0502040504020204" pitchFamily="34" charset="0"/>
              </a:rPr>
              <a:t> chia </a:t>
            </a:r>
            <a:r>
              <a:rPr lang="en-US" sz="1400" dirty="0" err="1">
                <a:latin typeface="Noto Sans" panose="020B0502040504020204" pitchFamily="34" charset="0"/>
                <a:ea typeface="Noto Sans" panose="020B0502040504020204" pitchFamily="34" charset="0"/>
                <a:cs typeface="Noto Sans" panose="020B0502040504020204" pitchFamily="34" charset="0"/>
              </a:rPr>
              <a:t>sẽ</a:t>
            </a:r>
            <a:r>
              <a:rPr lang="en-US" sz="1400" dirty="0">
                <a:latin typeface="Noto Sans" panose="020B0502040504020204" pitchFamily="34" charset="0"/>
                <a:ea typeface="Noto Sans" panose="020B0502040504020204" pitchFamily="34" charset="0"/>
                <a:cs typeface="Noto Sans" panose="020B0502040504020204" pitchFamily="34" charset="0"/>
              </a:rPr>
              <a:t> file NFS</a:t>
            </a:r>
          </a:p>
          <a:p>
            <a:pPr marL="285750" indent="-285750" algn="just">
              <a:buFont typeface="Wingdings" panose="05000000000000000000" pitchFamily="2" charset="2"/>
              <a:buChar char="§"/>
            </a:pPr>
            <a:r>
              <a:rPr lang="en-US" sz="1400" dirty="0" err="1">
                <a:latin typeface="Noto Sans" panose="020B0502040504020204" pitchFamily="34" charset="0"/>
                <a:ea typeface="Noto Sans" panose="020B0502040504020204" pitchFamily="34" charset="0"/>
                <a:cs typeface="Noto Sans" panose="020B0502040504020204" pitchFamily="34" charset="0"/>
              </a:rPr>
              <a:t>vSAN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sử</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dụng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ổ HDD/SSD </a:t>
            </a:r>
            <a:r>
              <a:rPr lang="en-US" sz="1400" dirty="0" err="1">
                <a:latin typeface="Noto Sans" panose="020B0502040504020204" pitchFamily="34" charset="0"/>
                <a:ea typeface="Noto Sans" panose="020B0502040504020204" pitchFamily="34" charset="0"/>
                <a:cs typeface="Noto Sans" panose="020B0502040504020204" pitchFamily="34" charset="0"/>
              </a:rPr>
              <a:t>của</a:t>
            </a:r>
            <a:r>
              <a:rPr lang="en-US" sz="1400" dirty="0">
                <a:latin typeface="Noto Sans" panose="020B0502040504020204" pitchFamily="34" charset="0"/>
                <a:ea typeface="Noto Sans" panose="020B0502040504020204" pitchFamily="34" charset="0"/>
                <a:cs typeface="Noto Sans" panose="020B0502040504020204" pitchFamily="34" charset="0"/>
              </a:rPr>
              <a:t> server </a:t>
            </a:r>
            <a:r>
              <a:rPr lang="en-US" sz="1400" dirty="0" err="1">
                <a:latin typeface="Noto Sans" panose="020B0502040504020204" pitchFamily="34" charset="0"/>
                <a:ea typeface="Noto Sans" panose="020B0502040504020204" pitchFamily="34" charset="0"/>
                <a:cs typeface="Noto Sans" panose="020B0502040504020204" pitchFamily="34" charset="0"/>
              </a:rPr>
              <a:t>vật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lý</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để</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tạo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ra</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một</a:t>
            </a:r>
            <a:r>
              <a:rPr lang="en-US" sz="1400" dirty="0">
                <a:latin typeface="Noto Sans" panose="020B0502040504020204" pitchFamily="34" charset="0"/>
                <a:ea typeface="Noto Sans" panose="020B0502040504020204" pitchFamily="34" charset="0"/>
                <a:cs typeface="Noto Sans" panose="020B0502040504020204" pitchFamily="34" charset="0"/>
              </a:rPr>
              <a:t> datastore </a:t>
            </a:r>
            <a:r>
              <a:rPr lang="en-US" sz="1400" dirty="0" err="1">
                <a:latin typeface="Noto Sans" panose="020B0502040504020204" pitchFamily="34" charset="0"/>
                <a:ea typeface="Noto Sans" panose="020B0502040504020204" pitchFamily="34" charset="0"/>
                <a:cs typeface="Noto Sans" panose="020B0502040504020204" pitchFamily="34" charset="0"/>
              </a:rPr>
              <a:t>dùng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chung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cho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VM.</a:t>
            </a:r>
          </a:p>
          <a:p>
            <a:pPr marL="285750" indent="-285750" algn="l">
              <a:buFont typeface="Wingdings" panose="05000000000000000000" pitchFamily="2" charset="2"/>
              <a:buChar char="§"/>
            </a:pPr>
            <a:r>
              <a:rPr lang="en-US" sz="1400" dirty="0">
                <a:latin typeface="Noto Sans" panose="020B0502040504020204" pitchFamily="34" charset="0"/>
                <a:ea typeface="Noto Sans" panose="020B0502040504020204" pitchFamily="34" charset="0"/>
                <a:cs typeface="Noto Sans" panose="020B0502040504020204" pitchFamily="34" charset="0"/>
              </a:rPr>
              <a:t>vSphere Virtual Volumes: </a:t>
            </a:r>
            <a:r>
              <a:rPr lang="en-US" sz="1400" dirty="0" err="1">
                <a:latin typeface="Noto Sans" panose="020B0502040504020204" pitchFamily="34" charset="0"/>
                <a:ea typeface="Noto Sans" panose="020B0502040504020204" pitchFamily="34" charset="0"/>
                <a:cs typeface="Noto Sans" panose="020B0502040504020204" pitchFamily="34" charset="0"/>
              </a:rPr>
              <a:t>ảo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hóa</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thiết</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bị</a:t>
            </a:r>
            <a:r>
              <a:rPr lang="en-US" sz="1400" dirty="0">
                <a:latin typeface="Noto Sans" panose="020B0502040504020204" pitchFamily="34" charset="0"/>
                <a:ea typeface="Noto Sans" panose="020B0502040504020204" pitchFamily="34" charset="0"/>
                <a:cs typeface="Noto Sans" panose="020B0502040504020204" pitchFamily="34" charset="0"/>
              </a:rPr>
              <a:t> SAN, NAS </a:t>
            </a:r>
            <a:r>
              <a:rPr lang="en-US" sz="1400" dirty="0" err="1">
                <a:latin typeface="Noto Sans" panose="020B0502040504020204" pitchFamily="34" charset="0"/>
                <a:ea typeface="Noto Sans" panose="020B0502040504020204" pitchFamily="34" charset="0"/>
                <a:cs typeface="Noto Sans" panose="020B0502040504020204" pitchFamily="34" charset="0"/>
              </a:rPr>
              <a:t>để</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tạo</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ra</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các</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phân</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vùng</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lưu</a:t>
            </a:r>
            <a:r>
              <a:rPr lang="en-US" sz="1400" dirty="0">
                <a:latin typeface="Noto Sans" panose="020B0502040504020204" pitchFamily="34" charset="0"/>
                <a:ea typeface="Noto Sans" panose="020B0502040504020204" pitchFamily="34" charset="0"/>
                <a:cs typeface="Noto Sans" panose="020B0502040504020204" pitchFamily="34" charset="0"/>
              </a:rPr>
              <a:t> </a:t>
            </a:r>
            <a:r>
              <a:rPr lang="en-US" sz="1400" dirty="0" err="1">
                <a:latin typeface="Noto Sans" panose="020B0502040504020204" pitchFamily="34" charset="0"/>
                <a:ea typeface="Noto Sans" panose="020B0502040504020204" pitchFamily="34" charset="0"/>
                <a:cs typeface="Noto Sans" panose="020B0502040504020204" pitchFamily="34" charset="0"/>
              </a:rPr>
              <a:t>trữ</a:t>
            </a:r>
            <a:r>
              <a:rPr lang="en-US" sz="1400" dirty="0">
                <a:latin typeface="Noto Sans" panose="020B0502040504020204" pitchFamily="34" charset="0"/>
                <a:ea typeface="Noto Sans" panose="020B0502040504020204" pitchFamily="34" charset="0"/>
                <a:cs typeface="Noto Sans" panose="020B0502040504020204" pitchFamily="34" charset="0"/>
              </a:rPr>
              <a:t> logic</a:t>
            </a:r>
          </a:p>
        </p:txBody>
      </p:sp>
      <p:pic>
        <p:nvPicPr>
          <p:cNvPr id="6" name="Picture 5">
            <a:extLst>
              <a:ext uri="{FF2B5EF4-FFF2-40B4-BE49-F238E27FC236}">
                <a16:creationId xmlns:a16="http://schemas.microsoft.com/office/drawing/2014/main" id="{F05D08D8-D14E-5F95-0C9E-437CCA04C054}"/>
              </a:ext>
            </a:extLst>
          </p:cNvPr>
          <p:cNvPicPr>
            <a:picLocks noChangeAspect="1"/>
          </p:cNvPicPr>
          <p:nvPr/>
        </p:nvPicPr>
        <p:blipFill>
          <a:blip r:embed="rId3"/>
          <a:stretch>
            <a:fillRect/>
          </a:stretch>
        </p:blipFill>
        <p:spPr>
          <a:xfrm>
            <a:off x="1020725" y="3938674"/>
            <a:ext cx="6385009" cy="2282024"/>
          </a:xfrm>
          <a:prstGeom prst="rect">
            <a:avLst/>
          </a:prstGeom>
        </p:spPr>
      </p:pic>
    </p:spTree>
    <p:extLst>
      <p:ext uri="{BB962C8B-B14F-4D97-AF65-F5344CB8AC3E}">
        <p14:creationId xmlns:p14="http://schemas.microsoft.com/office/powerpoint/2010/main" val="4204671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9858FEC3-B32D-9252-256F-B55F3B1722BC}"/>
              </a:ext>
            </a:extLst>
          </p:cNvPr>
          <p:cNvSpPr txBox="1">
            <a:spLocks noChangeArrowheads="1"/>
          </p:cNvSpPr>
          <p:nvPr/>
        </p:nvSpPr>
        <p:spPr bwMode="auto">
          <a:xfrm>
            <a:off x="914400" y="228600"/>
            <a:ext cx="387477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GIỚI THIỆU VỀ ẢO HÓA VÀ SPHERE</a:t>
            </a:r>
          </a:p>
          <a:p>
            <a:r>
              <a:rPr lang="en-US" altLang="zh-CN" sz="2000" kern="0" dirty="0" err="1">
                <a:solidFill>
                  <a:srgbClr val="339933"/>
                </a:solidFill>
                <a:latin typeface="Bahnschrift SemiLight SemiConde" panose="020B0502040204020203" pitchFamily="34" charset="0"/>
                <a:ea typeface="微软雅黑"/>
                <a:cs typeface="+mn-ea"/>
                <a:sym typeface="+mn-lt"/>
              </a:rPr>
              <a:t>Tóm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lượt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nội</a:t>
            </a:r>
            <a:r>
              <a:rPr lang="en-US" altLang="zh-CN" sz="2000" kern="0" dirty="0">
                <a:solidFill>
                  <a:srgbClr val="339933"/>
                </a:solidFill>
                <a:latin typeface="Bahnschrift SemiLight SemiConde" panose="020B0502040204020203" pitchFamily="34" charset="0"/>
                <a:ea typeface="微软雅黑"/>
                <a:cs typeface="+mn-ea"/>
                <a:sym typeface="+mn-lt"/>
              </a:rPr>
              <a:t> dung</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0A4445EB-94BB-9CA4-FBE2-01B017E50548}"/>
              </a:ext>
            </a:extLst>
          </p:cNvPr>
          <p:cNvSpPr txBox="1"/>
          <p:nvPr/>
        </p:nvSpPr>
        <p:spPr>
          <a:xfrm>
            <a:off x="1052623" y="1095153"/>
            <a:ext cx="10409275" cy="2381934"/>
          </a:xfrm>
          <a:prstGeom prst="rect">
            <a:avLst/>
          </a:prstGeom>
          <a:noFill/>
        </p:spPr>
        <p:txBody>
          <a:bodyPr wrap="square" lIns="0" tIns="0" rIns="0" bIns="0" rtlCol="0">
            <a:spAutoFit/>
          </a:bodyPr>
          <a:lstStyle/>
          <a:p>
            <a:pPr marL="285750" indent="-285750" algn="l">
              <a:lnSpc>
                <a:spcPct val="150000"/>
              </a:lnSpc>
              <a:buFont typeface="Wingdings" panose="05000000000000000000" pitchFamily="2" charset="2"/>
              <a:buChar char="v"/>
            </a:pPr>
            <a:r>
              <a:rPr lang="en-US" sz="2000" dirty="0" err="1">
                <a:latin typeface="Noto Sans" panose="020B0502040504020204" pitchFamily="34" charset="0"/>
                <a:ea typeface="Noto Sans" panose="020B0502040504020204" pitchFamily="34" charset="0"/>
                <a:cs typeface="Noto Sans" panose="020B0502040504020204" pitchFamily="34" charset="0"/>
              </a:rPr>
              <a:t>Các</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nội</a:t>
            </a:r>
            <a:r>
              <a:rPr lang="en-US" sz="2000" dirty="0">
                <a:latin typeface="Noto Sans" panose="020B0502040504020204" pitchFamily="34" charset="0"/>
                <a:ea typeface="Noto Sans" panose="020B0502040504020204" pitchFamily="34" charset="0"/>
                <a:cs typeface="Noto Sans" panose="020B0502040504020204" pitchFamily="34" charset="0"/>
              </a:rPr>
              <a:t> dung </a:t>
            </a:r>
            <a:r>
              <a:rPr lang="en-US" sz="2000" dirty="0" err="1">
                <a:latin typeface="Noto Sans" panose="020B0502040504020204" pitchFamily="34" charset="0"/>
                <a:ea typeface="Noto Sans" panose="020B0502040504020204" pitchFamily="34" charset="0"/>
                <a:cs typeface="Noto Sans" panose="020B0502040504020204" pitchFamily="34" charset="0"/>
              </a:rPr>
              <a:t>quan</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trọng</a:t>
            </a:r>
            <a:r>
              <a:rPr lang="en-US" sz="2000" dirty="0">
                <a:latin typeface="Noto Sans" panose="020B0502040504020204" pitchFamily="34" charset="0"/>
                <a:ea typeface="Noto Sans" panose="020B0502040504020204" pitchFamily="34" charset="0"/>
                <a:cs typeface="Noto Sans" panose="020B0502040504020204" pitchFamily="34" charset="0"/>
              </a:rPr>
              <a:t>:</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Các khái niệm ảo hóa như Host, Hypervisor, Guest OS, Virtual Machine, Application</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Các loại ảo hóa và </a:t>
            </a:r>
            <a:r>
              <a:rPr lang="en-US" sz="1700" dirty="0">
                <a:latin typeface="Noto Sans" panose="020B0502040504020204" pitchFamily="34" charset="0"/>
                <a:ea typeface="Noto Sans" panose="020B0502040504020204" pitchFamily="34" charset="0"/>
                <a:cs typeface="Noto Sans" panose="020B0502040504020204" pitchFamily="34" charset="0"/>
              </a:rPr>
              <a:t>ư</a:t>
            </a:r>
            <a:r>
              <a:rPr lang="vi-VN" sz="1700" dirty="0">
                <a:latin typeface="Noto Sans" panose="020B0502040504020204" pitchFamily="34" charset="0"/>
                <a:ea typeface="Noto Sans" panose="020B0502040504020204" pitchFamily="34" charset="0"/>
                <a:cs typeface="Noto Sans" panose="020B0502040504020204" pitchFamily="34" charset="0"/>
              </a:rPr>
              <a:t>u nhược điểm của nó</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VMware là gì</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Tính năng của vSphere và các thành phần của nó</a:t>
            </a:r>
            <a:r>
              <a:rPr lang="en-US" sz="1700" dirty="0">
                <a:latin typeface="Noto Sans" panose="020B0502040504020204" pitchFamily="34" charset="0"/>
                <a:ea typeface="Noto Sans" panose="020B0502040504020204" pitchFamily="34" charset="0"/>
                <a:cs typeface="Noto Sans" panose="020B0502040504020204" pitchFamily="34" charset="0"/>
              </a:rPr>
              <a:t>,</a:t>
            </a:r>
            <a:r>
              <a:rPr lang="vi-VN" sz="1700" dirty="0">
                <a:latin typeface="Noto Sans" panose="020B0502040504020204" pitchFamily="34" charset="0"/>
                <a:ea typeface="Noto Sans" panose="020B0502040504020204" pitchFamily="34" charset="0"/>
                <a:cs typeface="Noto Sans" panose="020B0502040504020204" pitchFamily="34" charset="0"/>
              </a:rPr>
              <a:t> như vCenter, ESXi, vSphere client</a:t>
            </a:r>
            <a:endParaRPr lang="en-US" sz="1700" dirty="0">
              <a:latin typeface="Noto Sans" panose="020B0502040504020204" pitchFamily="34" charset="0"/>
              <a:ea typeface="Noto Sans" panose="020B0502040504020204" pitchFamily="34" charset="0"/>
              <a:cs typeface="Noto Sans" panose="020B0502040504020204" pitchFamily="34" charset="0"/>
            </a:endParaRPr>
          </a:p>
          <a:p>
            <a:pPr marL="285750" indent="-285750" algn="l">
              <a:lnSpc>
                <a:spcPct val="150000"/>
              </a:lnSpc>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Các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khái</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niệm</a:t>
            </a:r>
            <a:r>
              <a:rPr lang="en-US" sz="1700" dirty="0">
                <a:latin typeface="Noto Sans" panose="020B0502040504020204" pitchFamily="34" charset="0"/>
                <a:ea typeface="Noto Sans" panose="020B0502040504020204" pitchFamily="34" charset="0"/>
                <a:cs typeface="Noto Sans" panose="020B0502040504020204" pitchFamily="34" charset="0"/>
              </a:rPr>
              <a:t> datastore, </a:t>
            </a:r>
            <a:r>
              <a:rPr lang="en-US" sz="1700" dirty="0" err="1">
                <a:latin typeface="Noto Sans" panose="020B0502040504020204" pitchFamily="34" charset="0"/>
                <a:ea typeface="Noto Sans" panose="020B0502040504020204" pitchFamily="34" charset="0"/>
                <a:cs typeface="Noto Sans" panose="020B0502040504020204" pitchFamily="34" charset="0"/>
              </a:rPr>
              <a:t>vswitch</a:t>
            </a:r>
            <a:endParaRPr lang="en-US" sz="17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0925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18">
            <a:extLst>
              <a:ext uri="{FF2B5EF4-FFF2-40B4-BE49-F238E27FC236}">
                <a16:creationId xmlns:a16="http://schemas.microsoft.com/office/drawing/2014/main" id="{2EFBAB33-92E0-44B8-9734-552B0196880E}"/>
              </a:ext>
            </a:extLst>
          </p:cNvPr>
          <p:cNvGrpSpPr/>
          <p:nvPr/>
        </p:nvGrpSpPr>
        <p:grpSpPr>
          <a:xfrm>
            <a:off x="2016905" y="2207506"/>
            <a:ext cx="2936096" cy="2507184"/>
            <a:chOff x="2321705" y="2270688"/>
            <a:chExt cx="2936096" cy="2507184"/>
          </a:xfrm>
        </p:grpSpPr>
        <p:pic>
          <p:nvPicPr>
            <p:cNvPr id="4" name="图片 2">
              <a:extLst>
                <a:ext uri="{FF2B5EF4-FFF2-40B4-BE49-F238E27FC236}">
                  <a16:creationId xmlns:a16="http://schemas.microsoft.com/office/drawing/2014/main" id="{7D116056-A838-4B25-B6E2-6B27D11C14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21705" y="2270688"/>
              <a:ext cx="2936096" cy="2507184"/>
            </a:xfrm>
            <a:prstGeom prst="rect">
              <a:avLst/>
            </a:prstGeom>
          </p:spPr>
        </p:pic>
        <p:sp>
          <p:nvSpPr>
            <p:cNvPr id="5" name="椭圆 3">
              <a:extLst>
                <a:ext uri="{FF2B5EF4-FFF2-40B4-BE49-F238E27FC236}">
                  <a16:creationId xmlns:a16="http://schemas.microsoft.com/office/drawing/2014/main" id="{DE54E3AC-CD97-484B-9256-A2E38CEF39D1}"/>
                </a:ext>
              </a:extLst>
            </p:cNvPr>
            <p:cNvSpPr/>
            <p:nvPr/>
          </p:nvSpPr>
          <p:spPr>
            <a:xfrm>
              <a:off x="3089528" y="2741103"/>
              <a:ext cx="1302155" cy="1302155"/>
            </a:xfrm>
            <a:prstGeom prst="ellipse">
              <a:avLst/>
            </a:prstGeom>
            <a:solidFill>
              <a:sysClr val="window" lastClr="FFFFFF"/>
            </a:solidFill>
            <a:ln w="12700" cap="flat" cmpd="sng" algn="ctr">
              <a:noFill/>
              <a:prstDash val="solid"/>
              <a:miter lim="800000"/>
            </a:ln>
            <a:effectLst>
              <a:outerShdw blurRad="63500" sx="106000" sy="106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6" name="文本框 17">
              <a:extLst>
                <a:ext uri="{FF2B5EF4-FFF2-40B4-BE49-F238E27FC236}">
                  <a16:creationId xmlns:a16="http://schemas.microsoft.com/office/drawing/2014/main" id="{791BC117-CE27-4812-B68D-1AF22C72C599}"/>
                </a:ext>
              </a:extLst>
            </p:cNvPr>
            <p:cNvSpPr txBox="1"/>
            <p:nvPr/>
          </p:nvSpPr>
          <p:spPr>
            <a:xfrm>
              <a:off x="3237076" y="2935863"/>
              <a:ext cx="1007057" cy="830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800" b="0" i="0" u="none" strike="noStrike" kern="0" cap="none" spc="0" normalizeH="0" baseline="0" noProof="0">
                  <a:ln>
                    <a:noFill/>
                  </a:ln>
                  <a:solidFill>
                    <a:srgbClr val="297FD5"/>
                  </a:solidFill>
                  <a:effectLst/>
                  <a:uLnTx/>
                  <a:uFillTx/>
                  <a:latin typeface="+mj-lt"/>
                  <a:ea typeface="微软雅黑"/>
                  <a:cs typeface="+mn-ea"/>
                  <a:sym typeface="+mn-lt"/>
                </a:rPr>
                <a:t>03</a:t>
              </a:r>
              <a:endParaRPr kumimoji="0" lang="zh-CN" altLang="en-US" sz="4800" b="0" i="0" u="none" strike="noStrike" kern="0" cap="none" spc="0" normalizeH="0" baseline="0" noProof="0">
                <a:ln>
                  <a:noFill/>
                </a:ln>
                <a:solidFill>
                  <a:srgbClr val="297FD5"/>
                </a:solidFill>
                <a:effectLst/>
                <a:uLnTx/>
                <a:uFillTx/>
                <a:latin typeface="+mj-lt"/>
                <a:ea typeface="微软雅黑"/>
                <a:cs typeface="+mn-ea"/>
                <a:sym typeface="+mn-lt"/>
              </a:endParaRPr>
            </a:p>
          </p:txBody>
        </p:sp>
      </p:grpSp>
      <p:sp>
        <p:nvSpPr>
          <p:cNvPr id="8" name="文本框 52">
            <a:extLst>
              <a:ext uri="{FF2B5EF4-FFF2-40B4-BE49-F238E27FC236}">
                <a16:creationId xmlns:a16="http://schemas.microsoft.com/office/drawing/2014/main" id="{08723ACA-BCA5-4CD3-A19D-058C659ACFD3}"/>
              </a:ext>
            </a:extLst>
          </p:cNvPr>
          <p:cNvSpPr txBox="1"/>
          <p:nvPr/>
        </p:nvSpPr>
        <p:spPr>
          <a:xfrm>
            <a:off x="5195780" y="3429000"/>
            <a:ext cx="5415051" cy="394210"/>
          </a:xfrm>
          <a:prstGeom prst="rect">
            <a:avLst/>
          </a:prstGeom>
          <a:noFill/>
        </p:spPr>
        <p:txBody>
          <a:bodyPr wrap="square" rtlCol="0">
            <a:spAutoFit/>
          </a:bodyPr>
          <a:lstStyle/>
          <a:p>
            <a:pPr lvl="0">
              <a:lnSpc>
                <a:spcPct val="120000"/>
              </a:lnSpc>
              <a:defRPr/>
            </a:pPr>
            <a:r>
              <a:rPr lang="en-US" altLang="zh-CN" kern="0" err="1">
                <a:solidFill>
                  <a:srgbClr val="404040"/>
                </a:solidFill>
                <a:latin typeface="+mj-lt"/>
                <a:ea typeface="微软雅黑"/>
                <a:cs typeface="+mn-ea"/>
                <a:sym typeface="+mn-lt"/>
              </a:rPr>
              <a:t>Giới</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thiệu</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về</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tạo</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xóa</a:t>
            </a:r>
            <a:r>
              <a:rPr lang="en-US" altLang="zh-CN" kern="0">
                <a:solidFill>
                  <a:srgbClr val="404040"/>
                </a:solidFill>
                <a:latin typeface="+mj-lt"/>
                <a:ea typeface="微软雅黑"/>
                <a:cs typeface="+mn-ea"/>
                <a:sym typeface="+mn-lt"/>
              </a:rPr>
              <a:t>, di </a:t>
            </a:r>
            <a:r>
              <a:rPr lang="en-US" altLang="zh-CN" kern="0" err="1">
                <a:solidFill>
                  <a:srgbClr val="404040"/>
                </a:solidFill>
                <a:latin typeface="+mj-lt"/>
                <a:ea typeface="微软雅黑"/>
                <a:cs typeface="+mn-ea"/>
                <a:sym typeface="+mn-lt"/>
              </a:rPr>
              <a:t>chuyển</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mở</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rộng</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máy</a:t>
            </a:r>
            <a:r>
              <a:rPr lang="en-US" altLang="zh-CN" kern="0">
                <a:solidFill>
                  <a:srgbClr val="404040"/>
                </a:solidFill>
                <a:latin typeface="+mj-lt"/>
                <a:ea typeface="微软雅黑"/>
                <a:cs typeface="+mn-ea"/>
                <a:sym typeface="+mn-lt"/>
              </a:rPr>
              <a:t> </a:t>
            </a:r>
            <a:r>
              <a:rPr lang="en-US" altLang="zh-CN" kern="0" err="1">
                <a:solidFill>
                  <a:srgbClr val="404040"/>
                </a:solidFill>
                <a:latin typeface="+mj-lt"/>
                <a:ea typeface="微软雅黑"/>
                <a:cs typeface="+mn-ea"/>
                <a:sym typeface="+mn-lt"/>
              </a:rPr>
              <a:t>ảo</a:t>
            </a:r>
            <a:endParaRPr lang="zh-CN" altLang="zh-CN" kern="0">
              <a:solidFill>
                <a:srgbClr val="404040"/>
              </a:solidFill>
              <a:latin typeface="+mj-lt"/>
              <a:ea typeface="微软雅黑"/>
              <a:cs typeface="+mn-ea"/>
              <a:sym typeface="+mn-lt"/>
            </a:endParaRPr>
          </a:p>
        </p:txBody>
      </p:sp>
      <p:cxnSp>
        <p:nvCxnSpPr>
          <p:cNvPr id="9" name="直接连接符 20">
            <a:extLst>
              <a:ext uri="{FF2B5EF4-FFF2-40B4-BE49-F238E27FC236}">
                <a16:creationId xmlns:a16="http://schemas.microsoft.com/office/drawing/2014/main" id="{73CF0CA4-8AE0-4478-A2C9-256D0DA8E716}"/>
              </a:ext>
            </a:extLst>
          </p:cNvPr>
          <p:cNvCxnSpPr/>
          <p:nvPr/>
        </p:nvCxnSpPr>
        <p:spPr>
          <a:xfrm>
            <a:off x="5362998" y="3262363"/>
            <a:ext cx="3187994" cy="0"/>
          </a:xfrm>
          <a:prstGeom prst="line">
            <a:avLst/>
          </a:prstGeom>
          <a:noFill/>
          <a:ln w="6350" cap="flat" cmpd="sng" algn="ctr">
            <a:solidFill>
              <a:srgbClr val="297FD5"/>
            </a:solidFill>
            <a:prstDash val="solid"/>
            <a:miter lim="800000"/>
          </a:ln>
          <a:effectLst/>
        </p:spPr>
      </p:cxnSp>
      <p:sp>
        <p:nvSpPr>
          <p:cNvPr id="11" name="文本框 50">
            <a:extLst>
              <a:ext uri="{FF2B5EF4-FFF2-40B4-BE49-F238E27FC236}">
                <a16:creationId xmlns:a16="http://schemas.microsoft.com/office/drawing/2014/main" id="{2CF99E7E-B7DB-4CA2-AFD6-6EDAB5EF2A28}"/>
              </a:ext>
            </a:extLst>
          </p:cNvPr>
          <p:cNvSpPr txBox="1"/>
          <p:nvPr/>
        </p:nvSpPr>
        <p:spPr>
          <a:xfrm>
            <a:off x="5189154" y="2739143"/>
            <a:ext cx="5326446" cy="523220"/>
          </a:xfrm>
          <a:prstGeom prst="rect">
            <a:avLst/>
          </a:prstGeom>
          <a:noFill/>
        </p:spPr>
        <p:txBody>
          <a:bodyPr wrap="square" rtlCol="0">
            <a:spAutoFit/>
          </a:bodyPr>
          <a:lstStyle/>
          <a:p>
            <a:r>
              <a:rPr lang="en-US" altLang="zh-CN" sz="2800" b="1" err="1">
                <a:solidFill>
                  <a:srgbClr val="297FD5"/>
                </a:solidFill>
                <a:latin typeface="+mj-lt"/>
                <a:ea typeface="微软雅黑"/>
                <a:cs typeface="+mn-ea"/>
                <a:sym typeface="+mn-lt"/>
              </a:rPr>
              <a:t>Tạo</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và</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quản</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lý</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máy</a:t>
            </a:r>
            <a:r>
              <a:rPr lang="en-US" altLang="zh-CN" sz="2800" b="1">
                <a:solidFill>
                  <a:srgbClr val="297FD5"/>
                </a:solidFill>
                <a:latin typeface="+mj-lt"/>
                <a:ea typeface="微软雅黑"/>
                <a:cs typeface="+mn-ea"/>
                <a:sym typeface="+mn-lt"/>
              </a:rPr>
              <a:t> </a:t>
            </a:r>
            <a:r>
              <a:rPr lang="en-US" altLang="zh-CN" sz="2800" b="1" err="1">
                <a:solidFill>
                  <a:srgbClr val="297FD5"/>
                </a:solidFill>
                <a:latin typeface="+mj-lt"/>
                <a:ea typeface="微软雅黑"/>
                <a:cs typeface="+mn-ea"/>
                <a:sym typeface="+mn-lt"/>
              </a:rPr>
              <a:t>ảo</a:t>
            </a:r>
            <a:endParaRPr lang="zh-CN" altLang="en-US" sz="2800" b="1">
              <a:solidFill>
                <a:srgbClr val="297FD5"/>
              </a:solidFill>
              <a:latin typeface="+mj-lt"/>
              <a:ea typeface="微软雅黑"/>
              <a:cs typeface="+mn-ea"/>
              <a:sym typeface="+mn-lt"/>
            </a:endParaRPr>
          </a:p>
        </p:txBody>
      </p:sp>
    </p:spTree>
    <p:extLst>
      <p:ext uri="{BB962C8B-B14F-4D97-AF65-F5344CB8AC3E}">
        <p14:creationId xmlns:p14="http://schemas.microsoft.com/office/powerpoint/2010/main" val="3288265839"/>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5">
            <a:extLst>
              <a:ext uri="{FF2B5EF4-FFF2-40B4-BE49-F238E27FC236}">
                <a16:creationId xmlns:a16="http://schemas.microsoft.com/office/drawing/2014/main" id="{03D10BFF-D37E-FB60-BB31-EDC3F42D03D1}"/>
              </a:ext>
            </a:extLst>
          </p:cNvPr>
          <p:cNvSpPr txBox="1">
            <a:spLocks noChangeArrowheads="1"/>
          </p:cNvSpPr>
          <p:nvPr/>
        </p:nvSpPr>
        <p:spPr bwMode="auto">
          <a:xfrm>
            <a:off x="854049" y="204950"/>
            <a:ext cx="297228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err="1">
                <a:solidFill>
                  <a:srgbClr val="339933"/>
                </a:solidFill>
                <a:latin typeface="Bahnschrift SemiLight SemiConde" panose="020B0502040204020203" pitchFamily="34" charset="0"/>
                <a:ea typeface="微软雅黑"/>
                <a:cs typeface="+mn-ea"/>
                <a:sym typeface="+mn-lt"/>
              </a:rPr>
              <a:t>Các</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cách</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tạo</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máy</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ảo</a:t>
            </a:r>
            <a:endParaRPr lang="zh-CN" altLang="en-US" sz="2000">
              <a:solidFill>
                <a:srgbClr val="339933"/>
              </a:solidFill>
              <a:latin typeface="Bahnschrift SemiLight SemiConde" panose="020B0502040204020203" pitchFamily="34" charset="0"/>
              <a:ea typeface="微软雅黑"/>
              <a:cs typeface="+mn-ea"/>
              <a:sym typeface="+mn-lt"/>
            </a:endParaRPr>
          </a:p>
        </p:txBody>
      </p:sp>
      <p:sp>
        <p:nvSpPr>
          <p:cNvPr id="2" name="TextBox 1">
            <a:extLst>
              <a:ext uri="{FF2B5EF4-FFF2-40B4-BE49-F238E27FC236}">
                <a16:creationId xmlns:a16="http://schemas.microsoft.com/office/drawing/2014/main" id="{8A1F3A9D-922E-2F38-4C13-49D4C6778149}"/>
              </a:ext>
            </a:extLst>
          </p:cNvPr>
          <p:cNvSpPr txBox="1"/>
          <p:nvPr/>
        </p:nvSpPr>
        <p:spPr>
          <a:xfrm>
            <a:off x="990600" y="1219200"/>
            <a:ext cx="10515600" cy="3577133"/>
          </a:xfrm>
          <a:prstGeom prst="rect">
            <a:avLst/>
          </a:prstGeom>
          <a:noFill/>
        </p:spPr>
        <p:txBody>
          <a:bodyPr wrap="square" lIns="0" tIns="0" rIns="0" bIns="0" rtlCol="0">
            <a:spAutoFit/>
          </a:bodyPr>
          <a:lstStyle/>
          <a:p>
            <a:pPr marL="285750" marR="0" indent="-285750">
              <a:lnSpc>
                <a:spcPct val="150000"/>
              </a:lnSpc>
              <a:spcBef>
                <a:spcPts val="0"/>
              </a:spcBef>
              <a:spcAft>
                <a:spcPts val="1560"/>
              </a:spcAft>
              <a:buFont typeface="Wingdings" panose="05000000000000000000" pitchFamily="2" charset="2"/>
              <a:buChar char="v"/>
            </a:pPr>
            <a:r>
              <a:rPr lang="en-US" sz="2000" dirty="0" err="1">
                <a:latin typeface="Noto Sans" panose="020B0502040504020204" pitchFamily="34" charset="0"/>
                <a:ea typeface="Noto Sans" panose="020B0502040504020204" pitchFamily="34" charset="0"/>
                <a:cs typeface="Noto Sans" panose="020B0502040504020204" pitchFamily="34" charset="0"/>
              </a:rPr>
              <a:t>C</a:t>
            </a:r>
            <a:r>
              <a:rPr lang="en-US" sz="2000" dirty="0" err="1">
                <a:effectLst/>
                <a:latin typeface="Noto Sans" panose="020B0502040504020204" pitchFamily="34" charset="0"/>
                <a:ea typeface="Noto Sans" panose="020B0502040504020204" pitchFamily="34" charset="0"/>
                <a:cs typeface="Noto Sans" panose="020B0502040504020204" pitchFamily="34" charset="0"/>
              </a:rPr>
              <a:t>ó</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thể</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tạo</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ảo</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theo</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một</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số</a:t>
            </a:r>
            <a:r>
              <a:rPr lang="en-US" sz="2000" dirty="0">
                <a:effectLst/>
                <a:latin typeface="Noto Sans" panose="020B0502040504020204" pitchFamily="34" charset="0"/>
                <a:ea typeface="Noto Sans" panose="020B0502040504020204" pitchFamily="34" charset="0"/>
                <a:cs typeface="Noto Sans" panose="020B0502040504020204" pitchFamily="34" charset="0"/>
              </a:rPr>
              <a:t> </a:t>
            </a:r>
            <a:r>
              <a:rPr lang="en-US" sz="2000" dirty="0" err="1">
                <a:effectLst/>
                <a:latin typeface="Noto Sans" panose="020B0502040504020204" pitchFamily="34" charset="0"/>
                <a:ea typeface="Noto Sans" panose="020B0502040504020204" pitchFamily="34" charset="0"/>
                <a:cs typeface="Noto Sans" panose="020B0502040504020204" pitchFamily="34" charset="0"/>
              </a:rPr>
              <a:t>cách</a:t>
            </a:r>
            <a:r>
              <a:rPr lang="en-US" sz="2000" dirty="0">
                <a:effectLst/>
                <a:latin typeface="Noto Sans" panose="020B0502040504020204" pitchFamily="34" charset="0"/>
                <a:ea typeface="Noto Sans" panose="020B0502040504020204" pitchFamily="34" charset="0"/>
                <a:cs typeface="Noto Sans" panose="020B0502040504020204" pitchFamily="34" charset="0"/>
              </a:rPr>
              <a:t>:</a:t>
            </a:r>
          </a:p>
          <a:p>
            <a:pPr marL="285750" marR="0" indent="-285750">
              <a:lnSpc>
                <a:spcPct val="150000"/>
              </a:lnSpc>
              <a:spcBef>
                <a:spcPts val="0"/>
              </a:spcBef>
              <a:spcAft>
                <a:spcPts val="1560"/>
              </a:spcAft>
              <a:buFont typeface="Wingdings" panose="05000000000000000000" pitchFamily="2" charset="2"/>
              <a:buChar char="q"/>
            </a:pPr>
            <a:r>
              <a:rPr lang="en-US" sz="1700" dirty="0" err="1">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Trình</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Hướng</a:t>
            </a:r>
            <a:r>
              <a:rPr lang="en-US" sz="1700" dirty="0">
                <a:effectLst/>
                <a:latin typeface="Noto Sans" panose="020B0502040504020204" pitchFamily="34" charset="0"/>
                <a:ea typeface="Noto Sans" panose="020B0502040504020204" pitchFamily="34" charset="0"/>
                <a:cs typeface="Noto Sans" panose="020B0502040504020204" pitchFamily="34" charset="0"/>
              </a:rPr>
              <a:t> Dẫn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Mới</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b="1" dirty="0">
                <a:effectLst/>
                <a:latin typeface="Noto Sans" panose="020B0502040504020204" pitchFamily="34" charset="0"/>
                <a:ea typeface="Noto Sans" panose="020B0502040504020204" pitchFamily="34" charset="0"/>
                <a:cs typeface="Noto Sans" panose="020B0502040504020204" pitchFamily="34" charset="0"/>
              </a:rPr>
              <a:t>New Virtual Machine Wizard</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tạo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những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đơn</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lẻ</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bằng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cách</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effectLst/>
                <a:latin typeface="Noto Sans" panose="020B0502040504020204" pitchFamily="34" charset="0"/>
                <a:ea typeface="Noto Sans" panose="020B0502040504020204" pitchFamily="34" charset="0"/>
                <a:cs typeface="Noto Sans" panose="020B0502040504020204" pitchFamily="34" charset="0"/>
              </a:rPr>
              <a:t>:</a:t>
            </a:r>
            <a:br>
              <a:rPr lang="en-US" sz="1700" dirty="0">
                <a:effectLst/>
                <a:latin typeface="Noto Sans" panose="020B0502040504020204" pitchFamily="34" charset="0"/>
                <a:ea typeface="Noto Sans" panose="020B0502040504020204" pitchFamily="34" charset="0"/>
                <a:cs typeface="Noto Sans" panose="020B0502040504020204" pitchFamily="34" charset="0"/>
              </a:rPr>
            </a:br>
            <a:r>
              <a:rPr lang="en-US" sz="1700" b="1" dirty="0">
                <a:effectLst/>
                <a:latin typeface="Noto Sans" panose="020B0502040504020204" pitchFamily="34" charset="0"/>
                <a:ea typeface="Noto Sans" panose="020B0502040504020204" pitchFamily="34" charset="0"/>
                <a:cs typeface="Noto Sans" panose="020B0502040504020204" pitchFamily="34" charset="0"/>
              </a:rPr>
              <a:t>– The vSphere Client</a:t>
            </a:r>
            <a:br>
              <a:rPr lang="en-US" sz="1700" b="1" dirty="0">
                <a:effectLst/>
                <a:latin typeface="Noto Sans" panose="020B0502040504020204" pitchFamily="34" charset="0"/>
                <a:ea typeface="Noto Sans" panose="020B0502040504020204" pitchFamily="34" charset="0"/>
                <a:cs typeface="Noto Sans" panose="020B0502040504020204" pitchFamily="34" charset="0"/>
              </a:rPr>
            </a:br>
            <a:r>
              <a:rPr lang="en-US" sz="1700" b="1" dirty="0">
                <a:effectLst/>
                <a:latin typeface="Noto Sans" panose="020B0502040504020204" pitchFamily="34" charset="0"/>
                <a:ea typeface="Noto Sans" panose="020B0502040504020204" pitchFamily="34" charset="0"/>
                <a:cs typeface="Noto Sans" panose="020B0502040504020204" pitchFamily="34" charset="0"/>
              </a:rPr>
              <a:t>– VMware Host Client</a:t>
            </a:r>
          </a:p>
          <a:p>
            <a:pPr marL="285750" marR="0" indent="-285750">
              <a:lnSpc>
                <a:spcPct val="150000"/>
              </a:lnSpc>
              <a:spcBef>
                <a:spcPts val="0"/>
              </a:spcBef>
              <a:spcAft>
                <a:spcPts val="1560"/>
              </a:spcAft>
              <a:buFont typeface="Wingdings" panose="05000000000000000000" pitchFamily="2" charset="2"/>
              <a:buChar char="q"/>
            </a:pPr>
            <a:r>
              <a:rPr lang="en-US" sz="1700" dirty="0" err="1">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b="1" dirty="0">
                <a:effectLst/>
                <a:latin typeface="Noto Sans" panose="020B0502040504020204" pitchFamily="34" charset="0"/>
                <a:ea typeface="Noto Sans" panose="020B0502040504020204" pitchFamily="34" charset="0"/>
                <a:cs typeface="Noto Sans" panose="020B0502040504020204" pitchFamily="34" charset="0"/>
              </a:rPr>
              <a:t>vSphere Client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triển</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khai</a:t>
            </a:r>
            <a:r>
              <a:rPr lang="en-US" sz="1700" dirty="0">
                <a:effectLst/>
                <a:latin typeface="Noto Sans" panose="020B0502040504020204" pitchFamily="34" charset="0"/>
                <a:ea typeface="Noto Sans" panose="020B0502040504020204" pitchFamily="34" charset="0"/>
                <a:cs typeface="Noto Sans" panose="020B0502040504020204" pitchFamily="34" charset="0"/>
              </a:rPr>
              <a:t> VM ở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các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định</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dạng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sau</a:t>
            </a:r>
            <a:r>
              <a:rPr lang="en-US" sz="1700" dirty="0">
                <a:effectLst/>
                <a:latin typeface="Noto Sans" panose="020B0502040504020204" pitchFamily="34" charset="0"/>
                <a:ea typeface="Noto Sans" panose="020B0502040504020204" pitchFamily="34" charset="0"/>
                <a:cs typeface="Noto Sans" panose="020B0502040504020204" pitchFamily="34" charset="0"/>
              </a:rPr>
              <a:t>:</a:t>
            </a:r>
            <a:br>
              <a:rPr lang="en-US" sz="1700" dirty="0">
                <a:effectLst/>
                <a:latin typeface="Noto Sans" panose="020B0502040504020204" pitchFamily="34" charset="0"/>
                <a:ea typeface="Noto Sans" panose="020B0502040504020204" pitchFamily="34" charset="0"/>
                <a:cs typeface="Noto Sans" panose="020B0502040504020204" pitchFamily="34" charset="0"/>
              </a:rPr>
            </a:b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Tạo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mới</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từ</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các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b="1" dirty="0">
                <a:effectLst/>
                <a:latin typeface="Noto Sans" panose="020B0502040504020204" pitchFamily="34" charset="0"/>
                <a:ea typeface="Noto Sans" panose="020B0502040504020204" pitchFamily="34" charset="0"/>
                <a:cs typeface="Noto Sans" panose="020B0502040504020204" pitchFamily="34" charset="0"/>
              </a:rPr>
              <a:t>templates</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hiện</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có</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hoặc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b="1" dirty="0">
                <a:effectLst/>
                <a:latin typeface="Noto Sans" panose="020B0502040504020204" pitchFamily="34" charset="0"/>
                <a:ea typeface="Noto Sans" panose="020B0502040504020204" pitchFamily="34" charset="0"/>
                <a:cs typeface="Noto Sans" panose="020B0502040504020204" pitchFamily="34" charset="0"/>
              </a:rPr>
              <a:t>clone (</a:t>
            </a:r>
            <a:r>
              <a:rPr lang="en-US" sz="1700" b="1" dirty="0" err="1">
                <a:effectLst/>
                <a:latin typeface="Noto Sans" panose="020B0502040504020204" pitchFamily="34" charset="0"/>
                <a:ea typeface="Noto Sans" panose="020B0502040504020204" pitchFamily="34" charset="0"/>
                <a:cs typeface="Noto Sans" panose="020B0502040504020204" pitchFamily="34" charset="0"/>
              </a:rPr>
              <a:t>nhân</a:t>
            </a:r>
            <a:r>
              <a:rPr lang="en-US" sz="1700" b="1" dirty="0">
                <a:effectLst/>
                <a:latin typeface="Noto Sans" panose="020B0502040504020204" pitchFamily="34" charset="0"/>
                <a:ea typeface="Noto Sans" panose="020B0502040504020204" pitchFamily="34" charset="0"/>
                <a:cs typeface="Noto Sans" panose="020B0502040504020204" pitchFamily="34" charset="0"/>
              </a:rPr>
              <a:t> </a:t>
            </a:r>
            <a:r>
              <a:rPr lang="en-US" sz="1700" b="1" dirty="0" err="1">
                <a:effectLst/>
                <a:latin typeface="Noto Sans" panose="020B0502040504020204" pitchFamily="34" charset="0"/>
                <a:ea typeface="Noto Sans" panose="020B0502040504020204" pitchFamily="34" charset="0"/>
                <a:cs typeface="Noto Sans" panose="020B0502040504020204" pitchFamily="34" charset="0"/>
              </a:rPr>
              <a:t>bản</a:t>
            </a:r>
            <a:r>
              <a:rPr lang="en-US" sz="1700" b="1" dirty="0">
                <a:effectLst/>
                <a:latin typeface="Noto Sans" panose="020B0502040504020204" pitchFamily="34" charset="0"/>
                <a:ea typeface="Noto Sans" panose="020B0502040504020204" pitchFamily="34" charset="0"/>
                <a:cs typeface="Noto Sans" panose="020B0502040504020204" pitchFamily="34" charset="0"/>
              </a:rPr>
              <a:t>)</a:t>
            </a:r>
            <a:br>
              <a:rPr lang="en-US" sz="1700" b="1" dirty="0">
                <a:effectLst/>
                <a:latin typeface="Noto Sans" panose="020B0502040504020204" pitchFamily="34" charset="0"/>
                <a:ea typeface="Noto Sans" panose="020B0502040504020204" pitchFamily="34" charset="0"/>
                <a:cs typeface="Noto Sans" panose="020B0502040504020204" pitchFamily="34" charset="0"/>
              </a:rPr>
            </a:b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Mở</a:t>
            </a:r>
            <a:r>
              <a:rPr lang="en-US" sz="1700" dirty="0">
                <a:effectLst/>
                <a:latin typeface="Noto Sans" panose="020B0502040504020204" pitchFamily="34" charset="0"/>
                <a:ea typeface="Noto Sans" panose="020B0502040504020204" pitchFamily="34" charset="0"/>
                <a:cs typeface="Noto Sans" panose="020B0502040504020204" pitchFamily="34" charset="0"/>
              </a:rPr>
              <a:t> VMs, virtual appliances,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vApps</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được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lưu</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trữ</a:t>
            </a:r>
            <a:r>
              <a:rPr lang="en-US" sz="1700" dirty="0">
                <a:effectLst/>
                <a:latin typeface="Noto Sans" panose="020B0502040504020204" pitchFamily="34" charset="0"/>
                <a:ea typeface="Noto Sans" panose="020B0502040504020204" pitchFamily="34" charset="0"/>
                <a:cs typeface="Noto Sans" panose="020B0502040504020204" pitchFamily="34" charset="0"/>
              </a:rPr>
              <a:t> ở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định</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dạng</a:t>
            </a:r>
            <a:r>
              <a:rPr lang="en-US" sz="1700" dirty="0">
                <a:effectLst/>
                <a:latin typeface="Noto Sans" panose="020B0502040504020204" pitchFamily="34" charset="0"/>
                <a:ea typeface="Noto Sans" panose="020B0502040504020204" pitchFamily="34" charset="0"/>
                <a:cs typeface="Noto Sans" panose="020B0502040504020204" pitchFamily="34" charset="0"/>
              </a:rPr>
              <a:t> OVF</a:t>
            </a:r>
          </a:p>
        </p:txBody>
      </p:sp>
    </p:spTree>
    <p:extLst>
      <p:ext uri="{BB962C8B-B14F-4D97-AF65-F5344CB8AC3E}">
        <p14:creationId xmlns:p14="http://schemas.microsoft.com/office/powerpoint/2010/main" val="370074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677A476F-CF58-A433-9FAA-7A3E76AB5FE0}"/>
              </a:ext>
            </a:extLst>
          </p:cNvPr>
          <p:cNvSpPr txBox="1">
            <a:spLocks noChangeArrowheads="1"/>
          </p:cNvSpPr>
          <p:nvPr/>
        </p:nvSpPr>
        <p:spPr bwMode="auto">
          <a:xfrm>
            <a:off x="838200" y="228600"/>
            <a:ext cx="45255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sz="2000" kern="0" err="1">
                <a:solidFill>
                  <a:srgbClr val="339933"/>
                </a:solidFill>
                <a:latin typeface="Bahnschrift SemiLight SemiConde" panose="020B0502040204020203" pitchFamily="34" charset="0"/>
                <a:ea typeface="微软雅黑"/>
                <a:cs typeface="+mn-ea"/>
              </a:rPr>
              <a:t>Tạo</a:t>
            </a:r>
            <a:r>
              <a:rPr lang="en-US" sz="2000" kern="0">
                <a:solidFill>
                  <a:srgbClr val="339933"/>
                </a:solidFill>
                <a:latin typeface="Bahnschrift SemiLight SemiConde" panose="020B0502040204020203" pitchFamily="34" charset="0"/>
                <a:ea typeface="微软雅黑"/>
                <a:cs typeface="+mn-ea"/>
              </a:rPr>
              <a:t> </a:t>
            </a:r>
            <a:r>
              <a:rPr lang="en-US" sz="2000" kern="0" err="1">
                <a:solidFill>
                  <a:srgbClr val="339933"/>
                </a:solidFill>
                <a:latin typeface="Bahnschrift SemiLight SemiConde" panose="020B0502040204020203" pitchFamily="34" charset="0"/>
                <a:ea typeface="微软雅黑"/>
                <a:cs typeface="+mn-ea"/>
              </a:rPr>
              <a:t>máy</a:t>
            </a:r>
            <a:r>
              <a:rPr lang="en-US" sz="2000" kern="0">
                <a:solidFill>
                  <a:srgbClr val="339933"/>
                </a:solidFill>
                <a:latin typeface="Bahnschrift SemiLight SemiConde" panose="020B0502040204020203" pitchFamily="34" charset="0"/>
                <a:ea typeface="微软雅黑"/>
                <a:cs typeface="+mn-ea"/>
              </a:rPr>
              <a:t> </a:t>
            </a:r>
            <a:r>
              <a:rPr lang="en-US" sz="2000" kern="0" err="1">
                <a:solidFill>
                  <a:srgbClr val="339933"/>
                </a:solidFill>
                <a:latin typeface="Bahnschrift SemiLight SemiConde" panose="020B0502040204020203" pitchFamily="34" charset="0"/>
                <a:ea typeface="微软雅黑"/>
                <a:cs typeface="+mn-ea"/>
              </a:rPr>
              <a:t>ảo</a:t>
            </a:r>
            <a:r>
              <a:rPr lang="en-US" sz="2000" kern="0">
                <a:solidFill>
                  <a:srgbClr val="339933"/>
                </a:solidFill>
                <a:latin typeface="Bahnschrift SemiLight SemiConde" panose="020B0502040204020203" pitchFamily="34" charset="0"/>
                <a:ea typeface="微软雅黑"/>
                <a:cs typeface="+mn-ea"/>
              </a:rPr>
              <a:t> </a:t>
            </a:r>
            <a:r>
              <a:rPr lang="en-US" sz="2000" kern="0" err="1">
                <a:solidFill>
                  <a:srgbClr val="339933"/>
                </a:solidFill>
                <a:latin typeface="Bahnschrift SemiLight SemiConde" panose="020B0502040204020203" pitchFamily="34" charset="0"/>
                <a:ea typeface="微软雅黑"/>
                <a:cs typeface="+mn-ea"/>
              </a:rPr>
              <a:t>với</a:t>
            </a:r>
            <a:r>
              <a:rPr lang="en-US" sz="2000" kern="0">
                <a:solidFill>
                  <a:srgbClr val="339933"/>
                </a:solidFill>
                <a:latin typeface="Bahnschrift SemiLight SemiConde" panose="020B0502040204020203" pitchFamily="34" charset="0"/>
                <a:ea typeface="微软雅黑"/>
                <a:cs typeface="+mn-ea"/>
              </a:rPr>
              <a:t> New Virtual Machine Wizard</a:t>
            </a:r>
            <a:endParaRPr lang="zh-CN" altLang="en-US" sz="2000" kern="0">
              <a:solidFill>
                <a:srgbClr val="339933"/>
              </a:solidFill>
              <a:latin typeface="Bahnschrift SemiLight SemiConde" panose="020B0502040204020203" pitchFamily="34" charset="0"/>
              <a:ea typeface="微软雅黑"/>
              <a:cs typeface="+mn-ea"/>
              <a:sym typeface="+mn-lt"/>
            </a:endParaRPr>
          </a:p>
        </p:txBody>
      </p:sp>
      <p:pic>
        <p:nvPicPr>
          <p:cNvPr id="3" name="Picture 2">
            <a:hlinkClick r:id="rId2"/>
            <a:extLst>
              <a:ext uri="{FF2B5EF4-FFF2-40B4-BE49-F238E27FC236}">
                <a16:creationId xmlns:a16="http://schemas.microsoft.com/office/drawing/2014/main" id="{C57F2EF4-46E2-3786-41FD-55DA1F1B477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1" y="1988079"/>
            <a:ext cx="10210800" cy="3644688"/>
          </a:xfrm>
          <a:prstGeom prst="rect">
            <a:avLst/>
          </a:prstGeom>
          <a:ln>
            <a:solidFill>
              <a:schemeClr val="tx2">
                <a:lumMod val="50000"/>
              </a:schemeClr>
            </a:solidFill>
          </a:ln>
        </p:spPr>
      </p:pic>
      <p:sp>
        <p:nvSpPr>
          <p:cNvPr id="6" name="TextBox 5">
            <a:extLst>
              <a:ext uri="{FF2B5EF4-FFF2-40B4-BE49-F238E27FC236}">
                <a16:creationId xmlns:a16="http://schemas.microsoft.com/office/drawing/2014/main" id="{C9E84114-79F1-8623-019D-3482EAE28AFD}"/>
              </a:ext>
            </a:extLst>
          </p:cNvPr>
          <p:cNvSpPr txBox="1"/>
          <p:nvPr/>
        </p:nvSpPr>
        <p:spPr>
          <a:xfrm>
            <a:off x="990601" y="1143000"/>
            <a:ext cx="10210800" cy="815608"/>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sz="1700" dirty="0" err="1">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effectLst/>
                <a:latin typeface="Noto Sans" panose="020B0502040504020204" pitchFamily="34" charset="0"/>
                <a:ea typeface="Noto Sans" panose="020B0502040504020204" pitchFamily="34" charset="0"/>
                <a:cs typeface="Noto Sans" panose="020B0502040504020204" pitchFamily="34" charset="0"/>
              </a:rPr>
              <a:t> New Virtual Machine Wizard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trong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b="1" dirty="0">
                <a:effectLst/>
                <a:latin typeface="Noto Sans" panose="020B0502040504020204" pitchFamily="34" charset="0"/>
                <a:ea typeface="Noto Sans" panose="020B0502040504020204" pitchFamily="34" charset="0"/>
                <a:cs typeface="Noto Sans" panose="020B0502040504020204" pitchFamily="34" charset="0"/>
              </a:rPr>
              <a:t>vSphere Client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hoặc</a:t>
            </a:r>
            <a:r>
              <a:rPr lang="en-US" sz="1700" b="1" dirty="0">
                <a:effectLst/>
                <a:latin typeface="Noto Sans" panose="020B0502040504020204" pitchFamily="34" charset="0"/>
                <a:ea typeface="Noto Sans" panose="020B0502040504020204" pitchFamily="34" charset="0"/>
                <a:cs typeface="Noto Sans" panose="020B0502040504020204" pitchFamily="34" charset="0"/>
              </a:rPr>
              <a:t> VMware Host Client</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tạo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một</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ảo</a:t>
            </a:r>
            <a:endParaRPr lang="en-US" sz="1700" dirty="0">
              <a:effectLst/>
              <a:latin typeface="Noto Sans" panose="020B0502040504020204" pitchFamily="34" charset="0"/>
              <a:ea typeface="Noto Sans" panose="020B0502040504020204" pitchFamily="34" charset="0"/>
              <a:cs typeface="Noto Sans" panose="020B0502040504020204" pitchFamily="34" charset="0"/>
            </a:endParaRPr>
          </a:p>
          <a:p>
            <a:pPr algn="l"/>
            <a:endParaRPr lang="en-US" sz="1700" dirty="0"/>
          </a:p>
        </p:txBody>
      </p:sp>
    </p:spTree>
    <p:extLst>
      <p:ext uri="{BB962C8B-B14F-4D97-AF65-F5344CB8AC3E}">
        <p14:creationId xmlns:p14="http://schemas.microsoft.com/office/powerpoint/2010/main" val="3646658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0EADC6-1971-0F10-7BDE-ECEF48FBAB9C}"/>
              </a:ext>
            </a:extLst>
          </p:cNvPr>
          <p:cNvPicPr>
            <a:picLocks noChangeAspect="1"/>
          </p:cNvPicPr>
          <p:nvPr/>
        </p:nvPicPr>
        <p:blipFill>
          <a:blip r:embed="rId2"/>
          <a:stretch>
            <a:fillRect/>
          </a:stretch>
        </p:blipFill>
        <p:spPr>
          <a:xfrm>
            <a:off x="3963869" y="1270771"/>
            <a:ext cx="7536317" cy="2260214"/>
          </a:xfrm>
          <a:prstGeom prst="rect">
            <a:avLst/>
          </a:prstGeom>
          <a:ln>
            <a:solidFill>
              <a:schemeClr val="tx2">
                <a:lumMod val="50000"/>
              </a:schemeClr>
            </a:solidFill>
          </a:ln>
        </p:spPr>
      </p:pic>
      <p:pic>
        <p:nvPicPr>
          <p:cNvPr id="7" name="Picture 6">
            <a:extLst>
              <a:ext uri="{FF2B5EF4-FFF2-40B4-BE49-F238E27FC236}">
                <a16:creationId xmlns:a16="http://schemas.microsoft.com/office/drawing/2014/main" id="{E83A26F7-83E7-2CF1-8F11-669E2F4E4D52}"/>
              </a:ext>
            </a:extLst>
          </p:cNvPr>
          <p:cNvPicPr>
            <a:picLocks noChangeAspect="1"/>
          </p:cNvPicPr>
          <p:nvPr/>
        </p:nvPicPr>
        <p:blipFill>
          <a:blip r:embed="rId3"/>
          <a:stretch>
            <a:fillRect/>
          </a:stretch>
        </p:blipFill>
        <p:spPr>
          <a:xfrm>
            <a:off x="912503" y="3834492"/>
            <a:ext cx="9113446" cy="2145802"/>
          </a:xfrm>
          <a:prstGeom prst="rect">
            <a:avLst/>
          </a:prstGeom>
          <a:ln>
            <a:solidFill>
              <a:schemeClr val="tx2">
                <a:lumMod val="50000"/>
              </a:schemeClr>
            </a:solidFill>
          </a:ln>
        </p:spPr>
      </p:pic>
      <p:sp>
        <p:nvSpPr>
          <p:cNvPr id="8" name="TextBox 25">
            <a:extLst>
              <a:ext uri="{FF2B5EF4-FFF2-40B4-BE49-F238E27FC236}">
                <a16:creationId xmlns:a16="http://schemas.microsoft.com/office/drawing/2014/main" id="{328D7996-C72A-9CA5-E1E7-1AA9E43883B5}"/>
              </a:ext>
            </a:extLst>
          </p:cNvPr>
          <p:cNvSpPr txBox="1">
            <a:spLocks noChangeArrowheads="1"/>
          </p:cNvSpPr>
          <p:nvPr/>
        </p:nvSpPr>
        <p:spPr bwMode="auto">
          <a:xfrm>
            <a:off x="838200" y="228600"/>
            <a:ext cx="45255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sz="2000" kern="0" dirty="0" err="1">
                <a:solidFill>
                  <a:srgbClr val="339933"/>
                </a:solidFill>
                <a:latin typeface="Bahnschrift SemiLight SemiConde" panose="020B0502040204020203" pitchFamily="34" charset="0"/>
                <a:ea typeface="微软雅黑"/>
                <a:cs typeface="+mn-ea"/>
              </a:rPr>
              <a:t>Tạo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máy</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ảo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với</a:t>
            </a:r>
            <a:r>
              <a:rPr lang="en-US" sz="2000" kern="0" dirty="0">
                <a:solidFill>
                  <a:srgbClr val="339933"/>
                </a:solidFill>
                <a:latin typeface="Bahnschrift SemiLight SemiConde" panose="020B0502040204020203" pitchFamily="34" charset="0"/>
                <a:ea typeface="微软雅黑"/>
                <a:cs typeface="+mn-ea"/>
              </a:rPr>
              <a:t> New Virtual Machine Wizard</a:t>
            </a:r>
            <a:endParaRPr lang="zh-CN" altLang="en-US" sz="2000" kern="0" dirty="0">
              <a:solidFill>
                <a:srgbClr val="339933"/>
              </a:solidFill>
              <a:latin typeface="Bahnschrift SemiLight SemiConde" panose="020B0502040204020203" pitchFamily="34" charset="0"/>
              <a:ea typeface="微软雅黑"/>
              <a:cs typeface="+mn-ea"/>
              <a:sym typeface="+mn-lt"/>
            </a:endParaRPr>
          </a:p>
        </p:txBody>
      </p:sp>
      <p:sp>
        <p:nvSpPr>
          <p:cNvPr id="9" name="TextBox 8">
            <a:extLst>
              <a:ext uri="{FF2B5EF4-FFF2-40B4-BE49-F238E27FC236}">
                <a16:creationId xmlns:a16="http://schemas.microsoft.com/office/drawing/2014/main" id="{D2046B77-3954-2F18-EA63-D0CA4AA95109}"/>
              </a:ext>
            </a:extLst>
          </p:cNvPr>
          <p:cNvSpPr txBox="1"/>
          <p:nvPr/>
        </p:nvSpPr>
        <p:spPr>
          <a:xfrm>
            <a:off x="999931" y="1270771"/>
            <a:ext cx="2452395" cy="538609"/>
          </a:xfrm>
          <a:prstGeom prst="rect">
            <a:avLst/>
          </a:prstGeom>
          <a:noFill/>
        </p:spPr>
        <p:txBody>
          <a:bodyPr wrap="square" lIns="0" tIns="0" rIns="0" bIns="0" rtlCol="0">
            <a:spAutoFit/>
          </a:bodyPr>
          <a:lstStyle/>
          <a:p>
            <a:r>
              <a:rPr lang="en-US" dirty="0" err="1">
                <a:solidFill>
                  <a:srgbClr val="777777"/>
                </a:solidFill>
                <a:latin typeface="Montserrat" panose="00000500000000000000" pitchFamily="2" charset="0"/>
                <a:ea typeface="Times New Roman" panose="02020603050405020304" pitchFamily="18" charset="0"/>
              </a:rPr>
              <a:t>Đặt</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tên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cho</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máy</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ảo</a:t>
            </a:r>
            <a:endParaRPr lang="en-US" sz="1800" dirty="0">
              <a:effectLst/>
              <a:latin typeface="Montserrat" panose="00000500000000000000" pitchFamily="2" charset="0"/>
              <a:ea typeface="Times New Roman" panose="02020603050405020304" pitchFamily="18" charset="0"/>
            </a:endParaRPr>
          </a:p>
          <a:p>
            <a:pPr algn="l"/>
            <a:endParaRPr lang="en-US" sz="1700" dirty="0">
              <a:solidFill>
                <a:schemeClr val="tx1">
                  <a:lumMod val="50000"/>
                  <a:lumOff val="50000"/>
                </a:schemeClr>
              </a:solidFill>
            </a:endParaRPr>
          </a:p>
        </p:txBody>
      </p:sp>
      <p:sp>
        <p:nvSpPr>
          <p:cNvPr id="11" name="TextBox 10">
            <a:extLst>
              <a:ext uri="{FF2B5EF4-FFF2-40B4-BE49-F238E27FC236}">
                <a16:creationId xmlns:a16="http://schemas.microsoft.com/office/drawing/2014/main" id="{21BFD9FB-484E-9F34-0BB7-B370F4EAF939}"/>
              </a:ext>
            </a:extLst>
          </p:cNvPr>
          <p:cNvSpPr txBox="1"/>
          <p:nvPr/>
        </p:nvSpPr>
        <p:spPr>
          <a:xfrm>
            <a:off x="999930" y="3144129"/>
            <a:ext cx="2452395" cy="538609"/>
          </a:xfrm>
          <a:prstGeom prst="rect">
            <a:avLst/>
          </a:prstGeom>
          <a:noFill/>
        </p:spPr>
        <p:txBody>
          <a:bodyPr wrap="square" lIns="0" tIns="0" rIns="0" bIns="0" rtlCol="0">
            <a:spAutoFit/>
          </a:bodyPr>
          <a:lstStyle/>
          <a:p>
            <a:r>
              <a:rPr lang="en-US" dirty="0" err="1">
                <a:solidFill>
                  <a:srgbClr val="777777"/>
                </a:solidFill>
                <a:latin typeface="Montserrat" panose="00000500000000000000" pitchFamily="2" charset="0"/>
                <a:ea typeface="Times New Roman" panose="02020603050405020304" pitchFamily="18" charset="0"/>
              </a:rPr>
              <a:t>Chọn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máy</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chủ</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vật</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lý</a:t>
            </a:r>
            <a:endParaRPr lang="en-US" sz="1800" dirty="0">
              <a:effectLst/>
              <a:latin typeface="Montserrat" panose="00000500000000000000" pitchFamily="2" charset="0"/>
              <a:ea typeface="Times New Roman" panose="02020603050405020304" pitchFamily="18" charset="0"/>
            </a:endParaRPr>
          </a:p>
          <a:p>
            <a:pPr algn="l"/>
            <a:endParaRPr lang="en-US" sz="1700" dirty="0">
              <a:solidFill>
                <a:schemeClr val="tx1">
                  <a:lumMod val="50000"/>
                  <a:lumOff val="50000"/>
                </a:schemeClr>
              </a:solidFill>
            </a:endParaRPr>
          </a:p>
        </p:txBody>
      </p:sp>
      <p:cxnSp>
        <p:nvCxnSpPr>
          <p:cNvPr id="13" name="Straight Arrow Connector 12">
            <a:extLst>
              <a:ext uri="{FF2B5EF4-FFF2-40B4-BE49-F238E27FC236}">
                <a16:creationId xmlns:a16="http://schemas.microsoft.com/office/drawing/2014/main" id="{7832E511-F020-6AE2-3850-D70560CCF37A}"/>
              </a:ext>
            </a:extLst>
          </p:cNvPr>
          <p:cNvCxnSpPr>
            <a:cxnSpLocks/>
          </p:cNvCxnSpPr>
          <p:nvPr/>
        </p:nvCxnSpPr>
        <p:spPr>
          <a:xfrm flipV="1">
            <a:off x="2232128" y="1677918"/>
            <a:ext cx="1737742" cy="3709"/>
          </a:xfrm>
          <a:prstGeom prst="straightConnector1">
            <a:avLst/>
          </a:prstGeom>
          <a:ln w="28575">
            <a:solidFill>
              <a:srgbClr val="FF0000"/>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DD4D343-C895-D67E-92DA-3F9C1D0F7D96}"/>
              </a:ext>
            </a:extLst>
          </p:cNvPr>
          <p:cNvCxnSpPr>
            <a:cxnSpLocks/>
            <a:stCxn id="28" idx="1"/>
          </p:cNvCxnSpPr>
          <p:nvPr/>
        </p:nvCxnSpPr>
        <p:spPr>
          <a:xfrm>
            <a:off x="2226127" y="3562965"/>
            <a:ext cx="1612448" cy="345074"/>
          </a:xfrm>
          <a:prstGeom prst="straightConnector1">
            <a:avLst/>
          </a:prstGeom>
          <a:ln w="28575">
            <a:solidFill>
              <a:srgbClr val="FF0000"/>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27" name="Heptagon 26">
            <a:extLst>
              <a:ext uri="{FF2B5EF4-FFF2-40B4-BE49-F238E27FC236}">
                <a16:creationId xmlns:a16="http://schemas.microsoft.com/office/drawing/2014/main" id="{F41B50E0-013A-8AD1-2C3E-04B33791CF96}"/>
              </a:ext>
            </a:extLst>
          </p:cNvPr>
          <p:cNvSpPr/>
          <p:nvPr/>
        </p:nvSpPr>
        <p:spPr>
          <a:xfrm>
            <a:off x="1947820" y="1553175"/>
            <a:ext cx="278307" cy="249486"/>
          </a:xfrm>
          <a:prstGeom prst="heptago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1</a:t>
            </a:r>
          </a:p>
        </p:txBody>
      </p:sp>
      <p:sp>
        <p:nvSpPr>
          <p:cNvPr id="28" name="Heptagon 27">
            <a:extLst>
              <a:ext uri="{FF2B5EF4-FFF2-40B4-BE49-F238E27FC236}">
                <a16:creationId xmlns:a16="http://schemas.microsoft.com/office/drawing/2014/main" id="{65510B14-A95C-6DA0-48A2-8790177C1B83}"/>
              </a:ext>
            </a:extLst>
          </p:cNvPr>
          <p:cNvSpPr/>
          <p:nvPr/>
        </p:nvSpPr>
        <p:spPr>
          <a:xfrm>
            <a:off x="1947819" y="3402519"/>
            <a:ext cx="278307" cy="249486"/>
          </a:xfrm>
          <a:prstGeom prst="heptago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2</a:t>
            </a:r>
          </a:p>
        </p:txBody>
      </p:sp>
    </p:spTree>
    <p:extLst>
      <p:ext uri="{BB962C8B-B14F-4D97-AF65-F5344CB8AC3E}">
        <p14:creationId xmlns:p14="http://schemas.microsoft.com/office/powerpoint/2010/main" val="901265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F77896-0AE2-F687-67F0-4387C6F19940}"/>
              </a:ext>
            </a:extLst>
          </p:cNvPr>
          <p:cNvPicPr>
            <a:picLocks noChangeAspect="1"/>
          </p:cNvPicPr>
          <p:nvPr/>
        </p:nvPicPr>
        <p:blipFill>
          <a:blip r:embed="rId2"/>
          <a:stretch>
            <a:fillRect/>
          </a:stretch>
        </p:blipFill>
        <p:spPr>
          <a:xfrm>
            <a:off x="4440012" y="1118391"/>
            <a:ext cx="7064634" cy="3013047"/>
          </a:xfrm>
          <a:prstGeom prst="rect">
            <a:avLst/>
          </a:prstGeom>
          <a:ln>
            <a:solidFill>
              <a:schemeClr val="tx2">
                <a:lumMod val="50000"/>
              </a:schemeClr>
            </a:solidFill>
          </a:ln>
        </p:spPr>
      </p:pic>
      <p:pic>
        <p:nvPicPr>
          <p:cNvPr id="5" name="Picture 4">
            <a:extLst>
              <a:ext uri="{FF2B5EF4-FFF2-40B4-BE49-F238E27FC236}">
                <a16:creationId xmlns:a16="http://schemas.microsoft.com/office/drawing/2014/main" id="{3AECBB21-C493-452B-9C07-318A3435D357}"/>
              </a:ext>
            </a:extLst>
          </p:cNvPr>
          <p:cNvPicPr>
            <a:picLocks noChangeAspect="1"/>
          </p:cNvPicPr>
          <p:nvPr/>
        </p:nvPicPr>
        <p:blipFill>
          <a:blip r:embed="rId3"/>
          <a:stretch>
            <a:fillRect/>
          </a:stretch>
        </p:blipFill>
        <p:spPr>
          <a:xfrm>
            <a:off x="838200" y="4282565"/>
            <a:ext cx="8545150" cy="1999765"/>
          </a:xfrm>
          <a:prstGeom prst="rect">
            <a:avLst/>
          </a:prstGeom>
          <a:ln>
            <a:solidFill>
              <a:schemeClr val="tx2">
                <a:lumMod val="50000"/>
              </a:schemeClr>
            </a:solidFill>
          </a:ln>
        </p:spPr>
      </p:pic>
      <p:sp>
        <p:nvSpPr>
          <p:cNvPr id="6" name="TextBox 25">
            <a:extLst>
              <a:ext uri="{FF2B5EF4-FFF2-40B4-BE49-F238E27FC236}">
                <a16:creationId xmlns:a16="http://schemas.microsoft.com/office/drawing/2014/main" id="{4D19EC9E-26CC-FABF-7B81-913C948866BB}"/>
              </a:ext>
            </a:extLst>
          </p:cNvPr>
          <p:cNvSpPr txBox="1">
            <a:spLocks noChangeArrowheads="1"/>
          </p:cNvSpPr>
          <p:nvPr/>
        </p:nvSpPr>
        <p:spPr bwMode="auto">
          <a:xfrm>
            <a:off x="838200" y="228600"/>
            <a:ext cx="45255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sz="2000" kern="0" dirty="0" err="1">
                <a:solidFill>
                  <a:srgbClr val="339933"/>
                </a:solidFill>
                <a:latin typeface="Bahnschrift SemiLight SemiConde" panose="020B0502040204020203" pitchFamily="34" charset="0"/>
                <a:ea typeface="微软雅黑"/>
                <a:cs typeface="+mn-ea"/>
              </a:rPr>
              <a:t>Tạo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máy</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ảo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với</a:t>
            </a:r>
            <a:r>
              <a:rPr lang="en-US" sz="2000" kern="0" dirty="0">
                <a:solidFill>
                  <a:srgbClr val="339933"/>
                </a:solidFill>
                <a:latin typeface="Bahnschrift SemiLight SemiConde" panose="020B0502040204020203" pitchFamily="34" charset="0"/>
                <a:ea typeface="微软雅黑"/>
                <a:cs typeface="+mn-ea"/>
              </a:rPr>
              <a:t> New Virtual Machine Wizard</a:t>
            </a:r>
            <a:endParaRPr lang="zh-CN" altLang="en-US" sz="2000" kern="0" dirty="0">
              <a:solidFill>
                <a:srgbClr val="339933"/>
              </a:solidFill>
              <a:latin typeface="Bahnschrift SemiLight SemiConde" panose="020B0502040204020203" pitchFamily="34" charset="0"/>
              <a:ea typeface="微软雅黑"/>
              <a:cs typeface="+mn-ea"/>
              <a:sym typeface="+mn-lt"/>
            </a:endParaRPr>
          </a:p>
        </p:txBody>
      </p:sp>
      <p:cxnSp>
        <p:nvCxnSpPr>
          <p:cNvPr id="7" name="Straight Arrow Connector 6">
            <a:extLst>
              <a:ext uri="{FF2B5EF4-FFF2-40B4-BE49-F238E27FC236}">
                <a16:creationId xmlns:a16="http://schemas.microsoft.com/office/drawing/2014/main" id="{923C630B-87AD-EF45-0D17-C7F0D1DFF5E3}"/>
              </a:ext>
            </a:extLst>
          </p:cNvPr>
          <p:cNvCxnSpPr>
            <a:cxnSpLocks/>
            <a:stCxn id="8" idx="1"/>
          </p:cNvCxnSpPr>
          <p:nvPr/>
        </p:nvCxnSpPr>
        <p:spPr>
          <a:xfrm>
            <a:off x="1311727" y="1278837"/>
            <a:ext cx="2831648" cy="0"/>
          </a:xfrm>
          <a:prstGeom prst="straightConnector1">
            <a:avLst/>
          </a:prstGeom>
          <a:ln w="28575">
            <a:solidFill>
              <a:srgbClr val="FF0000"/>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8" name="Heptagon 7">
            <a:extLst>
              <a:ext uri="{FF2B5EF4-FFF2-40B4-BE49-F238E27FC236}">
                <a16:creationId xmlns:a16="http://schemas.microsoft.com/office/drawing/2014/main" id="{2AC8371E-DE4A-163E-9148-40234E4710C6}"/>
              </a:ext>
            </a:extLst>
          </p:cNvPr>
          <p:cNvSpPr/>
          <p:nvPr/>
        </p:nvSpPr>
        <p:spPr>
          <a:xfrm>
            <a:off x="1033419" y="1118391"/>
            <a:ext cx="278307" cy="249486"/>
          </a:xfrm>
          <a:prstGeom prst="heptago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3</a:t>
            </a:r>
          </a:p>
        </p:txBody>
      </p:sp>
      <p:sp>
        <p:nvSpPr>
          <p:cNvPr id="10" name="TextBox 9">
            <a:extLst>
              <a:ext uri="{FF2B5EF4-FFF2-40B4-BE49-F238E27FC236}">
                <a16:creationId xmlns:a16="http://schemas.microsoft.com/office/drawing/2014/main" id="{A5973C53-BFC0-7D42-DB06-D09F1A821434}"/>
              </a:ext>
            </a:extLst>
          </p:cNvPr>
          <p:cNvSpPr txBox="1"/>
          <p:nvPr/>
        </p:nvSpPr>
        <p:spPr>
          <a:xfrm>
            <a:off x="1501353" y="1367877"/>
            <a:ext cx="2452395" cy="815608"/>
          </a:xfrm>
          <a:prstGeom prst="rect">
            <a:avLst/>
          </a:prstGeom>
          <a:noFill/>
        </p:spPr>
        <p:txBody>
          <a:bodyPr wrap="square" lIns="0" tIns="0" rIns="0" bIns="0" rtlCol="0">
            <a:spAutoFit/>
          </a:bodyPr>
          <a:lstStyle/>
          <a:p>
            <a:r>
              <a:rPr lang="en-US" dirty="0" err="1">
                <a:solidFill>
                  <a:srgbClr val="777777"/>
                </a:solidFill>
                <a:latin typeface="Montserrat" panose="00000500000000000000" pitchFamily="2" charset="0"/>
                <a:ea typeface="Times New Roman" panose="02020603050405020304" pitchFamily="18" charset="0"/>
              </a:rPr>
              <a:t>Chọn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vị</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trí</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lưu</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trữ</a:t>
            </a:r>
            <a:r>
              <a:rPr lang="en-US" dirty="0">
                <a:solidFill>
                  <a:srgbClr val="777777"/>
                </a:solidFill>
                <a:latin typeface="Montserrat" panose="00000500000000000000" pitchFamily="2" charset="0"/>
                <a:ea typeface="Times New Roman" panose="02020603050405020304" pitchFamily="18" charset="0"/>
              </a:rPr>
              <a:t> (datastore)</a:t>
            </a:r>
            <a:endParaRPr lang="en-US" sz="1800" dirty="0">
              <a:effectLst/>
              <a:latin typeface="Montserrat" panose="00000500000000000000" pitchFamily="2" charset="0"/>
              <a:ea typeface="Times New Roman" panose="02020603050405020304" pitchFamily="18" charset="0"/>
            </a:endParaRPr>
          </a:p>
          <a:p>
            <a:pPr algn="l"/>
            <a:endParaRPr lang="en-US" sz="1700" dirty="0">
              <a:solidFill>
                <a:schemeClr val="tx1">
                  <a:lumMod val="50000"/>
                  <a:lumOff val="50000"/>
                </a:schemeClr>
              </a:solidFill>
            </a:endParaRPr>
          </a:p>
        </p:txBody>
      </p:sp>
      <p:cxnSp>
        <p:nvCxnSpPr>
          <p:cNvPr id="11" name="Straight Arrow Connector 10">
            <a:extLst>
              <a:ext uri="{FF2B5EF4-FFF2-40B4-BE49-F238E27FC236}">
                <a16:creationId xmlns:a16="http://schemas.microsoft.com/office/drawing/2014/main" id="{3852A8E1-62E3-6133-BB84-C2B1EB765447}"/>
              </a:ext>
            </a:extLst>
          </p:cNvPr>
          <p:cNvCxnSpPr>
            <a:cxnSpLocks/>
            <a:stCxn id="12" idx="1"/>
          </p:cNvCxnSpPr>
          <p:nvPr/>
        </p:nvCxnSpPr>
        <p:spPr>
          <a:xfrm>
            <a:off x="1320892" y="3792912"/>
            <a:ext cx="2898683" cy="489653"/>
          </a:xfrm>
          <a:prstGeom prst="straightConnector1">
            <a:avLst/>
          </a:prstGeom>
          <a:ln w="28575">
            <a:solidFill>
              <a:srgbClr val="FF0000"/>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12" name="Heptagon 11">
            <a:extLst>
              <a:ext uri="{FF2B5EF4-FFF2-40B4-BE49-F238E27FC236}">
                <a16:creationId xmlns:a16="http://schemas.microsoft.com/office/drawing/2014/main" id="{07F614B8-D91F-CA66-B175-471A4305C2E4}"/>
              </a:ext>
            </a:extLst>
          </p:cNvPr>
          <p:cNvSpPr/>
          <p:nvPr/>
        </p:nvSpPr>
        <p:spPr>
          <a:xfrm>
            <a:off x="1042584" y="3632466"/>
            <a:ext cx="278307" cy="249486"/>
          </a:xfrm>
          <a:prstGeom prst="heptago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4</a:t>
            </a:r>
          </a:p>
        </p:txBody>
      </p:sp>
      <p:sp>
        <p:nvSpPr>
          <p:cNvPr id="14" name="TextBox 13">
            <a:extLst>
              <a:ext uri="{FF2B5EF4-FFF2-40B4-BE49-F238E27FC236}">
                <a16:creationId xmlns:a16="http://schemas.microsoft.com/office/drawing/2014/main" id="{C7877F45-C1B9-F515-4F2C-83A4E7CF0814}"/>
              </a:ext>
            </a:extLst>
          </p:cNvPr>
          <p:cNvSpPr txBox="1"/>
          <p:nvPr/>
        </p:nvSpPr>
        <p:spPr>
          <a:xfrm>
            <a:off x="1541328" y="3266651"/>
            <a:ext cx="2452395" cy="815608"/>
          </a:xfrm>
          <a:prstGeom prst="rect">
            <a:avLst/>
          </a:prstGeom>
          <a:noFill/>
        </p:spPr>
        <p:txBody>
          <a:bodyPr wrap="square" lIns="0" tIns="0" rIns="0" bIns="0" rtlCol="0">
            <a:spAutoFit/>
          </a:bodyPr>
          <a:lstStyle/>
          <a:p>
            <a:pPr algn="ctr"/>
            <a:r>
              <a:rPr lang="en-US" dirty="0" err="1">
                <a:solidFill>
                  <a:srgbClr val="777777"/>
                </a:solidFill>
                <a:latin typeface="Montserrat" panose="00000500000000000000" pitchFamily="2" charset="0"/>
                <a:ea typeface="Times New Roman" panose="02020603050405020304" pitchFamily="18" charset="0"/>
              </a:rPr>
              <a:t>Chọn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phiên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bản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máy</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ảo</a:t>
            </a:r>
            <a:endParaRPr lang="en-US" sz="1800" dirty="0">
              <a:effectLst/>
              <a:latin typeface="Montserrat" panose="00000500000000000000" pitchFamily="2" charset="0"/>
              <a:ea typeface="Times New Roman" panose="02020603050405020304" pitchFamily="18" charset="0"/>
            </a:endParaRPr>
          </a:p>
          <a:p>
            <a:pPr algn="l"/>
            <a:endParaRPr lang="en-US" sz="1700" dirty="0">
              <a:solidFill>
                <a:schemeClr val="tx1">
                  <a:lumMod val="50000"/>
                  <a:lumOff val="50000"/>
                </a:schemeClr>
              </a:solidFill>
            </a:endParaRPr>
          </a:p>
        </p:txBody>
      </p:sp>
    </p:spTree>
    <p:extLst>
      <p:ext uri="{BB962C8B-B14F-4D97-AF65-F5344CB8AC3E}">
        <p14:creationId xmlns:p14="http://schemas.microsoft.com/office/powerpoint/2010/main" val="1145002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B64831-569E-CB41-933A-AE7200260E80}"/>
              </a:ext>
            </a:extLst>
          </p:cNvPr>
          <p:cNvPicPr>
            <a:picLocks noChangeAspect="1"/>
          </p:cNvPicPr>
          <p:nvPr/>
        </p:nvPicPr>
        <p:blipFill>
          <a:blip r:embed="rId3"/>
          <a:stretch>
            <a:fillRect/>
          </a:stretch>
        </p:blipFill>
        <p:spPr>
          <a:xfrm>
            <a:off x="861484" y="2258389"/>
            <a:ext cx="7024413" cy="3936759"/>
          </a:xfrm>
          <a:prstGeom prst="rect">
            <a:avLst/>
          </a:prstGeom>
          <a:ln>
            <a:solidFill>
              <a:schemeClr val="tx2">
                <a:lumMod val="50000"/>
              </a:schemeClr>
            </a:solidFill>
          </a:ln>
        </p:spPr>
      </p:pic>
      <p:pic>
        <p:nvPicPr>
          <p:cNvPr id="3" name="Picture 2">
            <a:extLst>
              <a:ext uri="{FF2B5EF4-FFF2-40B4-BE49-F238E27FC236}">
                <a16:creationId xmlns:a16="http://schemas.microsoft.com/office/drawing/2014/main" id="{BCA0C723-C0F8-85E9-17F4-B580637FBC28}"/>
              </a:ext>
            </a:extLst>
          </p:cNvPr>
          <p:cNvPicPr>
            <a:picLocks noChangeAspect="1"/>
          </p:cNvPicPr>
          <p:nvPr/>
        </p:nvPicPr>
        <p:blipFill>
          <a:blip r:embed="rId4"/>
          <a:stretch>
            <a:fillRect/>
          </a:stretch>
        </p:blipFill>
        <p:spPr>
          <a:xfrm>
            <a:off x="5119241" y="1089761"/>
            <a:ext cx="6584112" cy="1541471"/>
          </a:xfrm>
          <a:prstGeom prst="rect">
            <a:avLst/>
          </a:prstGeom>
          <a:ln>
            <a:solidFill>
              <a:schemeClr val="tx2">
                <a:lumMod val="50000"/>
              </a:schemeClr>
            </a:solidFill>
          </a:ln>
        </p:spPr>
      </p:pic>
      <p:sp>
        <p:nvSpPr>
          <p:cNvPr id="6" name="TextBox 25">
            <a:extLst>
              <a:ext uri="{FF2B5EF4-FFF2-40B4-BE49-F238E27FC236}">
                <a16:creationId xmlns:a16="http://schemas.microsoft.com/office/drawing/2014/main" id="{B61A35AB-2AC5-5161-2A38-3760C78A36B4}"/>
              </a:ext>
            </a:extLst>
          </p:cNvPr>
          <p:cNvSpPr txBox="1">
            <a:spLocks noChangeArrowheads="1"/>
          </p:cNvSpPr>
          <p:nvPr/>
        </p:nvSpPr>
        <p:spPr bwMode="auto">
          <a:xfrm>
            <a:off x="838200" y="228600"/>
            <a:ext cx="45255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sz="2000" kern="0" dirty="0" err="1">
                <a:solidFill>
                  <a:srgbClr val="339933"/>
                </a:solidFill>
                <a:latin typeface="Bahnschrift SemiLight SemiConde" panose="020B0502040204020203" pitchFamily="34" charset="0"/>
                <a:ea typeface="微软雅黑"/>
                <a:cs typeface="+mn-ea"/>
              </a:rPr>
              <a:t>Tạo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máy</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ảo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với</a:t>
            </a:r>
            <a:r>
              <a:rPr lang="en-US" sz="2000" kern="0" dirty="0">
                <a:solidFill>
                  <a:srgbClr val="339933"/>
                </a:solidFill>
                <a:latin typeface="Bahnschrift SemiLight SemiConde" panose="020B0502040204020203" pitchFamily="34" charset="0"/>
                <a:ea typeface="微软雅黑"/>
                <a:cs typeface="+mn-ea"/>
              </a:rPr>
              <a:t> New Virtual Machine Wizard</a:t>
            </a:r>
            <a:endParaRPr lang="zh-CN" altLang="en-US" sz="2000" kern="0" dirty="0">
              <a:solidFill>
                <a:srgbClr val="339933"/>
              </a:solidFill>
              <a:latin typeface="Bahnschrift SemiLight SemiConde" panose="020B0502040204020203" pitchFamily="34" charset="0"/>
              <a:ea typeface="微软雅黑"/>
              <a:cs typeface="+mn-ea"/>
              <a:sym typeface="+mn-lt"/>
            </a:endParaRPr>
          </a:p>
        </p:txBody>
      </p:sp>
      <p:cxnSp>
        <p:nvCxnSpPr>
          <p:cNvPr id="8" name="Straight Arrow Connector 7">
            <a:extLst>
              <a:ext uri="{FF2B5EF4-FFF2-40B4-BE49-F238E27FC236}">
                <a16:creationId xmlns:a16="http://schemas.microsoft.com/office/drawing/2014/main" id="{5BABD154-6159-4785-E937-BCEA7D216146}"/>
              </a:ext>
            </a:extLst>
          </p:cNvPr>
          <p:cNvCxnSpPr>
            <a:cxnSpLocks/>
            <a:stCxn id="9" idx="1"/>
          </p:cNvCxnSpPr>
          <p:nvPr/>
        </p:nvCxnSpPr>
        <p:spPr>
          <a:xfrm>
            <a:off x="1216117" y="1250207"/>
            <a:ext cx="3470183" cy="0"/>
          </a:xfrm>
          <a:prstGeom prst="straightConnector1">
            <a:avLst/>
          </a:prstGeom>
          <a:ln w="28575">
            <a:solidFill>
              <a:srgbClr val="FF0000"/>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9" name="Heptagon 8">
            <a:extLst>
              <a:ext uri="{FF2B5EF4-FFF2-40B4-BE49-F238E27FC236}">
                <a16:creationId xmlns:a16="http://schemas.microsoft.com/office/drawing/2014/main" id="{C8C1E041-0889-1EF2-69A3-8F305E86D0E5}"/>
              </a:ext>
            </a:extLst>
          </p:cNvPr>
          <p:cNvSpPr/>
          <p:nvPr/>
        </p:nvSpPr>
        <p:spPr>
          <a:xfrm>
            <a:off x="937809" y="1089761"/>
            <a:ext cx="278307" cy="249486"/>
          </a:xfrm>
          <a:prstGeom prst="heptago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5</a:t>
            </a:r>
          </a:p>
        </p:txBody>
      </p:sp>
      <p:sp>
        <p:nvSpPr>
          <p:cNvPr id="11" name="TextBox 10">
            <a:extLst>
              <a:ext uri="{FF2B5EF4-FFF2-40B4-BE49-F238E27FC236}">
                <a16:creationId xmlns:a16="http://schemas.microsoft.com/office/drawing/2014/main" id="{D86EEF66-4AF8-E20F-FB0B-49D603BE1040}"/>
              </a:ext>
            </a:extLst>
          </p:cNvPr>
          <p:cNvSpPr txBox="1"/>
          <p:nvPr/>
        </p:nvSpPr>
        <p:spPr>
          <a:xfrm>
            <a:off x="1510878" y="1297369"/>
            <a:ext cx="2452395" cy="815608"/>
          </a:xfrm>
          <a:prstGeom prst="rect">
            <a:avLst/>
          </a:prstGeom>
          <a:noFill/>
        </p:spPr>
        <p:txBody>
          <a:bodyPr wrap="square" lIns="0" tIns="0" rIns="0" bIns="0" rtlCol="0">
            <a:spAutoFit/>
          </a:bodyPr>
          <a:lstStyle/>
          <a:p>
            <a:pPr algn="ctr"/>
            <a:r>
              <a:rPr lang="en-US" dirty="0" err="1">
                <a:solidFill>
                  <a:srgbClr val="777777"/>
                </a:solidFill>
                <a:latin typeface="Montserrat" panose="00000500000000000000" pitchFamily="2" charset="0"/>
                <a:ea typeface="Times New Roman" panose="02020603050405020304" pitchFamily="18" charset="0"/>
              </a:rPr>
              <a:t>Chọn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phiên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bản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hệ</a:t>
            </a:r>
            <a:r>
              <a:rPr lang="en-US" dirty="0">
                <a:solidFill>
                  <a:srgbClr val="777777"/>
                </a:solidFill>
                <a:latin typeface="Montserrat" panose="00000500000000000000" pitchFamily="2" charset="0"/>
                <a:ea typeface="Times New Roman" panose="02020603050405020304" pitchFamily="18" charset="0"/>
              </a:rPr>
              <a:t> điều hành</a:t>
            </a:r>
            <a:endParaRPr lang="en-US" sz="1800" dirty="0">
              <a:effectLst/>
              <a:latin typeface="Montserrat" panose="00000500000000000000" pitchFamily="2" charset="0"/>
              <a:ea typeface="Times New Roman" panose="02020603050405020304" pitchFamily="18" charset="0"/>
            </a:endParaRPr>
          </a:p>
          <a:p>
            <a:pPr algn="l"/>
            <a:endParaRPr lang="en-US" sz="1700" dirty="0">
              <a:solidFill>
                <a:schemeClr val="tx1">
                  <a:lumMod val="50000"/>
                  <a:lumOff val="50000"/>
                </a:schemeClr>
              </a:solidFill>
            </a:endParaRPr>
          </a:p>
        </p:txBody>
      </p:sp>
      <p:sp>
        <p:nvSpPr>
          <p:cNvPr id="12" name="TextBox 11">
            <a:extLst>
              <a:ext uri="{FF2B5EF4-FFF2-40B4-BE49-F238E27FC236}">
                <a16:creationId xmlns:a16="http://schemas.microsoft.com/office/drawing/2014/main" id="{9F47A24E-8149-CCE7-C62A-53BE3B33BD1A}"/>
              </a:ext>
            </a:extLst>
          </p:cNvPr>
          <p:cNvSpPr txBox="1"/>
          <p:nvPr/>
        </p:nvSpPr>
        <p:spPr>
          <a:xfrm>
            <a:off x="8295009" y="4021939"/>
            <a:ext cx="2975947" cy="1107996"/>
          </a:xfrm>
          <a:prstGeom prst="rect">
            <a:avLst/>
          </a:prstGeom>
          <a:noFill/>
        </p:spPr>
        <p:txBody>
          <a:bodyPr wrap="square" lIns="0" tIns="0" rIns="0" bIns="0" rtlCol="0">
            <a:spAutoFit/>
          </a:bodyPr>
          <a:lstStyle/>
          <a:p>
            <a:r>
              <a:rPr lang="en-US" dirty="0" err="1">
                <a:solidFill>
                  <a:srgbClr val="777777"/>
                </a:solidFill>
                <a:latin typeface="Montserrat" panose="00000500000000000000" pitchFamily="2" charset="0"/>
                <a:ea typeface="Times New Roman" panose="02020603050405020304" pitchFamily="18" charset="0"/>
              </a:rPr>
              <a:t>Chọn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cấu</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hình</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phần</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cứng</a:t>
            </a:r>
            <a:r>
              <a:rPr lang="en-US" dirty="0">
                <a:solidFill>
                  <a:srgbClr val="777777"/>
                </a:solidFill>
                <a:latin typeface="Montserrat" panose="00000500000000000000" pitchFamily="2" charset="0"/>
                <a:ea typeface="Times New Roman" panose="02020603050405020304" pitchFamily="18" charset="0"/>
              </a:rPr>
              <a:t>: CPU, RAM, ổ </a:t>
            </a:r>
            <a:r>
              <a:rPr lang="en-US" dirty="0" err="1">
                <a:solidFill>
                  <a:srgbClr val="777777"/>
                </a:solidFill>
                <a:latin typeface="Montserrat" panose="00000500000000000000" pitchFamily="2" charset="0"/>
                <a:ea typeface="Times New Roman" panose="02020603050405020304" pitchFamily="18" charset="0"/>
              </a:rPr>
              <a:t>cứng</a:t>
            </a:r>
            <a:r>
              <a:rPr lang="en-US" dirty="0">
                <a:solidFill>
                  <a:srgbClr val="777777"/>
                </a:solidFill>
                <a:latin typeface="Montserrat" panose="00000500000000000000" pitchFamily="2" charset="0"/>
                <a:ea typeface="Times New Roman" panose="02020603050405020304" pitchFamily="18" charset="0"/>
              </a:rPr>
              <a:t>, network, ổ CD/DVD,.. Cho </a:t>
            </a:r>
            <a:r>
              <a:rPr lang="en-US" dirty="0" err="1">
                <a:solidFill>
                  <a:srgbClr val="777777"/>
                </a:solidFill>
                <a:latin typeface="Montserrat" panose="00000500000000000000" pitchFamily="2" charset="0"/>
                <a:ea typeface="Times New Roman" panose="02020603050405020304" pitchFamily="18" charset="0"/>
              </a:rPr>
              <a:t>máy</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ảo</a:t>
            </a:r>
            <a:endParaRPr lang="en-US" sz="1700" dirty="0">
              <a:solidFill>
                <a:schemeClr val="tx1">
                  <a:lumMod val="50000"/>
                  <a:lumOff val="50000"/>
                </a:schemeClr>
              </a:solidFill>
            </a:endParaRPr>
          </a:p>
        </p:txBody>
      </p:sp>
      <p:cxnSp>
        <p:nvCxnSpPr>
          <p:cNvPr id="13" name="Straight Arrow Connector 12">
            <a:extLst>
              <a:ext uri="{FF2B5EF4-FFF2-40B4-BE49-F238E27FC236}">
                <a16:creationId xmlns:a16="http://schemas.microsoft.com/office/drawing/2014/main" id="{EA2E4A39-977F-9FF3-B967-6E805FA9296F}"/>
              </a:ext>
            </a:extLst>
          </p:cNvPr>
          <p:cNvCxnSpPr>
            <a:cxnSpLocks/>
            <a:stCxn id="14" idx="1"/>
          </p:cNvCxnSpPr>
          <p:nvPr/>
        </p:nvCxnSpPr>
        <p:spPr>
          <a:xfrm flipH="1">
            <a:off x="8029575" y="3939805"/>
            <a:ext cx="3176335" cy="0"/>
          </a:xfrm>
          <a:prstGeom prst="straightConnector1">
            <a:avLst/>
          </a:prstGeom>
          <a:ln w="28575">
            <a:solidFill>
              <a:srgbClr val="FF0000"/>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14" name="Heptagon 13">
            <a:extLst>
              <a:ext uri="{FF2B5EF4-FFF2-40B4-BE49-F238E27FC236}">
                <a16:creationId xmlns:a16="http://schemas.microsoft.com/office/drawing/2014/main" id="{1ECAA45A-8BD5-6620-7596-D6BA578A2D36}"/>
              </a:ext>
            </a:extLst>
          </p:cNvPr>
          <p:cNvSpPr/>
          <p:nvPr/>
        </p:nvSpPr>
        <p:spPr>
          <a:xfrm rot="129512" flipH="1">
            <a:off x="11207145" y="3785289"/>
            <a:ext cx="313518" cy="249486"/>
          </a:xfrm>
          <a:prstGeom prst="heptago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6</a:t>
            </a:r>
          </a:p>
        </p:txBody>
      </p:sp>
    </p:spTree>
    <p:extLst>
      <p:ext uri="{BB962C8B-B14F-4D97-AF65-F5344CB8AC3E}">
        <p14:creationId xmlns:p14="http://schemas.microsoft.com/office/powerpoint/2010/main" val="25301232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713F45-E20D-CEA3-0A5B-9FF90462B673}"/>
              </a:ext>
            </a:extLst>
          </p:cNvPr>
          <p:cNvPicPr>
            <a:picLocks noChangeAspect="1"/>
          </p:cNvPicPr>
          <p:nvPr/>
        </p:nvPicPr>
        <p:blipFill>
          <a:blip r:embed="rId2"/>
          <a:stretch>
            <a:fillRect/>
          </a:stretch>
        </p:blipFill>
        <p:spPr>
          <a:xfrm>
            <a:off x="3694922" y="1183090"/>
            <a:ext cx="7976756" cy="5147915"/>
          </a:xfrm>
          <a:prstGeom prst="rect">
            <a:avLst/>
          </a:prstGeom>
          <a:ln>
            <a:solidFill>
              <a:schemeClr val="tx2">
                <a:lumMod val="50000"/>
              </a:schemeClr>
            </a:solidFill>
          </a:ln>
        </p:spPr>
      </p:pic>
      <p:sp>
        <p:nvSpPr>
          <p:cNvPr id="4" name="TextBox 25">
            <a:extLst>
              <a:ext uri="{FF2B5EF4-FFF2-40B4-BE49-F238E27FC236}">
                <a16:creationId xmlns:a16="http://schemas.microsoft.com/office/drawing/2014/main" id="{6548A990-9C79-E989-D369-10459427CE39}"/>
              </a:ext>
            </a:extLst>
          </p:cNvPr>
          <p:cNvSpPr txBox="1">
            <a:spLocks noChangeArrowheads="1"/>
          </p:cNvSpPr>
          <p:nvPr/>
        </p:nvSpPr>
        <p:spPr bwMode="auto">
          <a:xfrm>
            <a:off x="838200" y="228600"/>
            <a:ext cx="452559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sz="2000" kern="0" dirty="0" err="1">
                <a:solidFill>
                  <a:srgbClr val="339933"/>
                </a:solidFill>
                <a:latin typeface="Bahnschrift SemiLight SemiConde" panose="020B0502040204020203" pitchFamily="34" charset="0"/>
                <a:ea typeface="微软雅黑"/>
                <a:cs typeface="+mn-ea"/>
              </a:rPr>
              <a:t>Tạo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máy</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ảo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với</a:t>
            </a:r>
            <a:r>
              <a:rPr lang="en-US" sz="2000" kern="0" dirty="0">
                <a:solidFill>
                  <a:srgbClr val="339933"/>
                </a:solidFill>
                <a:latin typeface="Bahnschrift SemiLight SemiConde" panose="020B0502040204020203" pitchFamily="34" charset="0"/>
                <a:ea typeface="微软雅黑"/>
                <a:cs typeface="+mn-ea"/>
              </a:rPr>
              <a:t> New Virtual Machine Wizard</a:t>
            </a:r>
            <a:endParaRPr lang="zh-CN" altLang="en-US" sz="2000" kern="0" dirty="0">
              <a:solidFill>
                <a:srgbClr val="339933"/>
              </a:solidFill>
              <a:latin typeface="Bahnschrift SemiLight SemiConde" panose="020B0502040204020203" pitchFamily="34" charset="0"/>
              <a:ea typeface="微软雅黑"/>
              <a:cs typeface="+mn-ea"/>
              <a:sym typeface="+mn-lt"/>
            </a:endParaRPr>
          </a:p>
        </p:txBody>
      </p:sp>
      <p:cxnSp>
        <p:nvCxnSpPr>
          <p:cNvPr id="5" name="Straight Arrow Connector 4">
            <a:extLst>
              <a:ext uri="{FF2B5EF4-FFF2-40B4-BE49-F238E27FC236}">
                <a16:creationId xmlns:a16="http://schemas.microsoft.com/office/drawing/2014/main" id="{CF2EC6E0-2998-D651-70E6-E1FD4ED49B77}"/>
              </a:ext>
            </a:extLst>
          </p:cNvPr>
          <p:cNvCxnSpPr>
            <a:cxnSpLocks/>
            <a:stCxn id="6" idx="1"/>
          </p:cNvCxnSpPr>
          <p:nvPr/>
        </p:nvCxnSpPr>
        <p:spPr>
          <a:xfrm>
            <a:off x="1299340" y="3217463"/>
            <a:ext cx="2491610" cy="0"/>
          </a:xfrm>
          <a:prstGeom prst="straightConnector1">
            <a:avLst/>
          </a:prstGeom>
          <a:ln w="28575">
            <a:solidFill>
              <a:srgbClr val="FF0000"/>
            </a:solidFill>
            <a:tailEnd type="triangle"/>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
        <p:nvSpPr>
          <p:cNvPr id="6" name="Heptagon 5">
            <a:extLst>
              <a:ext uri="{FF2B5EF4-FFF2-40B4-BE49-F238E27FC236}">
                <a16:creationId xmlns:a16="http://schemas.microsoft.com/office/drawing/2014/main" id="{CD5CD888-D0E7-8A95-C0C4-DC37D9B48903}"/>
              </a:ext>
            </a:extLst>
          </p:cNvPr>
          <p:cNvSpPr/>
          <p:nvPr/>
        </p:nvSpPr>
        <p:spPr>
          <a:xfrm>
            <a:off x="966384" y="3057017"/>
            <a:ext cx="332955" cy="249486"/>
          </a:xfrm>
          <a:prstGeom prst="heptagon">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7</a:t>
            </a:r>
          </a:p>
        </p:txBody>
      </p:sp>
      <p:sp>
        <p:nvSpPr>
          <p:cNvPr id="7" name="TextBox 6">
            <a:extLst>
              <a:ext uri="{FF2B5EF4-FFF2-40B4-BE49-F238E27FC236}">
                <a16:creationId xmlns:a16="http://schemas.microsoft.com/office/drawing/2014/main" id="{81389EEB-29C0-8C4D-67C6-22D09F903F43}"/>
              </a:ext>
            </a:extLst>
          </p:cNvPr>
          <p:cNvSpPr txBox="1"/>
          <p:nvPr/>
        </p:nvSpPr>
        <p:spPr>
          <a:xfrm>
            <a:off x="966384" y="3429000"/>
            <a:ext cx="2843616" cy="815608"/>
          </a:xfrm>
          <a:prstGeom prst="rect">
            <a:avLst/>
          </a:prstGeom>
          <a:noFill/>
        </p:spPr>
        <p:txBody>
          <a:bodyPr wrap="square" lIns="0" tIns="0" rIns="0" bIns="0" rtlCol="0">
            <a:spAutoFit/>
          </a:bodyPr>
          <a:lstStyle/>
          <a:p>
            <a:pPr algn="ctr"/>
            <a:r>
              <a:rPr lang="en-US" dirty="0" err="1">
                <a:solidFill>
                  <a:srgbClr val="777777"/>
                </a:solidFill>
                <a:latin typeface="Montserrat" panose="00000500000000000000" pitchFamily="2" charset="0"/>
                <a:ea typeface="Times New Roman" panose="02020603050405020304" pitchFamily="18" charset="0"/>
              </a:rPr>
              <a:t>Xem</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lại</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thông</a:t>
            </a:r>
            <a:r>
              <a:rPr lang="en-US" dirty="0">
                <a:solidFill>
                  <a:srgbClr val="777777"/>
                </a:solidFill>
                <a:latin typeface="Montserrat" panose="00000500000000000000" pitchFamily="2" charset="0"/>
                <a:ea typeface="Times New Roman" panose="02020603050405020304" pitchFamily="18" charset="0"/>
              </a:rPr>
              <a:t> tin </a:t>
            </a:r>
            <a:r>
              <a:rPr lang="en-US" dirty="0" err="1">
                <a:solidFill>
                  <a:srgbClr val="777777"/>
                </a:solidFill>
                <a:latin typeface="Montserrat" panose="00000500000000000000" pitchFamily="2" charset="0"/>
                <a:ea typeface="Times New Roman" panose="02020603050405020304" pitchFamily="18" charset="0"/>
              </a:rPr>
              <a:t>máy</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ảo</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và</a:t>
            </a:r>
            <a:r>
              <a:rPr lang="en-US" dirty="0">
                <a:solidFill>
                  <a:srgbClr val="777777"/>
                </a:solidFill>
                <a:latin typeface="Montserrat" panose="00000500000000000000" pitchFamily="2" charset="0"/>
                <a:ea typeface="Times New Roman" panose="02020603050405020304" pitchFamily="18" charset="0"/>
              </a:rPr>
              <a:t> </a:t>
            </a:r>
            <a:r>
              <a:rPr lang="en-US" dirty="0" err="1">
                <a:solidFill>
                  <a:srgbClr val="777777"/>
                </a:solidFill>
                <a:latin typeface="Montserrat" panose="00000500000000000000" pitchFamily="2" charset="0"/>
                <a:ea typeface="Times New Roman" panose="02020603050405020304" pitchFamily="18" charset="0"/>
              </a:rPr>
              <a:t>chọn</a:t>
            </a:r>
            <a:r>
              <a:rPr lang="en-US" dirty="0">
                <a:solidFill>
                  <a:srgbClr val="777777"/>
                </a:solidFill>
                <a:latin typeface="Montserrat" panose="00000500000000000000" pitchFamily="2" charset="0"/>
                <a:ea typeface="Times New Roman" panose="02020603050405020304" pitchFamily="18" charset="0"/>
              </a:rPr>
              <a:t> Finish</a:t>
            </a:r>
            <a:endParaRPr lang="en-US" sz="1800" dirty="0">
              <a:effectLst/>
              <a:latin typeface="Montserrat" panose="00000500000000000000" pitchFamily="2" charset="0"/>
              <a:ea typeface="Times New Roman" panose="02020603050405020304" pitchFamily="18" charset="0"/>
            </a:endParaRPr>
          </a:p>
          <a:p>
            <a:pPr algn="l"/>
            <a:endParaRPr lang="en-US" sz="1700" dirty="0">
              <a:solidFill>
                <a:schemeClr val="tx1">
                  <a:lumMod val="50000"/>
                  <a:lumOff val="50000"/>
                </a:schemeClr>
              </a:solidFill>
            </a:endParaRPr>
          </a:p>
        </p:txBody>
      </p:sp>
    </p:spTree>
    <p:extLst>
      <p:ext uri="{BB962C8B-B14F-4D97-AF65-F5344CB8AC3E}">
        <p14:creationId xmlns:p14="http://schemas.microsoft.com/office/powerpoint/2010/main" val="3221929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25">
            <a:extLst>
              <a:ext uri="{FF2B5EF4-FFF2-40B4-BE49-F238E27FC236}">
                <a16:creationId xmlns:a16="http://schemas.microsoft.com/office/drawing/2014/main" id="{9334DCE7-1902-7017-4152-8664C2495B9A}"/>
              </a:ext>
            </a:extLst>
          </p:cNvPr>
          <p:cNvSpPr txBox="1">
            <a:spLocks noChangeArrowheads="1"/>
          </p:cNvSpPr>
          <p:nvPr/>
        </p:nvSpPr>
        <p:spPr bwMode="auto">
          <a:xfrm>
            <a:off x="838200" y="228600"/>
            <a:ext cx="341311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Cài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đặt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hệ</a:t>
            </a:r>
            <a:r>
              <a:rPr lang="en-US" altLang="zh-CN" sz="2000" kern="0" dirty="0">
                <a:solidFill>
                  <a:srgbClr val="339933"/>
                </a:solidFill>
                <a:latin typeface="Bahnschrift SemiLight SemiConde" panose="020B0502040204020203" pitchFamily="34" charset="0"/>
                <a:ea typeface="微软雅黑"/>
                <a:cs typeface="+mn-ea"/>
                <a:sym typeface="+mn-lt"/>
              </a:rPr>
              <a:t> điều hành </a:t>
            </a:r>
            <a:r>
              <a:rPr lang="en-US" altLang="zh-CN" sz="2000" kern="0" dirty="0" err="1">
                <a:solidFill>
                  <a:srgbClr val="339933"/>
                </a:solidFill>
                <a:latin typeface="Bahnschrift SemiLight SemiConde" panose="020B0502040204020203" pitchFamily="34" charset="0"/>
                <a:ea typeface="微软雅黑"/>
                <a:cs typeface="+mn-ea"/>
                <a:sym typeface="+mn-lt"/>
              </a:rPr>
              <a:t>cho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6" name="Picture 5">
            <a:extLst>
              <a:ext uri="{FF2B5EF4-FFF2-40B4-BE49-F238E27FC236}">
                <a16:creationId xmlns:a16="http://schemas.microsoft.com/office/drawing/2014/main" id="{233C6F50-E3DF-6742-65E2-0EC1F052CD91}"/>
              </a:ext>
            </a:extLst>
          </p:cNvPr>
          <p:cNvPicPr>
            <a:picLocks noChangeAspect="1"/>
          </p:cNvPicPr>
          <p:nvPr/>
        </p:nvPicPr>
        <p:blipFill>
          <a:blip r:embed="rId2"/>
          <a:stretch>
            <a:fillRect/>
          </a:stretch>
        </p:blipFill>
        <p:spPr>
          <a:xfrm>
            <a:off x="955779" y="1543050"/>
            <a:ext cx="10280442" cy="4664970"/>
          </a:xfrm>
          <a:prstGeom prst="rect">
            <a:avLst/>
          </a:prstGeom>
          <a:ln>
            <a:solidFill>
              <a:schemeClr val="tx2">
                <a:lumMod val="50000"/>
              </a:schemeClr>
            </a:solidFill>
          </a:ln>
        </p:spPr>
      </p:pic>
      <p:sp>
        <p:nvSpPr>
          <p:cNvPr id="7" name="TextBox 6">
            <a:extLst>
              <a:ext uri="{FF2B5EF4-FFF2-40B4-BE49-F238E27FC236}">
                <a16:creationId xmlns:a16="http://schemas.microsoft.com/office/drawing/2014/main" id="{08A0C87F-CF4B-F26C-3FAC-59BA42FB64E4}"/>
              </a:ext>
            </a:extLst>
          </p:cNvPr>
          <p:cNvSpPr txBox="1"/>
          <p:nvPr/>
        </p:nvSpPr>
        <p:spPr>
          <a:xfrm>
            <a:off x="955779" y="1087621"/>
            <a:ext cx="10280442" cy="538609"/>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dirty="0" err="1">
                <a:latin typeface="#9Slide02 Noi dung dai" panose="02000000000000000000"/>
                <a:ea typeface="Times New Roman" panose="02020603050405020304" pitchFamily="18" charset="0"/>
              </a:rPr>
              <a:t>C</a:t>
            </a:r>
            <a:r>
              <a:rPr lang="en-US" sz="1800" dirty="0" err="1">
                <a:effectLst/>
                <a:latin typeface="#9Slide02 Noi dung dai" panose="02000000000000000000"/>
                <a:ea typeface="Times New Roman" panose="02020603050405020304" pitchFamily="18" charset="0"/>
              </a:rPr>
              <a:t>ần</a:t>
            </a:r>
            <a:r>
              <a:rPr lang="en-US" sz="1800" dirty="0">
                <a:effectLst/>
                <a:latin typeface="#9Slide02 Noi dung dai" panose="02000000000000000000"/>
                <a:ea typeface="Times New Roman" panose="02020603050405020304" pitchFamily="18" charset="0"/>
              </a:rPr>
              <a:t> upload file </a:t>
            </a:r>
            <a:r>
              <a:rPr lang="en-US" sz="1800" dirty="0" err="1">
                <a:effectLst/>
                <a:latin typeface="#9Slide02 Noi dung dai" panose="02000000000000000000"/>
                <a:ea typeface="Times New Roman" panose="02020603050405020304" pitchFamily="18" charset="0"/>
              </a:rPr>
              <a:t>cài</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os</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lên</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vsphere</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trước</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khi</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thực</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hiện</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cài</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hệ</a:t>
            </a:r>
            <a:r>
              <a:rPr lang="en-US" sz="1800" dirty="0">
                <a:effectLst/>
                <a:latin typeface="#9Slide02 Noi dung dai" panose="02000000000000000000"/>
                <a:ea typeface="Times New Roman" panose="02020603050405020304" pitchFamily="18" charset="0"/>
              </a:rPr>
              <a:t> điều hành </a:t>
            </a:r>
            <a:r>
              <a:rPr lang="en-US" sz="1800" dirty="0" err="1">
                <a:effectLst/>
                <a:latin typeface="#9Slide02 Noi dung dai" panose="02000000000000000000"/>
                <a:ea typeface="Times New Roman" panose="02020603050405020304" pitchFamily="18" charset="0"/>
              </a:rPr>
              <a:t>cho</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máy</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ảo</a:t>
            </a:r>
            <a:endParaRPr lang="en-US" sz="1800" dirty="0">
              <a:effectLst/>
              <a:latin typeface="#9Slide02 Noi dung dai" panose="02000000000000000000"/>
              <a:ea typeface="Times New Roman" panose="02020603050405020304" pitchFamily="18" charset="0"/>
            </a:endParaRPr>
          </a:p>
          <a:p>
            <a:endParaRPr lang="en-US" sz="1700" dirty="0">
              <a:latin typeface="#9Slide02 Noi dung dai" panose="02000000000000000000"/>
            </a:endParaRPr>
          </a:p>
        </p:txBody>
      </p:sp>
    </p:spTree>
    <p:extLst>
      <p:ext uri="{BB962C8B-B14F-4D97-AF65-F5344CB8AC3E}">
        <p14:creationId xmlns:p14="http://schemas.microsoft.com/office/powerpoint/2010/main" val="2384155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8D7C131-B915-DBD3-5163-00F35AADC366}"/>
              </a:ext>
            </a:extLst>
          </p:cNvPr>
          <p:cNvPicPr>
            <a:picLocks noChangeAspect="1"/>
          </p:cNvPicPr>
          <p:nvPr/>
        </p:nvPicPr>
        <p:blipFill>
          <a:blip r:embed="rId2"/>
          <a:stretch>
            <a:fillRect/>
          </a:stretch>
        </p:blipFill>
        <p:spPr>
          <a:xfrm>
            <a:off x="6270404" y="1676400"/>
            <a:ext cx="5298432" cy="4184684"/>
          </a:xfrm>
          <a:prstGeom prst="rect">
            <a:avLst/>
          </a:prstGeom>
          <a:ln>
            <a:solidFill>
              <a:schemeClr val="tx2">
                <a:lumMod val="50000"/>
              </a:schemeClr>
            </a:solidFill>
          </a:ln>
        </p:spPr>
      </p:pic>
      <p:pic>
        <p:nvPicPr>
          <p:cNvPr id="9" name="Picture 8">
            <a:extLst>
              <a:ext uri="{FF2B5EF4-FFF2-40B4-BE49-F238E27FC236}">
                <a16:creationId xmlns:a16="http://schemas.microsoft.com/office/drawing/2014/main" id="{DBA68AB1-CD1E-92A5-741A-E2498FAADA4E}"/>
              </a:ext>
            </a:extLst>
          </p:cNvPr>
          <p:cNvPicPr>
            <a:picLocks noChangeAspect="1"/>
          </p:cNvPicPr>
          <p:nvPr/>
        </p:nvPicPr>
        <p:blipFill>
          <a:blip r:embed="rId3"/>
          <a:stretch>
            <a:fillRect/>
          </a:stretch>
        </p:blipFill>
        <p:spPr>
          <a:xfrm>
            <a:off x="756514" y="1676399"/>
            <a:ext cx="5155531" cy="4184684"/>
          </a:xfrm>
          <a:prstGeom prst="rect">
            <a:avLst/>
          </a:prstGeom>
          <a:ln>
            <a:solidFill>
              <a:schemeClr val="tx2">
                <a:lumMod val="50000"/>
              </a:schemeClr>
            </a:solidFill>
          </a:ln>
        </p:spPr>
      </p:pic>
      <p:sp>
        <p:nvSpPr>
          <p:cNvPr id="10" name="TextBox 25">
            <a:extLst>
              <a:ext uri="{FF2B5EF4-FFF2-40B4-BE49-F238E27FC236}">
                <a16:creationId xmlns:a16="http://schemas.microsoft.com/office/drawing/2014/main" id="{677BD0BF-2E9A-01CE-93A7-65BCD0CDA15E}"/>
              </a:ext>
            </a:extLst>
          </p:cNvPr>
          <p:cNvSpPr txBox="1">
            <a:spLocks noChangeArrowheads="1"/>
          </p:cNvSpPr>
          <p:nvPr/>
        </p:nvSpPr>
        <p:spPr bwMode="auto">
          <a:xfrm>
            <a:off x="838200" y="228600"/>
            <a:ext cx="341311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Cài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đặt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hệ</a:t>
            </a:r>
            <a:r>
              <a:rPr lang="en-US" altLang="zh-CN" sz="2000" kern="0" dirty="0">
                <a:solidFill>
                  <a:srgbClr val="339933"/>
                </a:solidFill>
                <a:latin typeface="Bahnschrift SemiLight SemiConde" panose="020B0502040204020203" pitchFamily="34" charset="0"/>
                <a:ea typeface="微软雅黑"/>
                <a:cs typeface="+mn-ea"/>
                <a:sym typeface="+mn-lt"/>
              </a:rPr>
              <a:t> điều hành </a:t>
            </a:r>
            <a:r>
              <a:rPr lang="en-US" altLang="zh-CN" sz="2000" kern="0" dirty="0" err="1">
                <a:solidFill>
                  <a:srgbClr val="339933"/>
                </a:solidFill>
                <a:latin typeface="Bahnschrift SemiLight SemiConde" panose="020B0502040204020203" pitchFamily="34" charset="0"/>
                <a:ea typeface="微软雅黑"/>
                <a:cs typeface="+mn-ea"/>
                <a:sym typeface="+mn-lt"/>
              </a:rPr>
              <a:t>cho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11" name="TextBox 10">
            <a:extLst>
              <a:ext uri="{FF2B5EF4-FFF2-40B4-BE49-F238E27FC236}">
                <a16:creationId xmlns:a16="http://schemas.microsoft.com/office/drawing/2014/main" id="{DA57D91F-A431-4F78-6FCB-AEFDA2F13E89}"/>
              </a:ext>
            </a:extLst>
          </p:cNvPr>
          <p:cNvSpPr txBox="1"/>
          <p:nvPr/>
        </p:nvSpPr>
        <p:spPr>
          <a:xfrm>
            <a:off x="955779" y="1087621"/>
            <a:ext cx="10280442" cy="276999"/>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sz="1800" dirty="0">
                <a:effectLst/>
                <a:latin typeface="#9Slide02 Noi dung dai" panose="02000000000000000000"/>
                <a:ea typeface="Times New Roman" panose="02020603050405020304" pitchFamily="18" charset="0"/>
              </a:rPr>
              <a:t>Edit settings </a:t>
            </a:r>
            <a:r>
              <a:rPr lang="en-US" sz="1800" dirty="0" err="1">
                <a:effectLst/>
                <a:latin typeface="#9Slide02 Noi dung dai" panose="02000000000000000000"/>
                <a:ea typeface="Times New Roman" panose="02020603050405020304" pitchFamily="18" charset="0"/>
              </a:rPr>
              <a:t>của</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máy</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ảo</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để</a:t>
            </a:r>
            <a:r>
              <a:rPr lang="en-US" sz="1800" dirty="0">
                <a:effectLst/>
                <a:latin typeface="#9Slide02 Noi dung dai" panose="02000000000000000000"/>
                <a:ea typeface="Times New Roman" panose="02020603050405020304" pitchFamily="18" charset="0"/>
              </a:rPr>
              <a:t> attach file </a:t>
            </a:r>
            <a:r>
              <a:rPr lang="en-US" sz="1800" dirty="0" err="1">
                <a:effectLst/>
                <a:latin typeface="#9Slide02 Noi dung dai" panose="02000000000000000000"/>
                <a:ea typeface="Times New Roman" panose="02020603050405020304" pitchFamily="18" charset="0"/>
              </a:rPr>
              <a:t>cài</a:t>
            </a:r>
            <a:r>
              <a:rPr lang="en-US" sz="1800" dirty="0">
                <a:effectLst/>
                <a:latin typeface="#9Slide02 Noi dung dai" panose="02000000000000000000"/>
                <a:ea typeface="Times New Roman" panose="02020603050405020304" pitchFamily="18" charset="0"/>
              </a:rPr>
              <a:t> ISO </a:t>
            </a:r>
            <a:r>
              <a:rPr lang="en-US" sz="1800" dirty="0" err="1">
                <a:effectLst/>
                <a:latin typeface="#9Slide02 Noi dung dai" panose="02000000000000000000"/>
                <a:ea typeface="Times New Roman" panose="02020603050405020304" pitchFamily="18" charset="0"/>
              </a:rPr>
              <a:t>vào</a:t>
            </a:r>
            <a:r>
              <a:rPr lang="en-US" sz="1800" dirty="0">
                <a:effectLst/>
                <a:latin typeface="#9Slide02 Noi dung dai" panose="02000000000000000000"/>
                <a:ea typeface="Times New Roman" panose="02020603050405020304" pitchFamily="18" charset="0"/>
              </a:rPr>
              <a:t> ổ CD/DVD</a:t>
            </a:r>
            <a:endParaRPr lang="en-US" sz="1700" dirty="0">
              <a:latin typeface="#9Slide02 Noi dung dai" panose="02000000000000000000"/>
            </a:endParaRPr>
          </a:p>
        </p:txBody>
      </p:sp>
    </p:spTree>
    <p:extLst>
      <p:ext uri="{BB962C8B-B14F-4D97-AF65-F5344CB8AC3E}">
        <p14:creationId xmlns:p14="http://schemas.microsoft.com/office/powerpoint/2010/main" val="3463091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25">
            <a:extLst>
              <a:ext uri="{FF2B5EF4-FFF2-40B4-BE49-F238E27FC236}">
                <a16:creationId xmlns:a16="http://schemas.microsoft.com/office/drawing/2014/main" id="{E5B292C4-3B33-589A-3CD4-28B57D62EFCC}"/>
              </a:ext>
            </a:extLst>
          </p:cNvPr>
          <p:cNvSpPr txBox="1">
            <a:spLocks noChangeArrowheads="1"/>
          </p:cNvSpPr>
          <p:nvPr/>
        </p:nvSpPr>
        <p:spPr bwMode="auto">
          <a:xfrm>
            <a:off x="838200" y="228600"/>
            <a:ext cx="341311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Cài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đặt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hệ</a:t>
            </a:r>
            <a:r>
              <a:rPr lang="en-US" altLang="zh-CN" sz="2000" kern="0" dirty="0">
                <a:solidFill>
                  <a:srgbClr val="339933"/>
                </a:solidFill>
                <a:latin typeface="Bahnschrift SemiLight SemiConde" panose="020B0502040204020203" pitchFamily="34" charset="0"/>
                <a:ea typeface="微软雅黑"/>
                <a:cs typeface="+mn-ea"/>
                <a:sym typeface="+mn-lt"/>
              </a:rPr>
              <a:t> điều hành </a:t>
            </a:r>
            <a:r>
              <a:rPr lang="en-US" altLang="zh-CN" sz="2000" kern="0" dirty="0" err="1">
                <a:solidFill>
                  <a:srgbClr val="339933"/>
                </a:solidFill>
                <a:latin typeface="Bahnschrift SemiLight SemiConde" panose="020B0502040204020203" pitchFamily="34" charset="0"/>
                <a:ea typeface="微软雅黑"/>
                <a:cs typeface="+mn-ea"/>
                <a:sym typeface="+mn-lt"/>
              </a:rPr>
              <a:t>cho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5" name="TextBox 4">
            <a:extLst>
              <a:ext uri="{FF2B5EF4-FFF2-40B4-BE49-F238E27FC236}">
                <a16:creationId xmlns:a16="http://schemas.microsoft.com/office/drawing/2014/main" id="{10CB942C-BFCB-5F16-B10F-235C61643525}"/>
              </a:ext>
            </a:extLst>
          </p:cNvPr>
          <p:cNvSpPr txBox="1"/>
          <p:nvPr/>
        </p:nvSpPr>
        <p:spPr>
          <a:xfrm>
            <a:off x="838200" y="1116747"/>
            <a:ext cx="4666306" cy="276999"/>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sz="1800" dirty="0" err="1">
                <a:effectLst/>
                <a:latin typeface="#9Slide02 Noi dung dai" panose="02000000000000000000"/>
                <a:ea typeface="Times New Roman" panose="02020603050405020304" pitchFamily="18" charset="0"/>
              </a:rPr>
              <a:t>Bật</a:t>
            </a:r>
            <a:r>
              <a:rPr lang="en-US" dirty="0">
                <a:latin typeface="#9Slide02 Noi dung dai" panose="02000000000000000000"/>
                <a:ea typeface="Times New Roman" panose="02020603050405020304" pitchFamily="18" charset="0"/>
              </a:rPr>
              <a:t> </a:t>
            </a:r>
            <a:r>
              <a:rPr lang="en-US" dirty="0" err="1">
                <a:latin typeface="#9Slide02 Noi dung dai" panose="02000000000000000000"/>
                <a:ea typeface="Times New Roman" panose="02020603050405020304" pitchFamily="18" charset="0"/>
              </a:rPr>
              <a:t>nguồn</a:t>
            </a:r>
            <a:r>
              <a:rPr lang="en-US" dirty="0">
                <a:latin typeface="#9Slide02 Noi dung dai" panose="02000000000000000000"/>
                <a:ea typeface="Times New Roman" panose="02020603050405020304" pitchFamily="18" charset="0"/>
              </a:rPr>
              <a:t> </a:t>
            </a:r>
            <a:r>
              <a:rPr lang="en-US" dirty="0" err="1">
                <a:latin typeface="#9Slide02 Noi dung dai" panose="02000000000000000000"/>
                <a:ea typeface="Times New Roman" panose="02020603050405020304" pitchFamily="18" charset="0"/>
              </a:rPr>
              <a:t>máy</a:t>
            </a:r>
            <a:r>
              <a:rPr lang="en-US" dirty="0">
                <a:latin typeface="#9Slide02 Noi dung dai" panose="02000000000000000000"/>
                <a:ea typeface="Times New Roman" panose="02020603050405020304" pitchFamily="18" charset="0"/>
              </a:rPr>
              <a:t> </a:t>
            </a:r>
            <a:r>
              <a:rPr lang="en-US" dirty="0" err="1">
                <a:latin typeface="#9Slide02 Noi dung dai" panose="02000000000000000000"/>
                <a:ea typeface="Times New Roman" panose="02020603050405020304" pitchFamily="18" charset="0"/>
              </a:rPr>
              <a:t>ảo</a:t>
            </a:r>
            <a:r>
              <a:rPr lang="en-US" dirty="0">
                <a:latin typeface="#9Slide02 Noi dung dai" panose="02000000000000000000"/>
                <a:ea typeface="Times New Roman" panose="02020603050405020304" pitchFamily="18" charset="0"/>
              </a:rPr>
              <a:t> </a:t>
            </a:r>
            <a:r>
              <a:rPr lang="en-US" dirty="0" err="1">
                <a:latin typeface="#9Slide02 Noi dung dai" panose="02000000000000000000"/>
                <a:ea typeface="Times New Roman" panose="02020603050405020304" pitchFamily="18" charset="0"/>
              </a:rPr>
              <a:t>để</a:t>
            </a:r>
            <a:r>
              <a:rPr lang="en-US" dirty="0">
                <a:latin typeface="#9Slide02 Noi dung dai" panose="02000000000000000000"/>
                <a:ea typeface="Times New Roman" panose="02020603050405020304" pitchFamily="18" charset="0"/>
              </a:rPr>
              <a:t> </a:t>
            </a:r>
            <a:r>
              <a:rPr lang="en-US" dirty="0" err="1">
                <a:latin typeface="#9Slide02 Noi dung dai" panose="02000000000000000000"/>
                <a:ea typeface="Times New Roman" panose="02020603050405020304" pitchFamily="18" charset="0"/>
              </a:rPr>
              <a:t>tiến</a:t>
            </a:r>
            <a:r>
              <a:rPr lang="en-US" dirty="0">
                <a:latin typeface="#9Slide02 Noi dung dai" panose="02000000000000000000"/>
                <a:ea typeface="Times New Roman" panose="02020603050405020304" pitchFamily="18" charset="0"/>
              </a:rPr>
              <a:t> hành </a:t>
            </a:r>
            <a:r>
              <a:rPr lang="en-US" dirty="0" err="1">
                <a:latin typeface="#9Slide02 Noi dung dai" panose="02000000000000000000"/>
                <a:ea typeface="Times New Roman" panose="02020603050405020304" pitchFamily="18" charset="0"/>
              </a:rPr>
              <a:t>cài</a:t>
            </a:r>
            <a:r>
              <a:rPr lang="en-US" dirty="0">
                <a:latin typeface="#9Slide02 Noi dung dai" panose="02000000000000000000"/>
                <a:ea typeface="Times New Roman" panose="02020603050405020304" pitchFamily="18" charset="0"/>
              </a:rPr>
              <a:t> </a:t>
            </a:r>
            <a:r>
              <a:rPr lang="en-US" dirty="0" err="1">
                <a:latin typeface="#9Slide02 Noi dung dai" panose="02000000000000000000"/>
                <a:ea typeface="Times New Roman" panose="02020603050405020304" pitchFamily="18" charset="0"/>
              </a:rPr>
              <a:t>đặt</a:t>
            </a:r>
            <a:endParaRPr lang="en-US" sz="1700" dirty="0">
              <a:latin typeface="#9Slide02 Noi dung dai" panose="02000000000000000000"/>
            </a:endParaRPr>
          </a:p>
        </p:txBody>
      </p:sp>
      <p:pic>
        <p:nvPicPr>
          <p:cNvPr id="7" name="Picture 6">
            <a:extLst>
              <a:ext uri="{FF2B5EF4-FFF2-40B4-BE49-F238E27FC236}">
                <a16:creationId xmlns:a16="http://schemas.microsoft.com/office/drawing/2014/main" id="{1554AF95-C7BD-AA9A-6D37-63561F677CB9}"/>
              </a:ext>
            </a:extLst>
          </p:cNvPr>
          <p:cNvPicPr>
            <a:picLocks noChangeAspect="1"/>
          </p:cNvPicPr>
          <p:nvPr/>
        </p:nvPicPr>
        <p:blipFill>
          <a:blip r:embed="rId2"/>
          <a:stretch>
            <a:fillRect/>
          </a:stretch>
        </p:blipFill>
        <p:spPr>
          <a:xfrm>
            <a:off x="5865512" y="759035"/>
            <a:ext cx="5390837" cy="2918873"/>
          </a:xfrm>
          <a:prstGeom prst="rect">
            <a:avLst/>
          </a:prstGeom>
          <a:ln>
            <a:solidFill>
              <a:schemeClr val="tx2">
                <a:lumMod val="50000"/>
              </a:schemeClr>
            </a:solidFill>
          </a:ln>
        </p:spPr>
      </p:pic>
      <p:pic>
        <p:nvPicPr>
          <p:cNvPr id="8" name="Picture 7">
            <a:extLst>
              <a:ext uri="{FF2B5EF4-FFF2-40B4-BE49-F238E27FC236}">
                <a16:creationId xmlns:a16="http://schemas.microsoft.com/office/drawing/2014/main" id="{21C6496D-B1AC-03E1-9C91-4A68DE217939}"/>
              </a:ext>
            </a:extLst>
          </p:cNvPr>
          <p:cNvPicPr>
            <a:picLocks noChangeAspect="1"/>
          </p:cNvPicPr>
          <p:nvPr/>
        </p:nvPicPr>
        <p:blipFill>
          <a:blip r:embed="rId3"/>
          <a:stretch>
            <a:fillRect/>
          </a:stretch>
        </p:blipFill>
        <p:spPr>
          <a:xfrm>
            <a:off x="838200" y="3429000"/>
            <a:ext cx="6048870" cy="2556986"/>
          </a:xfrm>
          <a:prstGeom prst="rect">
            <a:avLst/>
          </a:prstGeom>
          <a:ln>
            <a:solidFill>
              <a:schemeClr val="tx2">
                <a:lumMod val="50000"/>
              </a:schemeClr>
            </a:solidFill>
          </a:ln>
        </p:spPr>
      </p:pic>
      <p:sp>
        <p:nvSpPr>
          <p:cNvPr id="9" name="TextBox 8">
            <a:extLst>
              <a:ext uri="{FF2B5EF4-FFF2-40B4-BE49-F238E27FC236}">
                <a16:creationId xmlns:a16="http://schemas.microsoft.com/office/drawing/2014/main" id="{4A0882CA-2263-B793-8D19-DB64CDA0FE91}"/>
              </a:ext>
            </a:extLst>
          </p:cNvPr>
          <p:cNvSpPr txBox="1"/>
          <p:nvPr/>
        </p:nvSpPr>
        <p:spPr>
          <a:xfrm>
            <a:off x="838200" y="3002518"/>
            <a:ext cx="4197246" cy="276999"/>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sz="1800" dirty="0" err="1">
                <a:effectLst/>
                <a:latin typeface="#9Slide02 Noi dung dai" panose="02000000000000000000"/>
                <a:ea typeface="Times New Roman" panose="02020603050405020304" pitchFamily="18" charset="0"/>
              </a:rPr>
              <a:t>Vào</a:t>
            </a:r>
            <a:r>
              <a:rPr lang="en-US" sz="1800" dirty="0">
                <a:effectLst/>
                <a:latin typeface="#9Slide02 Noi dung dai" panose="02000000000000000000"/>
                <a:ea typeface="Times New Roman" panose="02020603050405020304" pitchFamily="18" charset="0"/>
              </a:rPr>
              <a:t> console </a:t>
            </a:r>
            <a:r>
              <a:rPr lang="en-US" sz="1800" dirty="0" err="1">
                <a:effectLst/>
                <a:latin typeface="#9Slide02 Noi dung dai" panose="02000000000000000000"/>
                <a:ea typeface="Times New Roman" panose="02020603050405020304" pitchFamily="18" charset="0"/>
              </a:rPr>
              <a:t>để</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truy</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cập</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máy</a:t>
            </a:r>
            <a:r>
              <a:rPr lang="en-US" sz="1800" dirty="0">
                <a:effectLst/>
                <a:latin typeface="#9Slide02 Noi dung dai" panose="02000000000000000000"/>
                <a:ea typeface="Times New Roman" panose="02020603050405020304" pitchFamily="18" charset="0"/>
              </a:rPr>
              <a:t> </a:t>
            </a:r>
            <a:r>
              <a:rPr lang="en-US" sz="1800" dirty="0" err="1">
                <a:effectLst/>
                <a:latin typeface="#9Slide02 Noi dung dai" panose="02000000000000000000"/>
                <a:ea typeface="Times New Roman" panose="02020603050405020304" pitchFamily="18" charset="0"/>
              </a:rPr>
              <a:t>ảo</a:t>
            </a:r>
            <a:endParaRPr lang="en-US" sz="1700" dirty="0">
              <a:latin typeface="#9Slide02 Noi dung dai" panose="02000000000000000000"/>
            </a:endParaRPr>
          </a:p>
        </p:txBody>
      </p:sp>
      <p:cxnSp>
        <p:nvCxnSpPr>
          <p:cNvPr id="3" name="Straight Arrow Connector 2">
            <a:extLst>
              <a:ext uri="{FF2B5EF4-FFF2-40B4-BE49-F238E27FC236}">
                <a16:creationId xmlns:a16="http://schemas.microsoft.com/office/drawing/2014/main" id="{C101E2AE-8C05-0C7D-F60A-A1513E6852A3}"/>
              </a:ext>
            </a:extLst>
          </p:cNvPr>
          <p:cNvCxnSpPr/>
          <p:nvPr/>
        </p:nvCxnSpPr>
        <p:spPr>
          <a:xfrm>
            <a:off x="5035446" y="1255246"/>
            <a:ext cx="6509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545324F-1563-31CE-EDCB-24F45A3CFDE9}"/>
              </a:ext>
            </a:extLst>
          </p:cNvPr>
          <p:cNvCxnSpPr/>
          <p:nvPr/>
        </p:nvCxnSpPr>
        <p:spPr>
          <a:xfrm>
            <a:off x="4162425" y="3141017"/>
            <a:ext cx="352425" cy="221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2544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25">
            <a:extLst>
              <a:ext uri="{FF2B5EF4-FFF2-40B4-BE49-F238E27FC236}">
                <a16:creationId xmlns:a16="http://schemas.microsoft.com/office/drawing/2014/main" id="{6EA3CBB2-3060-412B-0531-59DFB9C67045}"/>
              </a:ext>
            </a:extLst>
          </p:cNvPr>
          <p:cNvSpPr txBox="1">
            <a:spLocks noChangeArrowheads="1"/>
          </p:cNvSpPr>
          <p:nvPr/>
        </p:nvSpPr>
        <p:spPr bwMode="auto">
          <a:xfrm>
            <a:off x="838200" y="228600"/>
            <a:ext cx="341311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Cài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đặt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hệ</a:t>
            </a:r>
            <a:r>
              <a:rPr lang="en-US" altLang="zh-CN" sz="2000" kern="0" dirty="0">
                <a:solidFill>
                  <a:srgbClr val="339933"/>
                </a:solidFill>
                <a:latin typeface="Bahnschrift SemiLight SemiConde" panose="020B0502040204020203" pitchFamily="34" charset="0"/>
                <a:ea typeface="微软雅黑"/>
                <a:cs typeface="+mn-ea"/>
                <a:sym typeface="+mn-lt"/>
              </a:rPr>
              <a:t> điều hành </a:t>
            </a:r>
            <a:r>
              <a:rPr lang="en-US" altLang="zh-CN" sz="2000" kern="0" dirty="0" err="1">
                <a:solidFill>
                  <a:srgbClr val="339933"/>
                </a:solidFill>
                <a:latin typeface="Bahnschrift SemiLight SemiConde" panose="020B0502040204020203" pitchFamily="34" charset="0"/>
                <a:ea typeface="微软雅黑"/>
                <a:cs typeface="+mn-ea"/>
                <a:sym typeface="+mn-lt"/>
              </a:rPr>
              <a:t>cho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8" name="Picture 7">
            <a:extLst>
              <a:ext uri="{FF2B5EF4-FFF2-40B4-BE49-F238E27FC236}">
                <a16:creationId xmlns:a16="http://schemas.microsoft.com/office/drawing/2014/main" id="{94F95958-CA19-9212-1D92-C68BF810A7D2}"/>
              </a:ext>
            </a:extLst>
          </p:cNvPr>
          <p:cNvPicPr>
            <a:picLocks noChangeAspect="1"/>
          </p:cNvPicPr>
          <p:nvPr/>
        </p:nvPicPr>
        <p:blipFill>
          <a:blip r:embed="rId2"/>
          <a:stretch>
            <a:fillRect/>
          </a:stretch>
        </p:blipFill>
        <p:spPr>
          <a:xfrm>
            <a:off x="933300" y="1730334"/>
            <a:ext cx="10274890" cy="4235902"/>
          </a:xfrm>
          <a:prstGeom prst="rect">
            <a:avLst/>
          </a:prstGeom>
          <a:ln>
            <a:solidFill>
              <a:schemeClr val="tx2">
                <a:lumMod val="50000"/>
              </a:schemeClr>
            </a:solidFill>
          </a:ln>
        </p:spPr>
      </p:pic>
      <p:sp>
        <p:nvSpPr>
          <p:cNvPr id="12" name="TextBox 11">
            <a:extLst>
              <a:ext uri="{FF2B5EF4-FFF2-40B4-BE49-F238E27FC236}">
                <a16:creationId xmlns:a16="http://schemas.microsoft.com/office/drawing/2014/main" id="{55375E02-5C0C-4696-3CC0-29B13754F265}"/>
              </a:ext>
            </a:extLst>
          </p:cNvPr>
          <p:cNvSpPr txBox="1"/>
          <p:nvPr/>
        </p:nvSpPr>
        <p:spPr>
          <a:xfrm>
            <a:off x="946722" y="1159510"/>
            <a:ext cx="5834324" cy="261610"/>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sz="1700" dirty="0" err="1">
                <a:effectLst/>
                <a:latin typeface="Noto Sans" panose="020B0502040504020204" pitchFamily="34" charset="0"/>
                <a:ea typeface="Noto Sans" panose="020B0502040504020204" pitchFamily="34" charset="0"/>
                <a:cs typeface="Noto Sans" panose="020B0502040504020204" pitchFamily="34" charset="0"/>
              </a:rPr>
              <a:t>Thực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hiện</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cài</a:t>
            </a:r>
            <a:r>
              <a:rPr lang="en-US" sz="1700" dirty="0">
                <a:effectLst/>
                <a:latin typeface="Noto Sans" panose="020B0502040504020204" pitchFamily="34" charset="0"/>
                <a:ea typeface="Noto Sans" panose="020B0502040504020204" pitchFamily="34" charset="0"/>
                <a:cs typeface="Noto Sans" panose="020B0502040504020204" pitchFamily="34" charset="0"/>
              </a:rPr>
              <a:t> HĐH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như</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trên</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vật</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lý</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thông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thường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endParaRPr lang="en-US" sz="17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23082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31F62BE9-4CFA-CAD0-22F8-36A68FC0F23B}"/>
              </a:ext>
            </a:extLst>
          </p:cNvPr>
          <p:cNvSpPr txBox="1">
            <a:spLocks noChangeArrowheads="1"/>
          </p:cNvSpPr>
          <p:nvPr/>
        </p:nvSpPr>
        <p:spPr bwMode="auto">
          <a:xfrm>
            <a:off x="838200" y="228600"/>
            <a:ext cx="320472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sz="2000" kern="0" dirty="0" err="1">
                <a:solidFill>
                  <a:srgbClr val="339933"/>
                </a:solidFill>
                <a:latin typeface="Bahnschrift SemiLight SemiConde" panose="020B0502040204020203" pitchFamily="34" charset="0"/>
                <a:ea typeface="微软雅黑"/>
                <a:cs typeface="+mn-ea"/>
              </a:rPr>
              <a:t>Tạo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máy</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ảo</a:t>
            </a:r>
            <a:r>
              <a:rPr lang="en-US" sz="2000" kern="0" dirty="0">
                <a:solidFill>
                  <a:srgbClr val="339933"/>
                </a:solidFill>
                <a:latin typeface="Bahnschrift SemiLight SemiConde" panose="020B0502040204020203" pitchFamily="34" charset="0"/>
                <a:ea typeface="微软雅黑"/>
                <a:cs typeface="+mn-ea"/>
              </a:rPr>
              <a:t> </a:t>
            </a:r>
            <a:r>
              <a:rPr lang="en-US" sz="2000" kern="0" dirty="0" err="1">
                <a:solidFill>
                  <a:srgbClr val="339933"/>
                </a:solidFill>
                <a:latin typeface="Bahnschrift SemiLight SemiConde" panose="020B0502040204020203" pitchFamily="34" charset="0"/>
                <a:ea typeface="微软雅黑"/>
                <a:cs typeface="+mn-ea"/>
              </a:rPr>
              <a:t>với</a:t>
            </a:r>
            <a:r>
              <a:rPr lang="en-US" sz="2000" kern="0" dirty="0">
                <a:solidFill>
                  <a:srgbClr val="339933"/>
                </a:solidFill>
                <a:latin typeface="Bahnschrift SemiLight SemiConde" panose="020B0502040204020203" pitchFamily="34" charset="0"/>
                <a:ea typeface="微软雅黑"/>
                <a:cs typeface="+mn-ea"/>
              </a:rPr>
              <a:t> OVF Templates</a:t>
            </a:r>
            <a:endParaRPr lang="zh-CN" altLang="en-US" sz="2000" kern="0" dirty="0">
              <a:solidFill>
                <a:srgbClr val="339933"/>
              </a:solidFill>
              <a:latin typeface="Bahnschrift SemiLight SemiConde" panose="020B0502040204020203" pitchFamily="34" charset="0"/>
              <a:ea typeface="微软雅黑"/>
              <a:cs typeface="+mn-ea"/>
              <a:sym typeface="+mn-lt"/>
            </a:endParaRPr>
          </a:p>
        </p:txBody>
      </p:sp>
      <p:pic>
        <p:nvPicPr>
          <p:cNvPr id="3" name="Picture 2">
            <a:hlinkClick r:id="rId2"/>
            <a:extLst>
              <a:ext uri="{FF2B5EF4-FFF2-40B4-BE49-F238E27FC236}">
                <a16:creationId xmlns:a16="http://schemas.microsoft.com/office/drawing/2014/main" id="{9AC225B7-BD02-E5BE-EBCF-E71FF7309BB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8313" y="1156997"/>
            <a:ext cx="6320182" cy="4931228"/>
          </a:xfrm>
          <a:prstGeom prst="rect">
            <a:avLst/>
          </a:prstGeom>
          <a:noFill/>
          <a:ln>
            <a:noFill/>
          </a:ln>
        </p:spPr>
      </p:pic>
      <p:sp>
        <p:nvSpPr>
          <p:cNvPr id="4" name="TextBox 3">
            <a:extLst>
              <a:ext uri="{FF2B5EF4-FFF2-40B4-BE49-F238E27FC236}">
                <a16:creationId xmlns:a16="http://schemas.microsoft.com/office/drawing/2014/main" id="{69F86765-538F-E966-60E2-B106CCAD78EA}"/>
              </a:ext>
            </a:extLst>
          </p:cNvPr>
          <p:cNvSpPr txBox="1"/>
          <p:nvPr/>
        </p:nvSpPr>
        <p:spPr>
          <a:xfrm>
            <a:off x="904593" y="1230371"/>
            <a:ext cx="3504444" cy="830997"/>
          </a:xfrm>
          <a:prstGeom prst="rect">
            <a:avLst/>
          </a:prstGeom>
          <a:noFill/>
        </p:spPr>
        <p:txBody>
          <a:bodyPr wrap="square" lIns="0" tIns="0" rIns="0" bIns="0" rtlCol="0">
            <a:spAutoFit/>
          </a:bodyPr>
          <a:lstStyle/>
          <a:p>
            <a:pPr marL="285750" marR="0" indent="-285750">
              <a:spcBef>
                <a:spcPts val="0"/>
              </a:spcBef>
              <a:spcAft>
                <a:spcPts val="1560"/>
              </a:spcAft>
              <a:buFont typeface="Wingdings" panose="05000000000000000000" pitchFamily="2" charset="2"/>
              <a:buChar char="q"/>
            </a:pPr>
            <a:r>
              <a:rPr lang="en-US" dirty="0" err="1">
                <a:latin typeface="Noto Sans" panose="020B0502040504020204" pitchFamily="34" charset="0"/>
                <a:ea typeface="Noto Sans" panose="020B0502040504020204" pitchFamily="34" charset="0"/>
                <a:cs typeface="Noto Sans" panose="020B0502040504020204" pitchFamily="34" charset="0"/>
              </a:rPr>
              <a:t>Trên</a:t>
            </a:r>
            <a:r>
              <a:rPr lang="en-US" dirty="0">
                <a:latin typeface="Noto Sans" panose="020B0502040504020204" pitchFamily="34" charset="0"/>
                <a:ea typeface="Noto Sans" panose="020B0502040504020204" pitchFamily="34" charset="0"/>
                <a:cs typeface="Noto Sans" panose="020B0502040504020204" pitchFamily="34" charset="0"/>
              </a:rPr>
              <a:t> vCenter </a:t>
            </a:r>
            <a:r>
              <a:rPr lang="en-US" dirty="0" err="1">
                <a:latin typeface="Noto Sans" panose="020B0502040504020204" pitchFamily="34" charset="0"/>
                <a:ea typeface="Noto Sans" panose="020B0502040504020204" pitchFamily="34" charset="0"/>
                <a:cs typeface="Noto Sans" panose="020B0502040504020204" pitchFamily="34" charset="0"/>
              </a:rPr>
              <a:t>có</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thể</a:t>
            </a:r>
            <a:r>
              <a:rPr lang="en-US" dirty="0">
                <a:latin typeface="Noto Sans" panose="020B0502040504020204" pitchFamily="34" charset="0"/>
                <a:ea typeface="Noto Sans" panose="020B0502040504020204" pitchFamily="34" charset="0"/>
                <a:cs typeface="Noto Sans" panose="020B0502040504020204" pitchFamily="34" charset="0"/>
              </a:rPr>
              <a:t> import </a:t>
            </a:r>
            <a:r>
              <a:rPr lang="en-US" dirty="0" err="1">
                <a:latin typeface="Noto Sans" panose="020B0502040504020204" pitchFamily="34" charset="0"/>
                <a:ea typeface="Noto Sans" panose="020B0502040504020204" pitchFamily="34" charset="0"/>
                <a:cs typeface="Noto Sans" panose="020B0502040504020204" pitchFamily="34" charset="0"/>
              </a:rPr>
              <a:t>máy</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ảo</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đã</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tạo</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sẳn</a:t>
            </a:r>
            <a:r>
              <a:rPr lang="en-US" dirty="0">
                <a:latin typeface="Noto Sans" panose="020B0502040504020204" pitchFamily="34" charset="0"/>
                <a:ea typeface="Noto Sans" panose="020B0502040504020204" pitchFamily="34" charset="0"/>
                <a:cs typeface="Noto Sans" panose="020B0502040504020204" pitchFamily="34" charset="0"/>
              </a:rPr>
              <a:t> ở </a:t>
            </a:r>
            <a:r>
              <a:rPr lang="en-US" dirty="0" err="1">
                <a:latin typeface="Noto Sans" panose="020B0502040504020204" pitchFamily="34" charset="0"/>
                <a:ea typeface="Noto Sans" panose="020B0502040504020204" pitchFamily="34" charset="0"/>
                <a:cs typeface="Noto Sans" panose="020B0502040504020204" pitchFamily="34" charset="0"/>
              </a:rPr>
              <a:t>định</a:t>
            </a:r>
            <a:r>
              <a:rPr lang="en-US" dirty="0">
                <a:latin typeface="Noto Sans" panose="020B0502040504020204" pitchFamily="34" charset="0"/>
                <a:ea typeface="Noto Sans" panose="020B0502040504020204" pitchFamily="34" charset="0"/>
                <a:cs typeface="Noto Sans" panose="020B0502040504020204" pitchFamily="34" charset="0"/>
              </a:rPr>
              <a:t> </a:t>
            </a:r>
            <a:r>
              <a:rPr lang="en-US" dirty="0" err="1">
                <a:latin typeface="Noto Sans" panose="020B0502040504020204" pitchFamily="34" charset="0"/>
                <a:ea typeface="Noto Sans" panose="020B0502040504020204" pitchFamily="34" charset="0"/>
                <a:cs typeface="Noto Sans" panose="020B0502040504020204" pitchFamily="34" charset="0"/>
              </a:rPr>
              <a:t>dạng</a:t>
            </a:r>
            <a:r>
              <a:rPr lang="en-US" dirty="0">
                <a:latin typeface="Noto Sans" panose="020B0502040504020204" pitchFamily="34" charset="0"/>
                <a:ea typeface="Noto Sans" panose="020B0502040504020204" pitchFamily="34" charset="0"/>
                <a:cs typeface="Noto Sans" panose="020B0502040504020204" pitchFamily="34" charset="0"/>
              </a:rPr>
              <a:t> OVF</a:t>
            </a:r>
            <a:endParaRPr lang="en-US" sz="1800" dirty="0">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00573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5">
            <a:extLst>
              <a:ext uri="{FF2B5EF4-FFF2-40B4-BE49-F238E27FC236}">
                <a16:creationId xmlns:a16="http://schemas.microsoft.com/office/drawing/2014/main" id="{03D10BFF-D37E-FB60-BB31-EDC3F42D03D1}"/>
              </a:ext>
            </a:extLst>
          </p:cNvPr>
          <p:cNvSpPr txBox="1">
            <a:spLocks noChangeArrowheads="1"/>
          </p:cNvSpPr>
          <p:nvPr/>
        </p:nvSpPr>
        <p:spPr bwMode="auto">
          <a:xfrm>
            <a:off x="854049" y="204950"/>
            <a:ext cx="29161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err="1">
                <a:solidFill>
                  <a:srgbClr val="339933"/>
                </a:solidFill>
                <a:latin typeface="Bahnschrift SemiLight SemiConde" panose="020B0502040204020203" pitchFamily="34" charset="0"/>
                <a:ea typeface="微软雅黑"/>
                <a:cs typeface="+mn-ea"/>
                <a:sym typeface="+mn-lt"/>
              </a:rPr>
              <a:t>Tìm</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hiểu</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phần</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cứng</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máy</a:t>
            </a:r>
            <a:r>
              <a:rPr lang="en-US" altLang="zh-CN" sz="2000" kern="0">
                <a:solidFill>
                  <a:srgbClr val="339933"/>
                </a:solidFill>
                <a:latin typeface="Bahnschrift SemiLight SemiConde" panose="020B0502040204020203" pitchFamily="34" charset="0"/>
                <a:ea typeface="微软雅黑"/>
                <a:cs typeface="+mn-ea"/>
                <a:sym typeface="+mn-lt"/>
              </a:rPr>
              <a:t> </a:t>
            </a:r>
            <a:r>
              <a:rPr lang="en-US" altLang="zh-CN" sz="2000" kern="0" err="1">
                <a:solidFill>
                  <a:srgbClr val="339933"/>
                </a:solidFill>
                <a:latin typeface="Bahnschrift SemiLight SemiConde" panose="020B0502040204020203" pitchFamily="34" charset="0"/>
                <a:ea typeface="微软雅黑"/>
                <a:cs typeface="+mn-ea"/>
                <a:sym typeface="+mn-lt"/>
              </a:rPr>
              <a:t>ảo</a:t>
            </a:r>
            <a:endParaRPr lang="zh-CN" altLang="en-US" sz="2000">
              <a:solidFill>
                <a:srgbClr val="339933"/>
              </a:solidFill>
              <a:latin typeface="Bahnschrift SemiLight SemiConde" panose="020B0502040204020203" pitchFamily="34" charset="0"/>
              <a:ea typeface="微软雅黑"/>
              <a:cs typeface="+mn-ea"/>
              <a:sym typeface="+mn-lt"/>
            </a:endParaRPr>
          </a:p>
        </p:txBody>
      </p:sp>
      <p:pic>
        <p:nvPicPr>
          <p:cNvPr id="4" name="Picture 3">
            <a:hlinkClick r:id="rId2"/>
            <a:extLst>
              <a:ext uri="{FF2B5EF4-FFF2-40B4-BE49-F238E27FC236}">
                <a16:creationId xmlns:a16="http://schemas.microsoft.com/office/drawing/2014/main" id="{3C85668E-F20D-1A29-B607-C9CC0C0E18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4592" y="2478746"/>
            <a:ext cx="4562192" cy="3868603"/>
          </a:xfrm>
          <a:prstGeom prst="rect">
            <a:avLst/>
          </a:prstGeom>
          <a:noFill/>
          <a:ln>
            <a:noFill/>
          </a:ln>
        </p:spPr>
      </p:pic>
      <p:pic>
        <p:nvPicPr>
          <p:cNvPr id="5" name="Picture 4">
            <a:hlinkClick r:id="rId4"/>
            <a:extLst>
              <a:ext uri="{FF2B5EF4-FFF2-40B4-BE49-F238E27FC236}">
                <a16:creationId xmlns:a16="http://schemas.microsoft.com/office/drawing/2014/main" id="{D2547509-A1C4-8299-0D91-1105C3A34B2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934953" y="1511008"/>
            <a:ext cx="4287569" cy="4836341"/>
          </a:xfrm>
          <a:prstGeom prst="rect">
            <a:avLst/>
          </a:prstGeom>
          <a:noFill/>
          <a:ln>
            <a:noFill/>
          </a:ln>
        </p:spPr>
      </p:pic>
      <p:sp>
        <p:nvSpPr>
          <p:cNvPr id="6" name="TextBox 5">
            <a:extLst>
              <a:ext uri="{FF2B5EF4-FFF2-40B4-BE49-F238E27FC236}">
                <a16:creationId xmlns:a16="http://schemas.microsoft.com/office/drawing/2014/main" id="{ADB2B285-8523-B12A-5869-886F38623761}"/>
              </a:ext>
            </a:extLst>
          </p:cNvPr>
          <p:cNvSpPr txBox="1"/>
          <p:nvPr/>
        </p:nvSpPr>
        <p:spPr>
          <a:xfrm>
            <a:off x="904592" y="1230371"/>
            <a:ext cx="5957935" cy="1251625"/>
          </a:xfrm>
          <a:prstGeom prst="rect">
            <a:avLst/>
          </a:prstGeom>
          <a:noFill/>
        </p:spPr>
        <p:txBody>
          <a:bodyPr wrap="square" lIns="0" tIns="0" rIns="0" bIns="0" rtlCol="0">
            <a:spAutoFit/>
          </a:bodyPr>
          <a:lstStyle/>
          <a:p>
            <a:pPr marL="285750" marR="0" indent="-285750">
              <a:spcBef>
                <a:spcPts val="0"/>
              </a:spcBef>
              <a:spcAft>
                <a:spcPts val="1560"/>
              </a:spcAft>
              <a:buFont typeface="Wingdings" panose="05000000000000000000" pitchFamily="2" charset="2"/>
              <a:buChar char="q"/>
            </a:pPr>
            <a:r>
              <a:rPr lang="en-US" sz="1700" dirty="0">
                <a:effectLst/>
                <a:latin typeface="Noto Sans" panose="020B0502040504020204" pitchFamily="34" charset="0"/>
                <a:ea typeface="Noto Sans" panose="020B0502040504020204" pitchFamily="34" charset="0"/>
                <a:cs typeface="Noto Sans" panose="020B0502040504020204" pitchFamily="34" charset="0"/>
              </a:rPr>
              <a:t>vSphere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đóng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gói</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mỗi</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thành</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một</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tập</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hợp</a:t>
            </a:r>
            <a:r>
              <a:rPr lang="en-US" sz="1700" dirty="0">
                <a:effectLst/>
                <a:latin typeface="Noto Sans" panose="020B0502040504020204" pitchFamily="34" charset="0"/>
                <a:ea typeface="Noto Sans" panose="020B0502040504020204" pitchFamily="34" charset="0"/>
                <a:cs typeface="Noto Sans" panose="020B0502040504020204" pitchFamily="34" charset="0"/>
              </a:rPr>
              <a:t> VM files</a:t>
            </a:r>
          </a:p>
          <a:p>
            <a:pPr marL="285750" marR="0" indent="-285750">
              <a:spcBef>
                <a:spcPts val="0"/>
              </a:spcBef>
              <a:spcAft>
                <a:spcPts val="1560"/>
              </a:spcAft>
              <a:buFont typeface="Wingdings" panose="05000000000000000000" pitchFamily="2" charset="2"/>
              <a:buChar char="q"/>
            </a:pPr>
            <a:r>
              <a:rPr lang="en-US" sz="1700" dirty="0">
                <a:effectLst/>
                <a:latin typeface="Noto Sans" panose="020B0502040504020204" pitchFamily="34" charset="0"/>
                <a:ea typeface="Noto Sans" panose="020B0502040504020204" pitchFamily="34" charset="0"/>
                <a:cs typeface="Noto Sans" panose="020B0502040504020204" pitchFamily="34" charset="0"/>
              </a:rPr>
              <a:t>VM files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được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lưu</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trữ</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trong</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các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thư</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mục</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theo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tên</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trên</a:t>
            </a:r>
            <a:r>
              <a:rPr lang="en-US" sz="1700" dirty="0">
                <a:effectLst/>
                <a:latin typeface="Noto Sans" panose="020B0502040504020204" pitchFamily="34" charset="0"/>
                <a:ea typeface="Noto Sans" panose="020B0502040504020204" pitchFamily="34" charset="0"/>
                <a:cs typeface="Noto Sans" panose="020B0502040504020204" pitchFamily="34" charset="0"/>
              </a:rPr>
              <a:t> datastore</a:t>
            </a:r>
          </a:p>
        </p:txBody>
      </p:sp>
    </p:spTree>
    <p:extLst>
      <p:ext uri="{BB962C8B-B14F-4D97-AF65-F5344CB8AC3E}">
        <p14:creationId xmlns:p14="http://schemas.microsoft.com/office/powerpoint/2010/main" val="2210617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629EF293-2615-0996-1D8A-3334651AEF96}"/>
              </a:ext>
            </a:extLst>
          </p:cNvPr>
          <p:cNvSpPr txBox="1">
            <a:spLocks noChangeArrowheads="1"/>
          </p:cNvSpPr>
          <p:nvPr/>
        </p:nvSpPr>
        <p:spPr bwMode="auto">
          <a:xfrm>
            <a:off x="854049" y="204950"/>
            <a:ext cx="29161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Tìm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hiểu</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phần</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cứng</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EBADCB29-7B64-CDEF-AAB1-4355BDD1C214}"/>
              </a:ext>
            </a:extLst>
          </p:cNvPr>
          <p:cNvSpPr txBox="1"/>
          <p:nvPr/>
        </p:nvSpPr>
        <p:spPr>
          <a:xfrm>
            <a:off x="854049" y="1097021"/>
            <a:ext cx="4508526" cy="4637167"/>
          </a:xfrm>
          <a:prstGeom prst="rect">
            <a:avLst/>
          </a:prstGeom>
          <a:noFill/>
        </p:spPr>
        <p:txBody>
          <a:bodyPr wrap="square" lIns="0" tIns="0" rIns="0" bIns="0" rtlCol="0">
            <a:spAutoFit/>
          </a:bodyPr>
          <a:lstStyle/>
          <a:p>
            <a:pPr marL="285750" marR="0" indent="-285750" algn="just">
              <a:spcBef>
                <a:spcPts val="0"/>
              </a:spcBef>
              <a:spcAft>
                <a:spcPts val="1560"/>
              </a:spcAft>
              <a:buFont typeface="Wingdings" panose="05000000000000000000" pitchFamily="2" charset="2"/>
              <a:buChar char="q"/>
            </a:pPr>
            <a:r>
              <a:rPr lang="en-US" sz="1600" dirty="0">
                <a:effectLst/>
                <a:latin typeface="Noto Sans" panose="020B0502040504020204" pitchFamily="34" charset="0"/>
                <a:ea typeface="Noto Sans" panose="020B0502040504020204" pitchFamily="34" charset="0"/>
                <a:cs typeface="Noto Sans" panose="020B0502040504020204" pitchFamily="34" charset="0"/>
              </a:rPr>
              <a:t>Virtual Hardware Versions</a:t>
            </a:r>
          </a:p>
          <a:p>
            <a:pPr marR="0" algn="just">
              <a:spcBef>
                <a:spcPts val="0"/>
              </a:spcBef>
              <a:spcAft>
                <a:spcPts val="1560"/>
              </a:spcAft>
            </a:pPr>
            <a:r>
              <a:rPr lang="en-US" sz="1600" dirty="0" err="1">
                <a:latin typeface="Noto Sans" panose="020B0502040504020204" pitchFamily="34" charset="0"/>
                <a:ea typeface="Noto Sans" panose="020B0502040504020204" pitchFamily="34" charset="0"/>
                <a:cs typeface="Noto Sans" panose="020B0502040504020204" pitchFamily="34" charset="0"/>
              </a:rPr>
              <a:t>Xác</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định</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các</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chức</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năng</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của</a:t>
            </a:r>
            <a:r>
              <a:rPr lang="en-US" sz="1600" dirty="0">
                <a:latin typeface="Noto Sans" panose="020B0502040504020204" pitchFamily="34" charset="0"/>
                <a:ea typeface="Noto Sans" panose="020B0502040504020204" pitchFamily="34" charset="0"/>
                <a:cs typeface="Noto Sans" panose="020B0502040504020204" pitchFamily="34" charset="0"/>
              </a:rPr>
              <a:t> HĐH </a:t>
            </a:r>
            <a:r>
              <a:rPr lang="en-US" sz="1600" dirty="0" err="1">
                <a:latin typeface="Noto Sans" panose="020B0502040504020204" pitchFamily="34" charset="0"/>
                <a:ea typeface="Noto Sans" panose="020B0502040504020204" pitchFamily="34" charset="0"/>
                <a:cs typeface="Noto Sans" panose="020B0502040504020204" pitchFamily="34" charset="0"/>
              </a:rPr>
              <a:t>mà</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máy</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ảo</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hỗ</a:t>
            </a:r>
            <a:r>
              <a:rPr lang="en-US" sz="1600" dirty="0">
                <a:latin typeface="Noto Sans" panose="020B0502040504020204" pitchFamily="34" charset="0"/>
                <a:ea typeface="Noto Sans" panose="020B0502040504020204" pitchFamily="34" charset="0"/>
                <a:cs typeface="Noto Sans" panose="020B0502040504020204" pitchFamily="34" charset="0"/>
              </a:rPr>
              <a:t> trợ.</a:t>
            </a:r>
          </a:p>
          <a:p>
            <a:pPr marL="285750" marR="0" indent="-285750" algn="just">
              <a:spcBef>
                <a:spcPts val="0"/>
              </a:spcBef>
              <a:spcAft>
                <a:spcPts val="1560"/>
              </a:spcAft>
              <a:buFont typeface="Wingdings" panose="05000000000000000000" pitchFamily="2" charset="2"/>
              <a:buChar char="q"/>
            </a:pPr>
            <a:r>
              <a:rPr lang="en-US" sz="1600" dirty="0">
                <a:effectLst/>
                <a:latin typeface="Noto Sans" panose="020B0502040504020204" pitchFamily="34" charset="0"/>
                <a:ea typeface="Noto Sans" panose="020B0502040504020204" pitchFamily="34" charset="0"/>
                <a:cs typeface="Noto Sans" panose="020B0502040504020204" pitchFamily="34" charset="0"/>
              </a:rPr>
              <a:t>CPU and Memory</a:t>
            </a:r>
          </a:p>
          <a:p>
            <a:pPr marR="0" algn="just">
              <a:spcBef>
                <a:spcPts val="0"/>
              </a:spcBef>
              <a:spcAft>
                <a:spcPts val="1560"/>
              </a:spcAft>
            </a:pPr>
            <a:r>
              <a:rPr lang="en-US" sz="1600" dirty="0" err="1">
                <a:latin typeface="Noto Sans" panose="020B0502040504020204" pitchFamily="34" charset="0"/>
                <a:ea typeface="Noto Sans" panose="020B0502040504020204" pitchFamily="34" charset="0"/>
                <a:cs typeface="Noto Sans" panose="020B0502040504020204" pitchFamily="34" charset="0"/>
              </a:rPr>
              <a:t>Số</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lượng</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cpu</a:t>
            </a:r>
            <a:r>
              <a:rPr lang="en-US" sz="1600" dirty="0">
                <a:latin typeface="Noto Sans" panose="020B0502040504020204" pitchFamily="34" charset="0"/>
                <a:ea typeface="Noto Sans" panose="020B0502040504020204" pitchFamily="34" charset="0"/>
                <a:cs typeface="Noto Sans" panose="020B0502040504020204" pitchFamily="34" charset="0"/>
              </a:rPr>
              <a:t>, ram </a:t>
            </a:r>
            <a:r>
              <a:rPr lang="en-US" sz="1600" dirty="0" err="1">
                <a:latin typeface="Noto Sans" panose="020B0502040504020204" pitchFamily="34" charset="0"/>
                <a:ea typeface="Noto Sans" panose="020B0502040504020204" pitchFamily="34" charset="0"/>
                <a:cs typeface="Noto Sans" panose="020B0502040504020204" pitchFamily="34" charset="0"/>
              </a:rPr>
              <a:t>tối</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đa</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cấp</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cho</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máy</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ảo</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phụ</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thuộc</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vào</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tài</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nguyên</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máy</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chủ</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và</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phiên</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bản</a:t>
            </a:r>
            <a:r>
              <a:rPr lang="en-US" sz="1600" dirty="0">
                <a:latin typeface="Noto Sans" panose="020B0502040504020204" pitchFamily="34" charset="0"/>
                <a:ea typeface="Noto Sans" panose="020B0502040504020204" pitchFamily="34" charset="0"/>
                <a:cs typeface="Noto Sans" panose="020B0502040504020204" pitchFamily="34" charset="0"/>
              </a:rPr>
              <a:t> HĐH </a:t>
            </a:r>
            <a:r>
              <a:rPr lang="en-US" sz="1600" dirty="0" err="1">
                <a:latin typeface="Noto Sans" panose="020B0502040504020204" pitchFamily="34" charset="0"/>
                <a:ea typeface="Noto Sans" panose="020B0502040504020204" pitchFamily="34" charset="0"/>
                <a:cs typeface="Noto Sans" panose="020B0502040504020204" pitchFamily="34" charset="0"/>
              </a:rPr>
              <a:t>máy</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ảo</a:t>
            </a:r>
            <a:endParaRPr lang="en-US" sz="1600" dirty="0">
              <a:latin typeface="Noto Sans" panose="020B0502040504020204" pitchFamily="34" charset="0"/>
              <a:ea typeface="Noto Sans" panose="020B0502040504020204" pitchFamily="34" charset="0"/>
              <a:cs typeface="Noto Sans" panose="020B0502040504020204" pitchFamily="34" charset="0"/>
            </a:endParaRPr>
          </a:p>
          <a:p>
            <a:pPr marL="285750" marR="0" indent="-285750" algn="just">
              <a:spcBef>
                <a:spcPts val="0"/>
              </a:spcBef>
              <a:spcAft>
                <a:spcPts val="1560"/>
              </a:spcAft>
              <a:buFont typeface="Wingdings" panose="05000000000000000000" pitchFamily="2" charset="2"/>
              <a:buChar char="q"/>
            </a:pPr>
            <a:r>
              <a:rPr lang="en-US" sz="1600" dirty="0">
                <a:effectLst/>
                <a:latin typeface="Noto Sans" panose="020B0502040504020204" pitchFamily="34" charset="0"/>
                <a:ea typeface="Noto Sans" panose="020B0502040504020204" pitchFamily="34" charset="0"/>
                <a:cs typeface="Noto Sans" panose="020B0502040504020204" pitchFamily="34" charset="0"/>
              </a:rPr>
              <a:t>Virtual Disks</a:t>
            </a:r>
          </a:p>
          <a:p>
            <a:pPr marR="0" algn="just">
              <a:spcBef>
                <a:spcPts val="0"/>
              </a:spcBef>
              <a:spcAft>
                <a:spcPts val="1560"/>
              </a:spcAft>
            </a:pPr>
            <a:r>
              <a:rPr lang="en-US" sz="1600" dirty="0" err="1">
                <a:latin typeface="Noto Sans" panose="020B0502040504020204" pitchFamily="34" charset="0"/>
                <a:ea typeface="Noto Sans" panose="020B0502040504020204" pitchFamily="34" charset="0"/>
                <a:cs typeface="Noto Sans" panose="020B0502040504020204" pitchFamily="34" charset="0"/>
              </a:rPr>
              <a:t>Có</a:t>
            </a:r>
            <a:r>
              <a:rPr lang="en-US" sz="1600" dirty="0">
                <a:latin typeface="Noto Sans" panose="020B0502040504020204" pitchFamily="34" charset="0"/>
                <a:ea typeface="Noto Sans" panose="020B0502040504020204" pitchFamily="34" charset="0"/>
                <a:cs typeface="Noto Sans" panose="020B0502040504020204" pitchFamily="34" charset="0"/>
              </a:rPr>
              <a:t> 2 </a:t>
            </a:r>
            <a:r>
              <a:rPr lang="en-US" sz="1600" dirty="0" err="1">
                <a:latin typeface="Noto Sans" panose="020B0502040504020204" pitchFamily="34" charset="0"/>
                <a:ea typeface="Noto Sans" panose="020B0502040504020204" pitchFamily="34" charset="0"/>
                <a:cs typeface="Noto Sans" panose="020B0502040504020204" pitchFamily="34" charset="0"/>
              </a:rPr>
              <a:t>loại</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đĩa</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ảo</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là</a:t>
            </a:r>
            <a:r>
              <a:rPr lang="en-US" sz="1600" dirty="0">
                <a:latin typeface="Noto Sans" panose="020B0502040504020204" pitchFamily="34" charset="0"/>
                <a:ea typeface="Noto Sans" panose="020B0502040504020204" pitchFamily="34" charset="0"/>
                <a:cs typeface="Noto Sans" panose="020B0502040504020204" pitchFamily="34" charset="0"/>
              </a:rPr>
              <a:t> thick </a:t>
            </a:r>
            <a:r>
              <a:rPr lang="en-US" sz="1600" dirty="0" err="1">
                <a:latin typeface="Noto Sans" panose="020B0502040504020204" pitchFamily="34" charset="0"/>
                <a:ea typeface="Noto Sans" panose="020B0502040504020204" pitchFamily="34" charset="0"/>
                <a:cs typeface="Noto Sans" panose="020B0502040504020204" pitchFamily="34" charset="0"/>
              </a:rPr>
              <a:t>và</a:t>
            </a:r>
            <a:r>
              <a:rPr lang="en-US" sz="1600" dirty="0">
                <a:latin typeface="Noto Sans" panose="020B0502040504020204" pitchFamily="34" charset="0"/>
                <a:ea typeface="Noto Sans" panose="020B0502040504020204" pitchFamily="34" charset="0"/>
                <a:cs typeface="Noto Sans" panose="020B0502040504020204" pitchFamily="34" charset="0"/>
              </a:rPr>
              <a:t> thin provisioned virtual disk</a:t>
            </a:r>
            <a:endParaRPr lang="en-US" sz="1600" dirty="0">
              <a:effectLst/>
              <a:latin typeface="Noto Sans" panose="020B0502040504020204" pitchFamily="34" charset="0"/>
              <a:ea typeface="Noto Sans" panose="020B0502040504020204" pitchFamily="34" charset="0"/>
              <a:cs typeface="Noto Sans" panose="020B0502040504020204" pitchFamily="34" charset="0"/>
            </a:endParaRPr>
          </a:p>
          <a:p>
            <a:pPr marL="285750" marR="0" indent="-285750" algn="just">
              <a:spcBef>
                <a:spcPts val="0"/>
              </a:spcBef>
              <a:spcAft>
                <a:spcPts val="1560"/>
              </a:spcAft>
              <a:buFont typeface="Wingdings" panose="05000000000000000000" pitchFamily="2" charset="2"/>
              <a:buChar char="q"/>
            </a:pPr>
            <a:r>
              <a:rPr lang="en-US" sz="1600" dirty="0">
                <a:latin typeface="Noto Sans" panose="020B0502040504020204" pitchFamily="34" charset="0"/>
                <a:ea typeface="Noto Sans" panose="020B0502040504020204" pitchFamily="34" charset="0"/>
                <a:cs typeface="Noto Sans" panose="020B0502040504020204" pitchFamily="34" charset="0"/>
              </a:rPr>
              <a:t>Virtual Network</a:t>
            </a:r>
          </a:p>
          <a:p>
            <a:pPr marR="0" algn="just">
              <a:spcBef>
                <a:spcPts val="0"/>
              </a:spcBef>
              <a:spcAft>
                <a:spcPts val="1560"/>
              </a:spcAft>
            </a:pPr>
            <a:r>
              <a:rPr lang="en-US" sz="1600" dirty="0" err="1">
                <a:latin typeface="Noto Sans" panose="020B0502040504020204" pitchFamily="34" charset="0"/>
                <a:ea typeface="Noto Sans" panose="020B0502040504020204" pitchFamily="34" charset="0"/>
                <a:cs typeface="Noto Sans" panose="020B0502040504020204" pitchFamily="34" charset="0"/>
              </a:rPr>
              <a:t>Máy</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ảo</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và</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máy</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vật</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lý</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giao</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tiếp</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thông</a:t>
            </a:r>
            <a:r>
              <a:rPr lang="en-US" sz="1600" dirty="0">
                <a:latin typeface="Noto Sans" panose="020B0502040504020204" pitchFamily="34" charset="0"/>
                <a:ea typeface="Noto Sans" panose="020B0502040504020204" pitchFamily="34" charset="0"/>
                <a:cs typeface="Noto Sans" panose="020B0502040504020204" pitchFamily="34" charset="0"/>
              </a:rPr>
              <a:t> qua </a:t>
            </a:r>
            <a:r>
              <a:rPr lang="en-US" sz="1600" dirty="0" err="1">
                <a:latin typeface="Noto Sans" panose="020B0502040504020204" pitchFamily="34" charset="0"/>
                <a:ea typeface="Noto Sans" panose="020B0502040504020204" pitchFamily="34" charset="0"/>
                <a:cs typeface="Noto Sans" panose="020B0502040504020204" pitchFamily="34" charset="0"/>
              </a:rPr>
              <a:t>mạng</a:t>
            </a:r>
            <a:r>
              <a:rPr lang="en-US" sz="1600" dirty="0">
                <a:latin typeface="Noto Sans" panose="020B0502040504020204" pitchFamily="34" charset="0"/>
                <a:ea typeface="Noto Sans" panose="020B0502040504020204" pitchFamily="34" charset="0"/>
                <a:cs typeface="Noto Sans" panose="020B0502040504020204" pitchFamily="34" charset="0"/>
              </a:rPr>
              <a:t> </a:t>
            </a:r>
            <a:r>
              <a:rPr lang="en-US" sz="1600" dirty="0" err="1">
                <a:latin typeface="Noto Sans" panose="020B0502040504020204" pitchFamily="34" charset="0"/>
                <a:ea typeface="Noto Sans" panose="020B0502040504020204" pitchFamily="34" charset="0"/>
                <a:cs typeface="Noto Sans" panose="020B0502040504020204" pitchFamily="34" charset="0"/>
              </a:rPr>
              <a:t>ảo</a:t>
            </a:r>
            <a:endParaRPr lang="en-US" sz="1800" dirty="0">
              <a:effectLst/>
              <a:latin typeface="#9Slide02 Noi dung dai" panose="02000000000000000000"/>
              <a:ea typeface="Times New Roman" panose="02020603050405020304" pitchFamily="18" charset="0"/>
            </a:endParaRPr>
          </a:p>
        </p:txBody>
      </p:sp>
      <p:pic>
        <p:nvPicPr>
          <p:cNvPr id="5" name="Picture 4">
            <a:extLst>
              <a:ext uri="{FF2B5EF4-FFF2-40B4-BE49-F238E27FC236}">
                <a16:creationId xmlns:a16="http://schemas.microsoft.com/office/drawing/2014/main" id="{A837E549-E175-17BE-818E-89F977C16D67}"/>
              </a:ext>
            </a:extLst>
          </p:cNvPr>
          <p:cNvPicPr>
            <a:picLocks noChangeAspect="1"/>
          </p:cNvPicPr>
          <p:nvPr/>
        </p:nvPicPr>
        <p:blipFill>
          <a:blip r:embed="rId2"/>
          <a:stretch>
            <a:fillRect/>
          </a:stretch>
        </p:blipFill>
        <p:spPr>
          <a:xfrm>
            <a:off x="5743574" y="1230371"/>
            <a:ext cx="6448425" cy="4415517"/>
          </a:xfrm>
          <a:prstGeom prst="rect">
            <a:avLst/>
          </a:prstGeom>
        </p:spPr>
      </p:pic>
    </p:spTree>
    <p:extLst>
      <p:ext uri="{BB962C8B-B14F-4D97-AF65-F5344CB8AC3E}">
        <p14:creationId xmlns:p14="http://schemas.microsoft.com/office/powerpoint/2010/main" val="2218662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25">
            <a:extLst>
              <a:ext uri="{FF2B5EF4-FFF2-40B4-BE49-F238E27FC236}">
                <a16:creationId xmlns:a16="http://schemas.microsoft.com/office/drawing/2014/main" id="{31470E7A-68D7-6094-94FE-7492EDA990F5}"/>
              </a:ext>
            </a:extLst>
          </p:cNvPr>
          <p:cNvSpPr txBox="1">
            <a:spLocks noChangeArrowheads="1"/>
          </p:cNvSpPr>
          <p:nvPr/>
        </p:nvSpPr>
        <p:spPr bwMode="auto">
          <a:xfrm>
            <a:off x="854049" y="204950"/>
            <a:ext cx="29161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Tìm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hiểu</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phần</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cứng</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6" name="Picture 5">
            <a:hlinkClick r:id="rId2"/>
            <a:extLst>
              <a:ext uri="{FF2B5EF4-FFF2-40B4-BE49-F238E27FC236}">
                <a16:creationId xmlns:a16="http://schemas.microsoft.com/office/drawing/2014/main" id="{B1B320D4-B2D2-D071-BC47-D3AFA5BD3B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1865" y="1153814"/>
            <a:ext cx="4664810" cy="5039220"/>
          </a:xfrm>
          <a:prstGeom prst="rect">
            <a:avLst/>
          </a:prstGeom>
          <a:noFill/>
          <a:ln>
            <a:noFill/>
          </a:ln>
        </p:spPr>
      </p:pic>
      <p:graphicFrame>
        <p:nvGraphicFramePr>
          <p:cNvPr id="7" name="Diagram 6">
            <a:extLst>
              <a:ext uri="{FF2B5EF4-FFF2-40B4-BE49-F238E27FC236}">
                <a16:creationId xmlns:a16="http://schemas.microsoft.com/office/drawing/2014/main" id="{15AA2109-0E67-8D5C-2602-7FB40B5FEC95}"/>
              </a:ext>
            </a:extLst>
          </p:cNvPr>
          <p:cNvGraphicFramePr/>
          <p:nvPr>
            <p:extLst>
              <p:ext uri="{D42A27DB-BD31-4B8C-83A1-F6EECF244321}">
                <p14:modId xmlns:p14="http://schemas.microsoft.com/office/powerpoint/2010/main" val="1149794667"/>
              </p:ext>
            </p:extLst>
          </p:nvPr>
        </p:nvGraphicFramePr>
        <p:xfrm>
          <a:off x="854050" y="733647"/>
          <a:ext cx="5419160" cy="48976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075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25">
            <a:extLst>
              <a:ext uri="{FF2B5EF4-FFF2-40B4-BE49-F238E27FC236}">
                <a16:creationId xmlns:a16="http://schemas.microsoft.com/office/drawing/2014/main" id="{A3E1A14D-78D0-7BC9-D71C-D10B36CA104C}"/>
              </a:ext>
            </a:extLst>
          </p:cNvPr>
          <p:cNvSpPr txBox="1">
            <a:spLocks noChangeArrowheads="1"/>
          </p:cNvSpPr>
          <p:nvPr/>
        </p:nvSpPr>
        <p:spPr bwMode="auto">
          <a:xfrm>
            <a:off x="854049" y="204950"/>
            <a:ext cx="29161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Tìm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hiểu</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phần</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cứng</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graphicFrame>
        <p:nvGraphicFramePr>
          <p:cNvPr id="8" name="Table 7">
            <a:extLst>
              <a:ext uri="{FF2B5EF4-FFF2-40B4-BE49-F238E27FC236}">
                <a16:creationId xmlns:a16="http://schemas.microsoft.com/office/drawing/2014/main" id="{86BC9FCC-D508-09E8-0FDF-B0F323AE7F58}"/>
              </a:ext>
            </a:extLst>
          </p:cNvPr>
          <p:cNvGraphicFramePr>
            <a:graphicFrameLocks noGrp="1"/>
          </p:cNvGraphicFramePr>
          <p:nvPr>
            <p:extLst>
              <p:ext uri="{D42A27DB-BD31-4B8C-83A1-F6EECF244321}">
                <p14:modId xmlns:p14="http://schemas.microsoft.com/office/powerpoint/2010/main" val="1937262784"/>
              </p:ext>
            </p:extLst>
          </p:nvPr>
        </p:nvGraphicFramePr>
        <p:xfrm>
          <a:off x="1020726" y="2030043"/>
          <a:ext cx="10302948" cy="4192496"/>
        </p:xfrm>
        <a:graphic>
          <a:graphicData uri="http://schemas.openxmlformats.org/drawingml/2006/table">
            <a:tbl>
              <a:tblPr firstRow="1" firstCol="1" bandRow="1">
                <a:tableStyleId>{69012ECD-51FC-41F1-AA8D-1B2483CD663E}</a:tableStyleId>
              </a:tblPr>
              <a:tblGrid>
                <a:gridCol w="2998381">
                  <a:extLst>
                    <a:ext uri="{9D8B030D-6E8A-4147-A177-3AD203B41FA5}">
                      <a16:colId xmlns:a16="http://schemas.microsoft.com/office/drawing/2014/main" val="2156027209"/>
                    </a:ext>
                  </a:extLst>
                </a:gridCol>
                <a:gridCol w="7304567">
                  <a:extLst>
                    <a:ext uri="{9D8B030D-6E8A-4147-A177-3AD203B41FA5}">
                      <a16:colId xmlns:a16="http://schemas.microsoft.com/office/drawing/2014/main" val="3765155657"/>
                    </a:ext>
                  </a:extLst>
                </a:gridCol>
              </a:tblGrid>
              <a:tr h="586836">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Network Adapter Type </a:t>
                      </a:r>
                    </a:p>
                  </a:txBody>
                  <a:tcPr marL="0" marR="76200" marT="76200" marB="76200" anchor="ctr"/>
                </a:tc>
                <a:tc>
                  <a:txBody>
                    <a:bodyPr/>
                    <a:lstStyle/>
                    <a:p>
                      <a:pPr marL="0" marR="0">
                        <a:lnSpc>
                          <a:spcPct val="107000"/>
                        </a:lnSpc>
                        <a:spcBef>
                          <a:spcPts val="0"/>
                        </a:spcBef>
                        <a:spcAft>
                          <a:spcPts val="1200"/>
                        </a:spcAft>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Description</a:t>
                      </a:r>
                    </a:p>
                  </a:txBody>
                  <a:tcPr marL="76200" marR="0" marT="76200" marB="76200" anchor="ctr"/>
                </a:tc>
                <a:extLst>
                  <a:ext uri="{0D108BD9-81ED-4DB2-BD59-A6C34878D82A}">
                    <a16:rowId xmlns:a16="http://schemas.microsoft.com/office/drawing/2014/main" val="2971281446"/>
                  </a:ext>
                </a:extLst>
              </a:tr>
              <a:tr h="672093">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E1000-E1000E </a:t>
                      </a:r>
                    </a:p>
                  </a:txBody>
                  <a:tcPr marL="0" marR="76200" marT="76200" marB="76200" anchor="ctr"/>
                </a:tc>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Phiên bản mô phỏng của Intel Gigabit Ethernet NIC, với trình điều khiển có sẵn trong hầu hết các Guest OS</a:t>
                      </a:r>
                    </a:p>
                  </a:txBody>
                  <a:tcPr marL="76200" marR="0" marT="76200" marB="76200" anchor="ctr"/>
                </a:tc>
                <a:extLst>
                  <a:ext uri="{0D108BD9-81ED-4DB2-BD59-A6C34878D82A}">
                    <a16:rowId xmlns:a16="http://schemas.microsoft.com/office/drawing/2014/main" val="1209148134"/>
                  </a:ext>
                </a:extLst>
              </a:tr>
              <a:tr h="403846">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VMXNET3 </a:t>
                      </a:r>
                    </a:p>
                  </a:txBody>
                  <a:tcPr marL="0" marR="76200" marT="76200" marB="76200" anchor="ctr"/>
                </a:tc>
                <a:tc>
                  <a:txBody>
                    <a:bodyPr/>
                    <a:lstStyle/>
                    <a:p>
                      <a:pPr marL="0" marR="0">
                        <a:lnSpc>
                          <a:spcPct val="107000"/>
                        </a:lnSpc>
                        <a:spcBef>
                          <a:spcPts val="0"/>
                        </a:spcBef>
                        <a:spcAft>
                          <a:spcPts val="1200"/>
                        </a:spcAft>
                      </a:pP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Chỉ</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sẵn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VMware Tools.</a:t>
                      </a:r>
                    </a:p>
                  </a:txBody>
                  <a:tcPr marL="76200" marR="0" marT="76200" marB="76200" anchor="ctr"/>
                </a:tc>
                <a:extLst>
                  <a:ext uri="{0D108BD9-81ED-4DB2-BD59-A6C34878D82A}">
                    <a16:rowId xmlns:a16="http://schemas.microsoft.com/office/drawing/2014/main" val="1085966358"/>
                  </a:ext>
                </a:extLst>
              </a:tr>
              <a:tr h="403846">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Flexible </a:t>
                      </a:r>
                    </a:p>
                  </a:txBody>
                  <a:tcPr marL="0" marR="76200" marT="76200" marB="76200" anchor="ctr"/>
                </a:tc>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Có thể hoạt động như một Vlance hoặc VMXNET adapter.</a:t>
                      </a:r>
                    </a:p>
                  </a:txBody>
                  <a:tcPr marL="76200" marR="0" marT="76200" marB="76200" anchor="ctr"/>
                </a:tc>
                <a:extLst>
                  <a:ext uri="{0D108BD9-81ED-4DB2-BD59-A6C34878D82A}">
                    <a16:rowId xmlns:a16="http://schemas.microsoft.com/office/drawing/2014/main" val="1259413380"/>
                  </a:ext>
                </a:extLst>
              </a:tr>
              <a:tr h="672093">
                <a:tc>
                  <a:txBody>
                    <a:bodyPr/>
                    <a:lstStyle/>
                    <a:p>
                      <a:pPr marL="0" marR="0">
                        <a:lnSpc>
                          <a:spcPct val="107000"/>
                        </a:lnSpc>
                        <a:spcBef>
                          <a:spcPts val="0"/>
                        </a:spcBef>
                        <a:spcAft>
                          <a:spcPts val="1200"/>
                        </a:spcAft>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SR-IOV pass-through </a:t>
                      </a:r>
                    </a:p>
                  </a:txBody>
                  <a:tcPr marL="0" marR="76200" marT="76200" marB="76200" anchor="ctr"/>
                </a:tc>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Cho phép VM và physical adapter trao đổi dữ liệu mà không cần sử dụng VMkernel làm trung gian.</a:t>
                      </a:r>
                    </a:p>
                  </a:txBody>
                  <a:tcPr marL="76200" marR="0" marT="76200" marB="76200" anchor="ctr"/>
                </a:tc>
                <a:extLst>
                  <a:ext uri="{0D108BD9-81ED-4DB2-BD59-A6C34878D82A}">
                    <a16:rowId xmlns:a16="http://schemas.microsoft.com/office/drawing/2014/main" val="3224148336"/>
                  </a:ext>
                </a:extLst>
              </a:tr>
              <a:tr h="672093">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vSphere DirectPath I/O </a:t>
                      </a:r>
                    </a:p>
                  </a:txBody>
                  <a:tcPr marL="0" marR="76200" marT="76200" marB="76200" anchor="ctr"/>
                </a:tc>
                <a:tc>
                  <a:txBody>
                    <a:bodyPr/>
                    <a:lstStyle/>
                    <a:p>
                      <a:pPr marL="0" marR="0">
                        <a:lnSpc>
                          <a:spcPct val="107000"/>
                        </a:lnSpc>
                        <a:spcBef>
                          <a:spcPts val="0"/>
                        </a:spcBef>
                        <a:spcAft>
                          <a:spcPts val="1200"/>
                        </a:spcAft>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Cho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phép</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vào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physical PCI network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I/O memory management unit.</a:t>
                      </a:r>
                    </a:p>
                  </a:txBody>
                  <a:tcPr marL="76200" marR="0" marT="76200" marB="76200" anchor="ctr"/>
                </a:tc>
                <a:extLst>
                  <a:ext uri="{0D108BD9-81ED-4DB2-BD59-A6C34878D82A}">
                    <a16:rowId xmlns:a16="http://schemas.microsoft.com/office/drawing/2014/main" val="509537623"/>
                  </a:ext>
                </a:extLst>
              </a:tr>
              <a:tr h="672093">
                <a:tc>
                  <a:txBody>
                    <a:bodyPr/>
                    <a:lstStyle/>
                    <a:p>
                      <a:pPr marL="0" marR="0">
                        <a:lnSpc>
                          <a:spcPct val="107000"/>
                        </a:lnSpc>
                        <a:spcBef>
                          <a:spcPts val="0"/>
                        </a:spcBef>
                        <a:spcAft>
                          <a:spcPts val="1200"/>
                        </a:spcAft>
                      </a:pPr>
                      <a:r>
                        <a:rPr lang="en-US" sz="170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PVRDMA </a:t>
                      </a:r>
                    </a:p>
                  </a:txBody>
                  <a:tcPr marL="0" marR="76200" marT="76200" marB="76200" anchor="ctr"/>
                </a:tc>
                <a:tc>
                  <a:txBody>
                    <a:bodyPr/>
                    <a:lstStyle/>
                    <a:p>
                      <a:pPr marL="0" marR="0">
                        <a:lnSpc>
                          <a:spcPct val="107000"/>
                        </a:lnSpc>
                        <a:spcBef>
                          <a:spcPts val="0"/>
                        </a:spcBef>
                        <a:spcAft>
                          <a:spcPts val="1200"/>
                        </a:spcAft>
                      </a:pP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Thiết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hóa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cung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cấp</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hiệu</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suất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thiết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cải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thiện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Nó</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cung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RDMA-like interface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vSphere guests.</a:t>
                      </a:r>
                    </a:p>
                  </a:txBody>
                  <a:tcPr marL="76200" marR="0" marT="76200" marB="76200" anchor="ctr"/>
                </a:tc>
                <a:extLst>
                  <a:ext uri="{0D108BD9-81ED-4DB2-BD59-A6C34878D82A}">
                    <a16:rowId xmlns:a16="http://schemas.microsoft.com/office/drawing/2014/main" val="4060741817"/>
                  </a:ext>
                </a:extLst>
              </a:tr>
            </a:tbl>
          </a:graphicData>
        </a:graphic>
      </p:graphicFrame>
      <p:sp>
        <p:nvSpPr>
          <p:cNvPr id="9" name="TextBox 8">
            <a:extLst>
              <a:ext uri="{FF2B5EF4-FFF2-40B4-BE49-F238E27FC236}">
                <a16:creationId xmlns:a16="http://schemas.microsoft.com/office/drawing/2014/main" id="{B746E8DA-49E6-FCE0-92E4-3131E0D60726}"/>
              </a:ext>
            </a:extLst>
          </p:cNvPr>
          <p:cNvSpPr txBox="1"/>
          <p:nvPr/>
        </p:nvSpPr>
        <p:spPr>
          <a:xfrm>
            <a:off x="1020726" y="1254642"/>
            <a:ext cx="10302948" cy="815608"/>
          </a:xfrm>
          <a:prstGeom prst="rect">
            <a:avLst/>
          </a:prstGeom>
          <a:noFill/>
        </p:spPr>
        <p:txBody>
          <a:bodyPr wrap="square" lIns="0" tIns="0" rIns="0" bIns="0" rtlCol="0">
            <a:spAutoFit/>
          </a:bodyPr>
          <a:lstStyle/>
          <a:p>
            <a:pPr marL="285750" indent="-285750">
              <a:buFont typeface="Wingdings" panose="05000000000000000000" pitchFamily="2" charset="2"/>
              <a:buChar char="q"/>
            </a:pPr>
            <a:r>
              <a:rPr lang="en-US" sz="1700" dirty="0">
                <a:effectLst/>
                <a:latin typeface="Noto Sans" panose="020B0502040504020204" pitchFamily="34" charset="0"/>
                <a:ea typeface="Noto Sans" panose="020B0502040504020204" pitchFamily="34" charset="0"/>
                <a:cs typeface="Noto Sans" panose="020B0502040504020204" pitchFamily="34" charset="0"/>
              </a:rPr>
              <a:t>Khi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cấu</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hình</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một</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có</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thể</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thêm</a:t>
            </a:r>
            <a:r>
              <a:rPr lang="en-US" sz="1700" dirty="0">
                <a:effectLst/>
                <a:latin typeface="Noto Sans" panose="020B0502040504020204" pitchFamily="34" charset="0"/>
                <a:ea typeface="Noto Sans" panose="020B0502040504020204" pitchFamily="34" charset="0"/>
                <a:cs typeface="Noto Sans" panose="020B0502040504020204" pitchFamily="34" charset="0"/>
              </a:rPr>
              <a:t> network adapters (NIC)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và</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chỉ</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định</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loại</a:t>
            </a:r>
            <a:r>
              <a:rPr lang="en-US" sz="1700" dirty="0">
                <a:effectLst/>
                <a:latin typeface="Noto Sans" panose="020B0502040504020204" pitchFamily="34" charset="0"/>
                <a:ea typeface="Noto Sans" panose="020B0502040504020204" pitchFamily="34" charset="0"/>
                <a:cs typeface="Noto Sans" panose="020B0502040504020204" pitchFamily="34" charset="0"/>
              </a:rPr>
              <a:t> adapter.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Bất</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cứ</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khi</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nào</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có</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thể</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hãy</a:t>
            </a:r>
            <a:r>
              <a:rPr lang="en-US" sz="1700" dirty="0">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effectLst/>
                <a:latin typeface="Noto Sans" panose="020B0502040504020204" pitchFamily="34" charset="0"/>
                <a:ea typeface="Noto Sans" panose="020B0502040504020204" pitchFamily="34" charset="0"/>
                <a:cs typeface="Noto Sans" panose="020B0502040504020204" pitchFamily="34" charset="0"/>
              </a:rPr>
              <a:t>chọn</a:t>
            </a:r>
            <a:r>
              <a:rPr lang="en-US" sz="1700" dirty="0">
                <a:effectLst/>
                <a:latin typeface="Noto Sans" panose="020B0502040504020204" pitchFamily="34" charset="0"/>
                <a:ea typeface="Noto Sans" panose="020B0502040504020204" pitchFamily="34" charset="0"/>
                <a:cs typeface="Noto Sans" panose="020B0502040504020204" pitchFamily="34" charset="0"/>
              </a:rPr>
              <a:t> VMXNET3</a:t>
            </a:r>
          </a:p>
          <a:p>
            <a:pPr algn="l"/>
            <a:endParaRPr lang="en-US" sz="1700" dirty="0">
              <a:latin typeface="Montserrat" panose="00000500000000000000" pitchFamily="2" charset="0"/>
            </a:endParaRPr>
          </a:p>
        </p:txBody>
      </p:sp>
    </p:spTree>
    <p:extLst>
      <p:ext uri="{BB962C8B-B14F-4D97-AF65-F5344CB8AC3E}">
        <p14:creationId xmlns:p14="http://schemas.microsoft.com/office/powerpoint/2010/main" val="1378737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hlinkClick r:id="rId2"/>
            <a:extLst>
              <a:ext uri="{FF2B5EF4-FFF2-40B4-BE49-F238E27FC236}">
                <a16:creationId xmlns:a16="http://schemas.microsoft.com/office/drawing/2014/main" id="{62206046-D94A-D391-553C-E423DDF517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87609" y="1201479"/>
            <a:ext cx="4463902" cy="4197785"/>
          </a:xfrm>
          <a:prstGeom prst="rect">
            <a:avLst/>
          </a:prstGeom>
          <a:noFill/>
          <a:ln>
            <a:noFill/>
          </a:ln>
        </p:spPr>
      </p:pic>
      <p:sp>
        <p:nvSpPr>
          <p:cNvPr id="3" name="TextBox 25">
            <a:extLst>
              <a:ext uri="{FF2B5EF4-FFF2-40B4-BE49-F238E27FC236}">
                <a16:creationId xmlns:a16="http://schemas.microsoft.com/office/drawing/2014/main" id="{940BA20B-7F29-7AE1-521F-5B58D1686246}"/>
              </a:ext>
            </a:extLst>
          </p:cNvPr>
          <p:cNvSpPr txBox="1">
            <a:spLocks noChangeArrowheads="1"/>
          </p:cNvSpPr>
          <p:nvPr/>
        </p:nvSpPr>
        <p:spPr bwMode="auto">
          <a:xfrm>
            <a:off x="854049" y="204950"/>
            <a:ext cx="29161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Tìm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hiểu</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phần</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cứng</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4" name="TextBox 3">
            <a:extLst>
              <a:ext uri="{FF2B5EF4-FFF2-40B4-BE49-F238E27FC236}">
                <a16:creationId xmlns:a16="http://schemas.microsoft.com/office/drawing/2014/main" id="{8920405D-5964-847D-80ED-00D2734DA64B}"/>
              </a:ext>
            </a:extLst>
          </p:cNvPr>
          <p:cNvSpPr txBox="1"/>
          <p:nvPr/>
        </p:nvSpPr>
        <p:spPr>
          <a:xfrm>
            <a:off x="659219" y="1201479"/>
            <a:ext cx="6202226" cy="4108817"/>
          </a:xfrm>
          <a:prstGeom prst="rect">
            <a:avLst/>
          </a:prstGeom>
          <a:noFill/>
        </p:spPr>
        <p:txBody>
          <a:bodyPr wrap="square" lIns="0" tIns="0" rIns="0" bIns="0" rtlCol="0">
            <a:spAutoFit/>
          </a:bodyPr>
          <a:lstStyle/>
          <a:p>
            <a:pPr marR="0">
              <a:spcBef>
                <a:spcPts val="0"/>
              </a:spcBef>
              <a:spcAft>
                <a:spcPts val="1560"/>
              </a:spcAft>
            </a:pPr>
            <a:r>
              <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thiết</a:t>
            </a:r>
            <a:r>
              <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bị</a:t>
            </a:r>
            <a:r>
              <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hóa</a:t>
            </a:r>
            <a:r>
              <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khác</a:t>
            </a:r>
            <a:endParaRPr lang="en-US" sz="17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endParaRPr>
          </a:p>
          <a:p>
            <a:pPr marL="742950" lvl="1" indent="-285750">
              <a:spcAft>
                <a:spcPts val="1560"/>
              </a:spcAft>
              <a:buFont typeface="Wingdings" panose="05000000000000000000" pitchFamily="2" charset="2"/>
              <a:buChar char="q"/>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Ổ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đĩa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CD / DVD: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kết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nối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đĩa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CD, DVD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hoặc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ISO image .</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742950" lvl="1" indent="-285750">
              <a:spcAft>
                <a:spcPts val="1560"/>
              </a:spcAft>
              <a:buFont typeface="Wingdings" panose="05000000000000000000" pitchFamily="2" charset="2"/>
              <a:buChar char="q"/>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USB 3.0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3.1</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742950" lvl="1" indent="-285750">
              <a:spcAft>
                <a:spcPts val="1560"/>
              </a:spcAft>
              <a:buFont typeface="Wingdings" panose="05000000000000000000" pitchFamily="2" charset="2"/>
              <a:buChar char="q"/>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Ổ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đĩa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kết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nối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ổ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đĩa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hoặc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hình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ảnh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đĩa</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mềm</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742950" lvl="1" indent="-285750">
              <a:spcAft>
                <a:spcPts val="1560"/>
              </a:spcAft>
              <a:buFont typeface="Wingdings" panose="05000000000000000000" pitchFamily="2" charset="2"/>
              <a:buChar char="q"/>
            </a:pP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Generic SCSI devices: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kết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nối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SCSI adapters.</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742950" lvl="1" indent="-285750">
              <a:spcAft>
                <a:spcPts val="1560"/>
              </a:spcAft>
              <a:buFont typeface="Wingdings" panose="05000000000000000000" pitchFamily="2" charset="2"/>
              <a:buChar char="q"/>
            </a:pP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vGPUs</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GPU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hoạt</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động</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toán</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cao</a:t>
            </a:r>
            <a:r>
              <a:rPr lang="en-US" sz="17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a:t>
            </a:r>
          </a:p>
          <a:p>
            <a:pPr algn="l"/>
            <a:endParaRPr lang="en-US" sz="1700" dirty="0">
              <a:solidFill>
                <a:schemeClr val="tx1">
                  <a:lumMod val="50000"/>
                  <a:lumOff val="50000"/>
                </a:schemeClr>
              </a:solidFill>
            </a:endParaRPr>
          </a:p>
        </p:txBody>
      </p:sp>
    </p:spTree>
    <p:extLst>
      <p:ext uri="{BB962C8B-B14F-4D97-AF65-F5344CB8AC3E}">
        <p14:creationId xmlns:p14="http://schemas.microsoft.com/office/powerpoint/2010/main" val="159637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4DA8B3E3-E47A-050C-BD8F-9E9879D59981}"/>
              </a:ext>
            </a:extLst>
          </p:cNvPr>
          <p:cNvSpPr txBox="1">
            <a:spLocks noChangeArrowheads="1"/>
          </p:cNvSpPr>
          <p:nvPr/>
        </p:nvSpPr>
        <p:spPr bwMode="auto">
          <a:xfrm>
            <a:off x="854049" y="204950"/>
            <a:ext cx="291618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Tìm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hiểu</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phần</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cứng</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3" name="Picture 2" descr="Máy ảo">
            <a:hlinkClick r:id="rId2"/>
            <a:extLst>
              <a:ext uri="{FF2B5EF4-FFF2-40B4-BE49-F238E27FC236}">
                <a16:creationId xmlns:a16="http://schemas.microsoft.com/office/drawing/2014/main" id="{B7D2B5BB-552D-FE3B-C181-E02F58EF2F4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3892" y="3070825"/>
            <a:ext cx="9932581" cy="2999937"/>
          </a:xfrm>
          <a:prstGeom prst="rect">
            <a:avLst/>
          </a:prstGeom>
          <a:noFill/>
          <a:ln>
            <a:noFill/>
          </a:ln>
        </p:spPr>
      </p:pic>
      <p:sp>
        <p:nvSpPr>
          <p:cNvPr id="4" name="TextBox 3">
            <a:extLst>
              <a:ext uri="{FF2B5EF4-FFF2-40B4-BE49-F238E27FC236}">
                <a16:creationId xmlns:a16="http://schemas.microsoft.com/office/drawing/2014/main" id="{4A56D706-2602-4FB3-B799-A9FBF0BC3C57}"/>
              </a:ext>
            </a:extLst>
          </p:cNvPr>
          <p:cNvSpPr txBox="1"/>
          <p:nvPr/>
        </p:nvSpPr>
        <p:spPr>
          <a:xfrm>
            <a:off x="933892" y="1094149"/>
            <a:ext cx="10028275" cy="1549142"/>
          </a:xfrm>
          <a:prstGeom prst="rect">
            <a:avLst/>
          </a:prstGeom>
          <a:noFill/>
        </p:spPr>
        <p:txBody>
          <a:bodyPr wrap="square" lIns="0" tIns="0" rIns="0" bIns="0" rtlCol="0">
            <a:spAutoFit/>
          </a:bodyPr>
          <a:lstStyle/>
          <a:p>
            <a:pPr marR="0">
              <a:spcBef>
                <a:spcPts val="0"/>
              </a:spcBef>
              <a:spcAft>
                <a:spcPts val="1560"/>
              </a:spcAft>
            </a:pPr>
            <a:r>
              <a:rPr lang="en-US" sz="20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Console </a:t>
            </a:r>
            <a:r>
              <a:rPr lang="en-US" sz="2000" b="1"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20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2000" b="1"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2000" b="1"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endParaRPr>
          </a:p>
          <a:p>
            <a:pPr marL="285750" marR="0" indent="-285750">
              <a:spcBef>
                <a:spcPts val="0"/>
              </a:spcBef>
              <a:spcAft>
                <a:spcPts val="1560"/>
              </a:spcAft>
              <a:buFont typeface="Wingdings" panose="05000000000000000000" pitchFamily="2" charset="2"/>
              <a:buChar char="q"/>
            </a:pP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VM console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cung</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cấp</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tính</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năng</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chuột</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bàn</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phím</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và</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màn</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hình</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để</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điều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khiển</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máy</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ảo</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a:t>
            </a:r>
          </a:p>
          <a:p>
            <a:pPr marL="285750" marR="0" indent="-285750">
              <a:spcBef>
                <a:spcPts val="0"/>
              </a:spcBef>
              <a:spcAft>
                <a:spcPts val="1560"/>
              </a:spcAft>
              <a:buFont typeface="Wingdings" panose="05000000000000000000" pitchFamily="2" charset="2"/>
              <a:buChar char="q"/>
            </a:pP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Bạn</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có</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thể</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sử</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dụng</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VMware Remote Console Application (VMRC)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để</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kết</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nối</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với</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các</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thiết</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bị</a:t>
            </a:r>
            <a:r>
              <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 </a:t>
            </a:r>
            <a:r>
              <a:rPr lang="en-US" sz="1800" dirty="0" err="1">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rPr>
              <a:t>khách</a:t>
            </a:r>
            <a:endParaRPr lang="en-US" sz="1800" dirty="0">
              <a:solidFill>
                <a:schemeClr val="tx1">
                  <a:lumMod val="75000"/>
                  <a:lumOff val="25000"/>
                </a:schemeClr>
              </a:solidFill>
              <a:effectLst/>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22092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F8C49483-60DE-11EA-C930-E7BCCBC02137}"/>
              </a:ext>
            </a:extLst>
          </p:cNvPr>
          <p:cNvSpPr txBox="1">
            <a:spLocks noChangeArrowheads="1"/>
          </p:cNvSpPr>
          <p:nvPr/>
        </p:nvSpPr>
        <p:spPr bwMode="auto">
          <a:xfrm>
            <a:off x="854049" y="204950"/>
            <a:ext cx="315823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Tạo</a:t>
            </a:r>
            <a:r>
              <a:rPr lang="en-US" altLang="zh-CN" sz="2000" kern="0" dirty="0">
                <a:solidFill>
                  <a:srgbClr val="339933"/>
                </a:solidFill>
                <a:latin typeface="Bahnschrift SemiLight SemiConde" panose="020B0502040204020203" pitchFamily="34" charset="0"/>
                <a:ea typeface="微软雅黑"/>
                <a:cs typeface="+mn-ea"/>
                <a:sym typeface="+mn-lt"/>
              </a:rPr>
              <a:t> template </a:t>
            </a:r>
            <a:r>
              <a:rPr lang="en-US" altLang="zh-CN" sz="2000" kern="0" dirty="0" err="1">
                <a:solidFill>
                  <a:srgbClr val="339933"/>
                </a:solidFill>
                <a:latin typeface="Bahnschrift SemiLight SemiConde" panose="020B0502040204020203" pitchFamily="34" charset="0"/>
                <a:ea typeface="微软雅黑"/>
                <a:cs typeface="+mn-ea"/>
                <a:sym typeface="+mn-lt"/>
              </a:rPr>
              <a:t>và</a:t>
            </a:r>
            <a:r>
              <a:rPr lang="en-US" altLang="zh-CN" sz="2000" kern="0" dirty="0">
                <a:solidFill>
                  <a:srgbClr val="339933"/>
                </a:solidFill>
                <a:latin typeface="Bahnschrift SemiLight SemiConde" panose="020B0502040204020203" pitchFamily="34" charset="0"/>
                <a:ea typeface="微软雅黑"/>
                <a:cs typeface="+mn-ea"/>
                <a:sym typeface="+mn-lt"/>
              </a:rPr>
              <a:t> clone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9B0069A5-02D9-73A7-0B0B-7D28F33A43A7}"/>
              </a:ext>
            </a:extLst>
          </p:cNvPr>
          <p:cNvPicPr>
            <a:picLocks noChangeAspect="1"/>
          </p:cNvPicPr>
          <p:nvPr/>
        </p:nvPicPr>
        <p:blipFill>
          <a:blip r:embed="rId2"/>
          <a:stretch>
            <a:fillRect/>
          </a:stretch>
        </p:blipFill>
        <p:spPr>
          <a:xfrm>
            <a:off x="4498666" y="1213164"/>
            <a:ext cx="7085400" cy="4075326"/>
          </a:xfrm>
          <a:prstGeom prst="rect">
            <a:avLst/>
          </a:prstGeom>
          <a:ln>
            <a:solidFill>
              <a:schemeClr val="tx2">
                <a:lumMod val="50000"/>
              </a:schemeClr>
            </a:solidFill>
          </a:ln>
        </p:spPr>
      </p:pic>
      <p:sp>
        <p:nvSpPr>
          <p:cNvPr id="5" name="TextBox 4">
            <a:extLst>
              <a:ext uri="{FF2B5EF4-FFF2-40B4-BE49-F238E27FC236}">
                <a16:creationId xmlns:a16="http://schemas.microsoft.com/office/drawing/2014/main" id="{506AE43F-89FC-2579-C465-AF73B54FAF18}"/>
              </a:ext>
            </a:extLst>
          </p:cNvPr>
          <p:cNvSpPr txBox="1"/>
          <p:nvPr/>
        </p:nvSpPr>
        <p:spPr>
          <a:xfrm>
            <a:off x="923453" y="1213164"/>
            <a:ext cx="3158237" cy="420115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Template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bản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sao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template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mới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giống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hiện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tại</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template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chứa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742950" lvl="1" indent="-285750">
              <a:buFont typeface="Wingdings" panose="05000000000000000000" pitchFamily="2" charset="2"/>
              <a:buChar char="ü"/>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Hệ</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điều hành</a:t>
            </a:r>
          </a:p>
          <a:p>
            <a:pPr marL="742950" lvl="1" indent="-285750">
              <a:buFont typeface="Wingdings" panose="05000000000000000000" pitchFamily="2" charset="2"/>
              <a:buChar char="ü"/>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ứng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742950" lvl="1" indent="-285750">
              <a:buFont typeface="Wingdings" panose="05000000000000000000" pitchFamily="2" charset="2"/>
              <a:buChar char="ü"/>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hình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742950" lvl="1" indent="-285750">
              <a:buFont typeface="Wingdings" panose="05000000000000000000" pitchFamily="2" charset="2"/>
              <a:buChar char="ü"/>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Vmware</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tools</a:t>
            </a:r>
          </a:p>
          <a:p>
            <a:pPr marL="285750" indent="-285750">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template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bằng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Chọn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đang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chọn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Clone to Template</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shutdown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template</a:t>
            </a:r>
          </a:p>
          <a:p>
            <a:pPr marL="742950" lvl="1" indent="-285750">
              <a:buFont typeface="Wingdings" panose="05000000000000000000" pitchFamily="2" charset="2"/>
              <a:buChar char="ü"/>
            </a:pPr>
            <a:endParaRPr lang="en-US" dirty="0">
              <a:solidFill>
                <a:schemeClr val="tx1">
                  <a:lumMod val="75000"/>
                  <a:lumOff val="25000"/>
                </a:schemeClr>
              </a:solidFill>
              <a:latin typeface="Montserrat" panose="00000500000000000000" pitchFamily="2" charset="0"/>
            </a:endParaRPr>
          </a:p>
          <a:p>
            <a:pPr algn="l"/>
            <a:endParaRPr lang="en-US" sz="1700" dirty="0">
              <a:solidFill>
                <a:schemeClr val="tx1">
                  <a:lumMod val="75000"/>
                  <a:lumOff val="25000"/>
                </a:schemeClr>
              </a:solidFill>
            </a:endParaRPr>
          </a:p>
        </p:txBody>
      </p:sp>
    </p:spTree>
    <p:extLst>
      <p:ext uri="{BB962C8B-B14F-4D97-AF65-F5344CB8AC3E}">
        <p14:creationId xmlns:p14="http://schemas.microsoft.com/office/powerpoint/2010/main" val="238633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1B763063-F56A-2716-282C-4AF99B203295}"/>
              </a:ext>
            </a:extLst>
          </p:cNvPr>
          <p:cNvSpPr txBox="1">
            <a:spLocks noChangeArrowheads="1"/>
          </p:cNvSpPr>
          <p:nvPr/>
        </p:nvSpPr>
        <p:spPr bwMode="auto">
          <a:xfrm>
            <a:off x="854049" y="204950"/>
            <a:ext cx="315823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Tạo</a:t>
            </a:r>
            <a:r>
              <a:rPr lang="en-US" altLang="zh-CN" sz="2000" kern="0" dirty="0">
                <a:solidFill>
                  <a:srgbClr val="339933"/>
                </a:solidFill>
                <a:latin typeface="Bahnschrift SemiLight SemiConde" panose="020B0502040204020203" pitchFamily="34" charset="0"/>
                <a:ea typeface="微软雅黑"/>
                <a:cs typeface="+mn-ea"/>
                <a:sym typeface="+mn-lt"/>
              </a:rPr>
              <a:t> template </a:t>
            </a:r>
            <a:r>
              <a:rPr lang="en-US" altLang="zh-CN" sz="2000" kern="0" dirty="0" err="1">
                <a:solidFill>
                  <a:srgbClr val="339933"/>
                </a:solidFill>
                <a:latin typeface="Bahnschrift SemiLight SemiConde" panose="020B0502040204020203" pitchFamily="34" charset="0"/>
                <a:ea typeface="微软雅黑"/>
                <a:cs typeface="+mn-ea"/>
                <a:sym typeface="+mn-lt"/>
              </a:rPr>
              <a:t>và</a:t>
            </a:r>
            <a:r>
              <a:rPr lang="en-US" altLang="zh-CN" sz="2000" kern="0" dirty="0">
                <a:solidFill>
                  <a:srgbClr val="339933"/>
                </a:solidFill>
                <a:latin typeface="Bahnschrift SemiLight SemiConde" panose="020B0502040204020203" pitchFamily="34" charset="0"/>
                <a:ea typeface="微软雅黑"/>
                <a:cs typeface="+mn-ea"/>
                <a:sym typeface="+mn-lt"/>
              </a:rPr>
              <a:t> clone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649DE63B-1BCB-BB69-497F-729DFB37C596}"/>
              </a:ext>
            </a:extLst>
          </p:cNvPr>
          <p:cNvPicPr>
            <a:picLocks noChangeAspect="1"/>
          </p:cNvPicPr>
          <p:nvPr/>
        </p:nvPicPr>
        <p:blipFill>
          <a:blip r:embed="rId2"/>
          <a:stretch>
            <a:fillRect/>
          </a:stretch>
        </p:blipFill>
        <p:spPr>
          <a:xfrm>
            <a:off x="1452791" y="2109140"/>
            <a:ext cx="8888065" cy="3905795"/>
          </a:xfrm>
          <a:prstGeom prst="rect">
            <a:avLst/>
          </a:prstGeom>
        </p:spPr>
      </p:pic>
      <p:sp>
        <p:nvSpPr>
          <p:cNvPr id="5" name="TextBox 4">
            <a:extLst>
              <a:ext uri="{FF2B5EF4-FFF2-40B4-BE49-F238E27FC236}">
                <a16:creationId xmlns:a16="http://schemas.microsoft.com/office/drawing/2014/main" id="{9DCA6F41-838C-1223-127F-026EC4FBD0C1}"/>
              </a:ext>
            </a:extLst>
          </p:cNvPr>
          <p:cNvSpPr txBox="1"/>
          <p:nvPr/>
        </p:nvSpPr>
        <p:spPr>
          <a:xfrm>
            <a:off x="959667" y="1156083"/>
            <a:ext cx="10420539" cy="740587"/>
          </a:xfrm>
          <a:prstGeom prst="rect">
            <a:avLst/>
          </a:prstGeom>
          <a:noFill/>
        </p:spPr>
        <p:txBody>
          <a:bodyPr wrap="square" lIns="0" tIns="0" rIns="0" bIns="0" rtlCol="0">
            <a:spAutoFit/>
          </a:bodyPr>
          <a:lstStyle/>
          <a:p>
            <a:pPr marL="285750" indent="-285750" algn="l">
              <a:lnSpc>
                <a:spcPct val="150000"/>
              </a:lnSpc>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từ</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Template,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chọn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Template</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chọn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New VM from This Template</a:t>
            </a:r>
          </a:p>
          <a:p>
            <a:pPr marL="285750" indent="-285750" algn="l">
              <a:lnSpc>
                <a:spcPct val="150000"/>
              </a:lnSpc>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Bạn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đặt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chọn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vị</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datastore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thay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đổi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hình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hệ</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điều hành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84418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50B9ED67-3913-F5DB-75C6-5BB34B31A02B}"/>
              </a:ext>
            </a:extLst>
          </p:cNvPr>
          <p:cNvSpPr txBox="1">
            <a:spLocks noChangeArrowheads="1"/>
          </p:cNvSpPr>
          <p:nvPr/>
        </p:nvSpPr>
        <p:spPr bwMode="auto">
          <a:xfrm>
            <a:off x="854049" y="204950"/>
            <a:ext cx="315823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Tạo</a:t>
            </a:r>
            <a:r>
              <a:rPr lang="en-US" altLang="zh-CN" sz="2000" kern="0" dirty="0">
                <a:solidFill>
                  <a:srgbClr val="339933"/>
                </a:solidFill>
                <a:latin typeface="Bahnschrift SemiLight SemiConde" panose="020B0502040204020203" pitchFamily="34" charset="0"/>
                <a:ea typeface="微软雅黑"/>
                <a:cs typeface="+mn-ea"/>
                <a:sym typeface="+mn-lt"/>
              </a:rPr>
              <a:t> template </a:t>
            </a:r>
            <a:r>
              <a:rPr lang="en-US" altLang="zh-CN" sz="2000" kern="0" dirty="0" err="1">
                <a:solidFill>
                  <a:srgbClr val="339933"/>
                </a:solidFill>
                <a:latin typeface="Bahnschrift SemiLight SemiConde" panose="020B0502040204020203" pitchFamily="34" charset="0"/>
                <a:ea typeface="微软雅黑"/>
                <a:cs typeface="+mn-ea"/>
                <a:sym typeface="+mn-lt"/>
              </a:rPr>
              <a:t>và</a:t>
            </a:r>
            <a:r>
              <a:rPr lang="en-US" altLang="zh-CN" sz="2000" kern="0" dirty="0">
                <a:solidFill>
                  <a:srgbClr val="339933"/>
                </a:solidFill>
                <a:latin typeface="Bahnschrift SemiLight SemiConde" panose="020B0502040204020203" pitchFamily="34" charset="0"/>
                <a:ea typeface="微软雅黑"/>
                <a:cs typeface="+mn-ea"/>
                <a:sym typeface="+mn-lt"/>
              </a:rPr>
              <a:t> clone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3003DB8C-5300-9404-30B8-74DE142C28BE}"/>
              </a:ext>
            </a:extLst>
          </p:cNvPr>
          <p:cNvPicPr>
            <a:picLocks noChangeAspect="1"/>
          </p:cNvPicPr>
          <p:nvPr/>
        </p:nvPicPr>
        <p:blipFill>
          <a:blip r:embed="rId2"/>
          <a:stretch>
            <a:fillRect/>
          </a:stretch>
        </p:blipFill>
        <p:spPr>
          <a:xfrm>
            <a:off x="5127438" y="1158844"/>
            <a:ext cx="6386015" cy="3610394"/>
          </a:xfrm>
          <a:prstGeom prst="rect">
            <a:avLst/>
          </a:prstGeom>
        </p:spPr>
      </p:pic>
      <p:sp>
        <p:nvSpPr>
          <p:cNvPr id="5" name="TextBox 4">
            <a:extLst>
              <a:ext uri="{FF2B5EF4-FFF2-40B4-BE49-F238E27FC236}">
                <a16:creationId xmlns:a16="http://schemas.microsoft.com/office/drawing/2014/main" id="{83450932-74CC-1853-F3AF-A4975779F48A}"/>
              </a:ext>
            </a:extLst>
          </p:cNvPr>
          <p:cNvSpPr txBox="1"/>
          <p:nvPr/>
        </p:nvSpPr>
        <p:spPr>
          <a:xfrm>
            <a:off x="950614" y="1158844"/>
            <a:ext cx="3911097" cy="2108269"/>
          </a:xfrm>
          <a:prstGeom prst="rect">
            <a:avLst/>
          </a:prstGeom>
          <a:noFill/>
        </p:spPr>
        <p:txBody>
          <a:bodyPr wrap="square" lIns="0" tIns="0" rIns="0" bIns="0" rtlCol="0">
            <a:spAutoFit/>
          </a:bodyPr>
          <a:lstStyle/>
          <a:p>
            <a:pPr algn="l"/>
            <a:r>
              <a:rPr lang="en-US" b="1" dirty="0">
                <a:latin typeface="Noto Sans" panose="020B0502040504020204" pitchFamily="34" charset="0"/>
                <a:ea typeface="Noto Sans" panose="020B0502040504020204" pitchFamily="34" charset="0"/>
                <a:cs typeface="Noto Sans" panose="020B0502040504020204" pitchFamily="34" charset="0"/>
              </a:rPr>
              <a:t>Clone </a:t>
            </a:r>
            <a:r>
              <a:rPr lang="en-US" b="1" dirty="0" err="1">
                <a:latin typeface="Noto Sans" panose="020B0502040504020204" pitchFamily="34" charset="0"/>
                <a:ea typeface="Noto Sans" panose="020B0502040504020204" pitchFamily="34" charset="0"/>
                <a:cs typeface="Noto Sans" panose="020B0502040504020204" pitchFamily="34" charset="0"/>
              </a:rPr>
              <a:t>máy</a:t>
            </a:r>
            <a:r>
              <a:rPr lang="en-US" b="1" dirty="0">
                <a:latin typeface="Noto Sans" panose="020B0502040504020204" pitchFamily="34" charset="0"/>
                <a:ea typeface="Noto Sans" panose="020B0502040504020204" pitchFamily="34" charset="0"/>
                <a:cs typeface="Noto Sans" panose="020B0502040504020204" pitchFamily="34" charset="0"/>
              </a:rPr>
              <a:t> </a:t>
            </a:r>
            <a:r>
              <a:rPr lang="en-US" b="1" dirty="0" err="1">
                <a:latin typeface="Noto Sans" panose="020B0502040504020204" pitchFamily="34" charset="0"/>
                <a:ea typeface="Noto Sans" panose="020B0502040504020204" pitchFamily="34" charset="0"/>
                <a:cs typeface="Noto Sans" panose="020B0502040504020204" pitchFamily="34" charset="0"/>
              </a:rPr>
              <a:t>ảo</a:t>
            </a:r>
            <a:endParaRPr lang="en-US" b="1" dirty="0">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Tạo</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máy</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ảo</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trực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tiếp</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từ</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máy</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ảo</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đang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chạy</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bằng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cách</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b="1" dirty="0">
                <a:latin typeface="Noto Sans" panose="020B0502040504020204" pitchFamily="34" charset="0"/>
                <a:ea typeface="Noto Sans" panose="020B0502040504020204" pitchFamily="34" charset="0"/>
                <a:cs typeface="Noto Sans" panose="020B0502040504020204" pitchFamily="34" charset="0"/>
              </a:rPr>
              <a:t>Clone to Virtual Machine</a:t>
            </a:r>
          </a:p>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Không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cần</a:t>
            </a:r>
            <a:r>
              <a:rPr lang="en-US" sz="1700" dirty="0">
                <a:latin typeface="Noto Sans" panose="020B0502040504020204" pitchFamily="34" charset="0"/>
                <a:ea typeface="Noto Sans" panose="020B0502040504020204" pitchFamily="34" charset="0"/>
                <a:cs typeface="Noto Sans" panose="020B0502040504020204" pitchFamily="34" charset="0"/>
              </a:rPr>
              <a:t> shutdown </a:t>
            </a:r>
            <a:r>
              <a:rPr lang="en-US" sz="1700" dirty="0" err="1">
                <a:latin typeface="Noto Sans" panose="020B0502040504020204" pitchFamily="34" charset="0"/>
                <a:ea typeface="Noto Sans" panose="020B0502040504020204" pitchFamily="34" charset="0"/>
                <a:cs typeface="Noto Sans" panose="020B0502040504020204" pitchFamily="34" charset="0"/>
              </a:rPr>
              <a:t>máy</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ảo</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đang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chạy</a:t>
            </a:r>
            <a:endParaRPr lang="en-US" sz="1700" dirty="0">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Chậm</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hơn</a:t>
            </a:r>
            <a:r>
              <a:rPr lang="en-US" sz="1700" dirty="0">
                <a:latin typeface="Noto Sans" panose="020B0502040504020204" pitchFamily="34" charset="0"/>
                <a:ea typeface="Noto Sans" panose="020B0502040504020204" pitchFamily="34" charset="0"/>
                <a:cs typeface="Noto Sans" panose="020B0502040504020204" pitchFamily="34" charset="0"/>
              </a:rPr>
              <a:t> so </a:t>
            </a:r>
            <a:r>
              <a:rPr lang="en-US" sz="1700" dirty="0" err="1">
                <a:latin typeface="Noto Sans" panose="020B0502040504020204" pitchFamily="34" charset="0"/>
                <a:ea typeface="Noto Sans" panose="020B0502040504020204" pitchFamily="34" charset="0"/>
                <a:cs typeface="Noto Sans" panose="020B0502040504020204" pitchFamily="34" charset="0"/>
              </a:rPr>
              <a:t>với</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cách</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tạo</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máy</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ảo</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từ</a:t>
            </a:r>
            <a:r>
              <a:rPr lang="en-US" sz="1700" dirty="0">
                <a:latin typeface="Noto Sans" panose="020B0502040504020204" pitchFamily="34" charset="0"/>
                <a:ea typeface="Noto Sans" panose="020B0502040504020204" pitchFamily="34" charset="0"/>
                <a:cs typeface="Noto Sans" panose="020B0502040504020204" pitchFamily="34" charset="0"/>
              </a:rPr>
              <a:t> template</a:t>
            </a:r>
          </a:p>
        </p:txBody>
      </p:sp>
    </p:spTree>
    <p:extLst>
      <p:ext uri="{BB962C8B-B14F-4D97-AF65-F5344CB8AC3E}">
        <p14:creationId xmlns:p14="http://schemas.microsoft.com/office/powerpoint/2010/main" val="219736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DA7D0F79-918A-914D-4F2C-FDFCDF7590CC}"/>
              </a:ext>
            </a:extLst>
          </p:cNvPr>
          <p:cNvSpPr txBox="1">
            <a:spLocks noChangeArrowheads="1"/>
          </p:cNvSpPr>
          <p:nvPr/>
        </p:nvSpPr>
        <p:spPr bwMode="auto">
          <a:xfrm>
            <a:off x="854049" y="204950"/>
            <a:ext cx="291458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Cập</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nhật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6" name="Picture 5">
            <a:extLst>
              <a:ext uri="{FF2B5EF4-FFF2-40B4-BE49-F238E27FC236}">
                <a16:creationId xmlns:a16="http://schemas.microsoft.com/office/drawing/2014/main" id="{6B4AD422-763F-C663-A11C-E1F8F013B368}"/>
              </a:ext>
            </a:extLst>
          </p:cNvPr>
          <p:cNvPicPr>
            <a:picLocks noChangeAspect="1"/>
          </p:cNvPicPr>
          <p:nvPr/>
        </p:nvPicPr>
        <p:blipFill>
          <a:blip r:embed="rId2"/>
          <a:stretch>
            <a:fillRect/>
          </a:stretch>
        </p:blipFill>
        <p:spPr>
          <a:xfrm>
            <a:off x="1361043" y="2499470"/>
            <a:ext cx="3033776" cy="3530535"/>
          </a:xfrm>
          <a:prstGeom prst="rect">
            <a:avLst/>
          </a:prstGeom>
        </p:spPr>
      </p:pic>
      <p:pic>
        <p:nvPicPr>
          <p:cNvPr id="8" name="Picture 7">
            <a:extLst>
              <a:ext uri="{FF2B5EF4-FFF2-40B4-BE49-F238E27FC236}">
                <a16:creationId xmlns:a16="http://schemas.microsoft.com/office/drawing/2014/main" id="{A0967862-29DA-B59F-ECCE-626974499ADA}"/>
              </a:ext>
            </a:extLst>
          </p:cNvPr>
          <p:cNvPicPr>
            <a:picLocks noChangeAspect="1"/>
          </p:cNvPicPr>
          <p:nvPr/>
        </p:nvPicPr>
        <p:blipFill>
          <a:blip r:embed="rId3"/>
          <a:stretch>
            <a:fillRect/>
          </a:stretch>
        </p:blipFill>
        <p:spPr>
          <a:xfrm>
            <a:off x="5790906" y="2102435"/>
            <a:ext cx="5350892" cy="4324605"/>
          </a:xfrm>
          <a:prstGeom prst="rect">
            <a:avLst/>
          </a:prstGeom>
        </p:spPr>
      </p:pic>
      <p:cxnSp>
        <p:nvCxnSpPr>
          <p:cNvPr id="12" name="Straight Arrow Connector 11">
            <a:extLst>
              <a:ext uri="{FF2B5EF4-FFF2-40B4-BE49-F238E27FC236}">
                <a16:creationId xmlns:a16="http://schemas.microsoft.com/office/drawing/2014/main" id="{8992EFF6-36DE-CC68-6985-9181690BADD4}"/>
              </a:ext>
            </a:extLst>
          </p:cNvPr>
          <p:cNvCxnSpPr>
            <a:cxnSpLocks/>
            <a:endCxn id="8" idx="1"/>
          </p:cNvCxnSpPr>
          <p:nvPr/>
        </p:nvCxnSpPr>
        <p:spPr>
          <a:xfrm flipV="1">
            <a:off x="4535786" y="4264738"/>
            <a:ext cx="1255120" cy="1019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DBD8914-4DD7-620E-7B22-59A90E4F5605}"/>
              </a:ext>
            </a:extLst>
          </p:cNvPr>
          <p:cNvSpPr txBox="1"/>
          <p:nvPr/>
        </p:nvSpPr>
        <p:spPr>
          <a:xfrm>
            <a:off x="950614" y="1068309"/>
            <a:ext cx="10502020" cy="1508105"/>
          </a:xfrm>
          <a:prstGeom prst="rect">
            <a:avLst/>
          </a:prstGeom>
          <a:noFill/>
        </p:spPr>
        <p:txBody>
          <a:bodyPr wrap="square" lIns="0" tIns="0" rIns="0" bIns="0" rtlCol="0">
            <a:spAutoFit/>
          </a:bodyPr>
          <a:lstStyle/>
          <a:p>
            <a:pPr algn="l"/>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thể</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cập</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nhật</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bằng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cách</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Edit Settings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q"/>
            </a:pP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Thêm</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xóa</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phần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cứng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Thay</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đổi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số</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cài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đặt</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Quản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lý</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tăng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giảm</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tài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nguyên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CPU/RAM</a:t>
            </a:r>
          </a:p>
          <a:p>
            <a:pPr algn="l"/>
            <a:endParaRPr lang="en-US" sz="1700" dirty="0">
              <a:solidFill>
                <a:schemeClr val="tx1">
                  <a:lumMod val="75000"/>
                  <a:lumOff val="25000"/>
                </a:schemeClr>
              </a:solidFill>
            </a:endParaRPr>
          </a:p>
          <a:p>
            <a:pPr algn="l"/>
            <a:endParaRPr lang="en-US" sz="1700" dirty="0">
              <a:solidFill>
                <a:schemeClr val="tx1">
                  <a:lumMod val="75000"/>
                  <a:lumOff val="25000"/>
                </a:schemeClr>
              </a:solidFill>
            </a:endParaRPr>
          </a:p>
        </p:txBody>
      </p:sp>
    </p:spTree>
    <p:extLst>
      <p:ext uri="{BB962C8B-B14F-4D97-AF65-F5344CB8AC3E}">
        <p14:creationId xmlns:p14="http://schemas.microsoft.com/office/powerpoint/2010/main" val="2689866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FCFE7BB7-5CAC-AFB9-5FC1-69C440C97AC1}"/>
              </a:ext>
            </a:extLst>
          </p:cNvPr>
          <p:cNvSpPr txBox="1">
            <a:spLocks noChangeArrowheads="1"/>
          </p:cNvSpPr>
          <p:nvPr/>
        </p:nvSpPr>
        <p:spPr bwMode="auto">
          <a:xfrm>
            <a:off x="854049" y="204950"/>
            <a:ext cx="291458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Xóa</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A34D201F-6E53-54B0-3BEA-D83C91B07453}"/>
              </a:ext>
            </a:extLst>
          </p:cNvPr>
          <p:cNvPicPr>
            <a:picLocks noChangeAspect="1"/>
          </p:cNvPicPr>
          <p:nvPr/>
        </p:nvPicPr>
        <p:blipFill>
          <a:blip r:embed="rId2"/>
          <a:stretch>
            <a:fillRect/>
          </a:stretch>
        </p:blipFill>
        <p:spPr>
          <a:xfrm>
            <a:off x="6232710" y="574282"/>
            <a:ext cx="3132893" cy="5371592"/>
          </a:xfrm>
          <a:prstGeom prst="rect">
            <a:avLst/>
          </a:prstGeom>
        </p:spPr>
      </p:pic>
      <p:sp>
        <p:nvSpPr>
          <p:cNvPr id="5" name="TextBox 4">
            <a:extLst>
              <a:ext uri="{FF2B5EF4-FFF2-40B4-BE49-F238E27FC236}">
                <a16:creationId xmlns:a16="http://schemas.microsoft.com/office/drawing/2014/main" id="{E409A753-108D-0B9F-AAB0-E4B65CE2E775}"/>
              </a:ext>
            </a:extLst>
          </p:cNvPr>
          <p:cNvSpPr txBox="1"/>
          <p:nvPr/>
        </p:nvSpPr>
        <p:spPr>
          <a:xfrm>
            <a:off x="968721" y="1285592"/>
            <a:ext cx="4590107" cy="2354491"/>
          </a:xfrm>
          <a:prstGeom prst="rect">
            <a:avLst/>
          </a:prstGeom>
          <a:noFill/>
        </p:spPr>
        <p:txBody>
          <a:bodyPr wrap="square" lIns="0" tIns="0" rIns="0" bIns="0" rtlCol="0">
            <a:spAutoFit/>
          </a:bodyPr>
          <a:lstStyle/>
          <a:p>
            <a:pPr algn="l"/>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xóa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bằng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Remove from Inventory</a:t>
            </a:r>
          </a:p>
          <a:p>
            <a:pPr marL="285750" indent="-285750">
              <a:buFont typeface="Wingdings" panose="05000000000000000000" pitchFamily="2" charset="2"/>
              <a:buChar char="ü"/>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xóa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khỏi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vCenter</a:t>
            </a:r>
          </a:p>
          <a:p>
            <a:pPr marL="285750" indent="-285750">
              <a:buFont typeface="Wingdings" panose="05000000000000000000" pitchFamily="2" charset="2"/>
              <a:buChar char="ü"/>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 files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vẫn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còn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datastore</a:t>
            </a:r>
          </a:p>
          <a:p>
            <a:pPr marL="285750" indent="-285750">
              <a:buFont typeface="Wingdings" panose="05000000000000000000" pitchFamily="2" charset="2"/>
              <a:buChar char="ü"/>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từ</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files</a:t>
            </a:r>
          </a:p>
          <a:p>
            <a:pPr algn="l"/>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Delete from Disk</a:t>
            </a:r>
          </a:p>
          <a:p>
            <a:pPr marL="285750" indent="-285750" algn="l">
              <a:buFont typeface="Wingdings" panose="05000000000000000000" pitchFamily="2" charset="2"/>
              <a:buChar char="ü"/>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Toàn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bộ</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files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xóa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khỏi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datastore</a:t>
            </a:r>
          </a:p>
          <a:p>
            <a:pPr marL="285750" indent="-285750" algn="l">
              <a:buFont typeface="Wingdings" panose="05000000000000000000" pitchFamily="2" charset="2"/>
              <a:buChar char="ü"/>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xóa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khỏi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vCenter</a:t>
            </a:r>
          </a:p>
        </p:txBody>
      </p:sp>
    </p:spTree>
    <p:extLst>
      <p:ext uri="{BB962C8B-B14F-4D97-AF65-F5344CB8AC3E}">
        <p14:creationId xmlns:p14="http://schemas.microsoft.com/office/powerpoint/2010/main" val="2377227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0B99A038-9AD2-D038-2F1D-3F0AAA70ED02}"/>
              </a:ext>
            </a:extLst>
          </p:cNvPr>
          <p:cNvSpPr txBox="1">
            <a:spLocks noChangeArrowheads="1"/>
          </p:cNvSpPr>
          <p:nvPr/>
        </p:nvSpPr>
        <p:spPr bwMode="auto">
          <a:xfrm>
            <a:off x="854049" y="204950"/>
            <a:ext cx="310533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a:solidFill>
                  <a:srgbClr val="339933"/>
                </a:solidFill>
                <a:latin typeface="Bahnschrift SemiLight SemiConde" panose="020B0502040204020203" pitchFamily="34" charset="0"/>
                <a:ea typeface="微软雅黑"/>
                <a:cs typeface="+mn-ea"/>
                <a:sym typeface="+mn-lt"/>
              </a:rPr>
              <a:t>Migration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với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vMotion</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92EC153D-6EE4-3D19-94B6-6973E25E2DA0}"/>
              </a:ext>
            </a:extLst>
          </p:cNvPr>
          <p:cNvSpPr txBox="1"/>
          <p:nvPr/>
        </p:nvSpPr>
        <p:spPr>
          <a:xfrm>
            <a:off x="932507" y="1167897"/>
            <a:ext cx="10529180" cy="1831271"/>
          </a:xfrm>
          <a:prstGeom prst="rect">
            <a:avLst/>
          </a:prstGeom>
          <a:noFill/>
        </p:spPr>
        <p:txBody>
          <a:bodyPr wrap="square" lIns="0" tIns="0" rIns="0" bIns="0" rtlCol="0">
            <a:spAutoFit/>
          </a:bodyPr>
          <a:lstStyle/>
          <a:p>
            <a:pPr algn="l"/>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Migration (di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chuyển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việc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di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chuyển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từ</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datastore hay vCenter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này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sang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datastore hay vCenter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khác</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Cold migration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migration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đang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tắt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(power off) hay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tạm</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dừng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(suspend) sang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khác</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Live migration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migration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đang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(running)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p>
          <a:p>
            <a:pPr algn="l"/>
            <a:endParaRPr lang="en-US" sz="1700" dirty="0">
              <a:solidFill>
                <a:schemeClr val="tx1">
                  <a:lumMod val="50000"/>
                  <a:lumOff val="50000"/>
                </a:schemeClr>
              </a:solidFill>
            </a:endParaRPr>
          </a:p>
          <a:p>
            <a:pPr algn="l"/>
            <a:r>
              <a:rPr lang="en-US" sz="1700" dirty="0" err="1">
                <a:solidFill>
                  <a:schemeClr val="tx1">
                    <a:lumMod val="75000"/>
                    <a:lumOff val="25000"/>
                  </a:schemeClr>
                </a:solidFill>
              </a:rPr>
              <a:t>Có</a:t>
            </a:r>
            <a:r>
              <a:rPr lang="en-US" sz="1700" dirty="0">
                <a:solidFill>
                  <a:schemeClr val="tx1">
                    <a:lumMod val="75000"/>
                    <a:lumOff val="25000"/>
                  </a:schemeClr>
                </a:solidFill>
              </a:rPr>
              <a:t> </a:t>
            </a:r>
            <a:r>
              <a:rPr lang="en-US" sz="1700" dirty="0" err="1">
                <a:solidFill>
                  <a:schemeClr val="tx1">
                    <a:lumMod val="75000"/>
                    <a:lumOff val="25000"/>
                  </a:schemeClr>
                </a:solidFill>
              </a:rPr>
              <a:t>các</a:t>
            </a:r>
            <a:r>
              <a:rPr lang="en-US" sz="1700" dirty="0">
                <a:solidFill>
                  <a:schemeClr val="tx1">
                    <a:lumMod val="75000"/>
                    <a:lumOff val="25000"/>
                  </a:schemeClr>
                </a:solidFill>
              </a:rPr>
              <a:t> </a:t>
            </a:r>
            <a:r>
              <a:rPr lang="en-US" sz="1700" dirty="0" err="1">
                <a:solidFill>
                  <a:schemeClr val="tx1">
                    <a:lumMod val="75000"/>
                    <a:lumOff val="25000"/>
                  </a:schemeClr>
                </a:solidFill>
              </a:rPr>
              <a:t>loại</a:t>
            </a:r>
            <a:r>
              <a:rPr lang="en-US" sz="1700" dirty="0">
                <a:solidFill>
                  <a:schemeClr val="tx1">
                    <a:lumMod val="75000"/>
                    <a:lumOff val="25000"/>
                  </a:schemeClr>
                </a:solidFill>
              </a:rPr>
              <a:t> migration:</a:t>
            </a:r>
          </a:p>
        </p:txBody>
      </p:sp>
      <p:graphicFrame>
        <p:nvGraphicFramePr>
          <p:cNvPr id="4" name="Table 4">
            <a:extLst>
              <a:ext uri="{FF2B5EF4-FFF2-40B4-BE49-F238E27FC236}">
                <a16:creationId xmlns:a16="http://schemas.microsoft.com/office/drawing/2014/main" id="{AC895380-FD11-AFD5-4085-50DB83794636}"/>
              </a:ext>
            </a:extLst>
          </p:cNvPr>
          <p:cNvGraphicFramePr>
            <a:graphicFrameLocks noGrp="1"/>
          </p:cNvGraphicFramePr>
          <p:nvPr>
            <p:extLst>
              <p:ext uri="{D42A27DB-BD31-4B8C-83A1-F6EECF244321}">
                <p14:modId xmlns:p14="http://schemas.microsoft.com/office/powerpoint/2010/main" val="3982670981"/>
              </p:ext>
            </p:extLst>
          </p:nvPr>
        </p:nvGraphicFramePr>
        <p:xfrm>
          <a:off x="932506" y="3117153"/>
          <a:ext cx="10529179" cy="2108200"/>
        </p:xfrm>
        <a:graphic>
          <a:graphicData uri="http://schemas.openxmlformats.org/drawingml/2006/table">
            <a:tbl>
              <a:tblPr firstRow="1" bandRow="1">
                <a:tableStyleId>{6E25E649-3F16-4E02-A733-19D2CDBF48F0}</a:tableStyleId>
              </a:tblPr>
              <a:tblGrid>
                <a:gridCol w="3376944">
                  <a:extLst>
                    <a:ext uri="{9D8B030D-6E8A-4147-A177-3AD203B41FA5}">
                      <a16:colId xmlns:a16="http://schemas.microsoft.com/office/drawing/2014/main" val="3353550166"/>
                    </a:ext>
                  </a:extLst>
                </a:gridCol>
                <a:gridCol w="7152235">
                  <a:extLst>
                    <a:ext uri="{9D8B030D-6E8A-4147-A177-3AD203B41FA5}">
                      <a16:colId xmlns:a16="http://schemas.microsoft.com/office/drawing/2014/main" val="4262671766"/>
                    </a:ext>
                  </a:extLst>
                </a:gridCol>
              </a:tblGrid>
              <a:tr h="370840">
                <a:tc>
                  <a:txBody>
                    <a:bodyPr/>
                    <a:lstStyle/>
                    <a:p>
                      <a:r>
                        <a:rPr lang="en-US" sz="1600" dirty="0" err="1">
                          <a:solidFill>
                            <a:schemeClr val="tx1">
                              <a:lumMod val="75000"/>
                              <a:lumOff val="25000"/>
                            </a:schemeClr>
                          </a:solidFill>
                          <a:latin typeface="Montserrat" panose="00000500000000000000" pitchFamily="2" charset="0"/>
                        </a:rPr>
                        <a:t>Loại</a:t>
                      </a:r>
                      <a:r>
                        <a:rPr lang="en-US" sz="1600" dirty="0">
                          <a:solidFill>
                            <a:schemeClr val="tx1">
                              <a:lumMod val="75000"/>
                              <a:lumOff val="25000"/>
                            </a:schemeClr>
                          </a:solidFill>
                          <a:latin typeface="Montserrat" panose="00000500000000000000" pitchFamily="2" charset="0"/>
                        </a:rPr>
                        <a:t> migration</a:t>
                      </a:r>
                    </a:p>
                  </a:txBody>
                  <a:tcPr/>
                </a:tc>
                <a:tc>
                  <a:txBody>
                    <a:bodyPr/>
                    <a:lstStyle/>
                    <a:p>
                      <a:r>
                        <a:rPr lang="en-US" sz="1600" dirty="0" err="1">
                          <a:solidFill>
                            <a:schemeClr val="tx1">
                              <a:lumMod val="75000"/>
                              <a:lumOff val="25000"/>
                            </a:schemeClr>
                          </a:solidFill>
                          <a:latin typeface="Montserrat" panose="00000500000000000000" pitchFamily="2" charset="0"/>
                        </a:rPr>
                        <a:t>Mô</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tả</a:t>
                      </a:r>
                      <a:endParaRPr lang="en-US" sz="1600" dirty="0">
                        <a:solidFill>
                          <a:schemeClr val="tx1">
                            <a:lumMod val="75000"/>
                            <a:lumOff val="25000"/>
                          </a:schemeClr>
                        </a:solidFill>
                        <a:latin typeface="Montserrat" panose="00000500000000000000" pitchFamily="2" charset="0"/>
                      </a:endParaRPr>
                    </a:p>
                  </a:txBody>
                  <a:tcPr/>
                </a:tc>
                <a:extLst>
                  <a:ext uri="{0D108BD9-81ED-4DB2-BD59-A6C34878D82A}">
                    <a16:rowId xmlns:a16="http://schemas.microsoft.com/office/drawing/2014/main" val="4058502317"/>
                  </a:ext>
                </a:extLst>
              </a:tr>
              <a:tr h="370840">
                <a:tc>
                  <a:txBody>
                    <a:bodyPr/>
                    <a:lstStyle/>
                    <a:p>
                      <a:r>
                        <a:rPr lang="en-US" sz="1600" dirty="0">
                          <a:solidFill>
                            <a:schemeClr val="tx1">
                              <a:lumMod val="75000"/>
                              <a:lumOff val="25000"/>
                            </a:schemeClr>
                          </a:solidFill>
                          <a:latin typeface="Montserrat" panose="00000500000000000000" pitchFamily="2" charset="0"/>
                        </a:rPr>
                        <a:t>Computer resource only</a:t>
                      </a:r>
                    </a:p>
                  </a:txBody>
                  <a:tcPr/>
                </a:tc>
                <a:tc>
                  <a:txBody>
                    <a:bodyPr/>
                    <a:lstStyle/>
                    <a:p>
                      <a:r>
                        <a:rPr lang="en-US" sz="1600" dirty="0">
                          <a:solidFill>
                            <a:schemeClr val="tx1">
                              <a:lumMod val="75000"/>
                              <a:lumOff val="25000"/>
                            </a:schemeClr>
                          </a:solidFill>
                          <a:latin typeface="Montserrat" panose="00000500000000000000" pitchFamily="2" charset="0"/>
                        </a:rPr>
                        <a:t>Di </a:t>
                      </a:r>
                      <a:r>
                        <a:rPr lang="en-US" sz="1600" dirty="0" err="1">
                          <a:solidFill>
                            <a:schemeClr val="tx1">
                              <a:lumMod val="75000"/>
                              <a:lumOff val="25000"/>
                            </a:schemeClr>
                          </a:solidFill>
                          <a:latin typeface="Montserrat" panose="00000500000000000000" pitchFamily="2" charset="0"/>
                        </a:rPr>
                        <a:t>chuyển</a:t>
                      </a:r>
                      <a:r>
                        <a:rPr lang="en-US" sz="1600" dirty="0">
                          <a:solidFill>
                            <a:schemeClr val="tx1">
                              <a:lumMod val="75000"/>
                              <a:lumOff val="25000"/>
                            </a:schemeClr>
                          </a:solidFill>
                          <a:latin typeface="Montserrat" panose="00000500000000000000" pitchFamily="2" charset="0"/>
                        </a:rPr>
                        <a:t> VM sang host </a:t>
                      </a:r>
                      <a:r>
                        <a:rPr lang="en-US" sz="1600" dirty="0" err="1">
                          <a:solidFill>
                            <a:schemeClr val="tx1">
                              <a:lumMod val="75000"/>
                              <a:lumOff val="25000"/>
                            </a:schemeClr>
                          </a:solidFill>
                          <a:latin typeface="Montserrat" panose="00000500000000000000" pitchFamily="2" charset="0"/>
                        </a:rPr>
                        <a:t>mới</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nhưng</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không</a:t>
                      </a:r>
                      <a:r>
                        <a:rPr lang="en-US" sz="1600" dirty="0">
                          <a:solidFill>
                            <a:schemeClr val="tx1">
                              <a:lumMod val="75000"/>
                              <a:lumOff val="25000"/>
                            </a:schemeClr>
                          </a:solidFill>
                          <a:latin typeface="Montserrat" panose="00000500000000000000" pitchFamily="2" charset="0"/>
                        </a:rPr>
                        <a:t> di </a:t>
                      </a:r>
                      <a:r>
                        <a:rPr lang="en-US" sz="1600" dirty="0" err="1">
                          <a:solidFill>
                            <a:schemeClr val="tx1">
                              <a:lumMod val="75000"/>
                              <a:lumOff val="25000"/>
                            </a:schemeClr>
                          </a:solidFill>
                          <a:latin typeface="Montserrat" panose="00000500000000000000" pitchFamily="2" charset="0"/>
                        </a:rPr>
                        <a:t>chuyển</a:t>
                      </a:r>
                      <a:r>
                        <a:rPr lang="en-US" sz="1600" dirty="0">
                          <a:solidFill>
                            <a:schemeClr val="tx1">
                              <a:lumMod val="75000"/>
                              <a:lumOff val="25000"/>
                            </a:schemeClr>
                          </a:solidFill>
                          <a:latin typeface="Montserrat" panose="00000500000000000000" pitchFamily="2" charset="0"/>
                        </a:rPr>
                        <a:t> storage </a:t>
                      </a:r>
                      <a:r>
                        <a:rPr lang="en-US" sz="1600" dirty="0" err="1">
                          <a:solidFill>
                            <a:schemeClr val="tx1">
                              <a:lumMod val="75000"/>
                              <a:lumOff val="25000"/>
                            </a:schemeClr>
                          </a:solidFill>
                          <a:latin typeface="Montserrat" panose="00000500000000000000" pitchFamily="2" charset="0"/>
                        </a:rPr>
                        <a:t>của</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nó</a:t>
                      </a:r>
                      <a:endParaRPr lang="en-US" sz="1600" dirty="0">
                        <a:solidFill>
                          <a:schemeClr val="tx1">
                            <a:lumMod val="75000"/>
                            <a:lumOff val="25000"/>
                          </a:schemeClr>
                        </a:solidFill>
                        <a:latin typeface="Montserrat" panose="00000500000000000000" pitchFamily="2" charset="0"/>
                      </a:endParaRPr>
                    </a:p>
                  </a:txBody>
                  <a:tcPr/>
                </a:tc>
                <a:extLst>
                  <a:ext uri="{0D108BD9-81ED-4DB2-BD59-A6C34878D82A}">
                    <a16:rowId xmlns:a16="http://schemas.microsoft.com/office/drawing/2014/main" val="2550773973"/>
                  </a:ext>
                </a:extLst>
              </a:tr>
              <a:tr h="370840">
                <a:tc>
                  <a:txBody>
                    <a:bodyPr/>
                    <a:lstStyle/>
                    <a:p>
                      <a:r>
                        <a:rPr lang="en-US" sz="1600" dirty="0">
                          <a:solidFill>
                            <a:schemeClr val="tx1">
                              <a:lumMod val="75000"/>
                              <a:lumOff val="25000"/>
                            </a:schemeClr>
                          </a:solidFill>
                          <a:latin typeface="Montserrat" panose="00000500000000000000" pitchFamily="2" charset="0"/>
                        </a:rPr>
                        <a:t>Storage only</a:t>
                      </a:r>
                    </a:p>
                  </a:txBody>
                  <a:tcPr/>
                </a:tc>
                <a:tc>
                  <a:txBody>
                    <a:bodyPr/>
                    <a:lstStyle/>
                    <a:p>
                      <a:r>
                        <a:rPr lang="en-US" sz="1600" dirty="0">
                          <a:solidFill>
                            <a:schemeClr val="tx1">
                              <a:lumMod val="75000"/>
                              <a:lumOff val="25000"/>
                            </a:schemeClr>
                          </a:solidFill>
                          <a:latin typeface="Montserrat" panose="00000500000000000000" pitchFamily="2" charset="0"/>
                        </a:rPr>
                        <a:t>Di </a:t>
                      </a:r>
                      <a:r>
                        <a:rPr lang="en-US" sz="1600" dirty="0" err="1">
                          <a:solidFill>
                            <a:schemeClr val="tx1">
                              <a:lumMod val="75000"/>
                              <a:lumOff val="25000"/>
                            </a:schemeClr>
                          </a:solidFill>
                          <a:latin typeface="Montserrat" panose="00000500000000000000" pitchFamily="2" charset="0"/>
                        </a:rPr>
                        <a:t>chuyển</a:t>
                      </a:r>
                      <a:r>
                        <a:rPr lang="en-US" sz="1600" dirty="0">
                          <a:solidFill>
                            <a:schemeClr val="tx1">
                              <a:lumMod val="75000"/>
                              <a:lumOff val="25000"/>
                            </a:schemeClr>
                          </a:solidFill>
                          <a:latin typeface="Montserrat" panose="00000500000000000000" pitchFamily="2" charset="0"/>
                        </a:rPr>
                        <a:t> storage </a:t>
                      </a:r>
                      <a:r>
                        <a:rPr lang="en-US" sz="1600" dirty="0" err="1">
                          <a:solidFill>
                            <a:schemeClr val="tx1">
                              <a:lumMod val="75000"/>
                              <a:lumOff val="25000"/>
                            </a:schemeClr>
                          </a:solidFill>
                          <a:latin typeface="Montserrat" panose="00000500000000000000" pitchFamily="2" charset="0"/>
                        </a:rPr>
                        <a:t>của</a:t>
                      </a:r>
                      <a:r>
                        <a:rPr lang="en-US" sz="1600" dirty="0">
                          <a:solidFill>
                            <a:schemeClr val="tx1">
                              <a:lumMod val="75000"/>
                              <a:lumOff val="25000"/>
                            </a:schemeClr>
                          </a:solidFill>
                          <a:latin typeface="Montserrat" panose="00000500000000000000" pitchFamily="2" charset="0"/>
                        </a:rPr>
                        <a:t> VM sang datastore </a:t>
                      </a:r>
                      <a:r>
                        <a:rPr lang="en-US" sz="1600" dirty="0" err="1">
                          <a:solidFill>
                            <a:schemeClr val="tx1">
                              <a:lumMod val="75000"/>
                              <a:lumOff val="25000"/>
                            </a:schemeClr>
                          </a:solidFill>
                          <a:latin typeface="Montserrat" panose="00000500000000000000" pitchFamily="2" charset="0"/>
                        </a:rPr>
                        <a:t>mới</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nhưng</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vẫn</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giữ</a:t>
                      </a:r>
                      <a:r>
                        <a:rPr lang="en-US" sz="1600" dirty="0">
                          <a:solidFill>
                            <a:schemeClr val="tx1">
                              <a:lumMod val="75000"/>
                              <a:lumOff val="25000"/>
                            </a:schemeClr>
                          </a:solidFill>
                          <a:latin typeface="Montserrat" panose="00000500000000000000" pitchFamily="2" charset="0"/>
                        </a:rPr>
                        <a:t> </a:t>
                      </a:r>
                      <a:r>
                        <a:rPr lang="en-US" sz="1600" dirty="0" err="1">
                          <a:solidFill>
                            <a:schemeClr val="tx1">
                              <a:lumMod val="75000"/>
                              <a:lumOff val="25000"/>
                            </a:schemeClr>
                          </a:solidFill>
                          <a:latin typeface="Montserrat" panose="00000500000000000000" pitchFamily="2" charset="0"/>
                        </a:rPr>
                        <a:t>nguyên</a:t>
                      </a:r>
                      <a:r>
                        <a:rPr lang="en-US" sz="1600" dirty="0">
                          <a:solidFill>
                            <a:schemeClr val="tx1">
                              <a:lumMod val="75000"/>
                              <a:lumOff val="25000"/>
                            </a:schemeClr>
                          </a:solidFill>
                          <a:latin typeface="Montserrat" panose="00000500000000000000" pitchFamily="2" charset="0"/>
                        </a:rPr>
                        <a:t> host </a:t>
                      </a:r>
                    </a:p>
                  </a:txBody>
                  <a:tcPr/>
                </a:tc>
                <a:extLst>
                  <a:ext uri="{0D108BD9-81ED-4DB2-BD59-A6C34878D82A}">
                    <a16:rowId xmlns:a16="http://schemas.microsoft.com/office/drawing/2014/main" val="2293491356"/>
                  </a:ext>
                </a:extLst>
              </a:tr>
              <a:tr h="370840">
                <a:tc>
                  <a:txBody>
                    <a:bodyPr/>
                    <a:lstStyle/>
                    <a:p>
                      <a:r>
                        <a:rPr lang="en-US" sz="1600" dirty="0">
                          <a:solidFill>
                            <a:schemeClr val="tx1">
                              <a:lumMod val="75000"/>
                              <a:lumOff val="25000"/>
                            </a:schemeClr>
                          </a:solidFill>
                          <a:latin typeface="Montserrat" panose="00000500000000000000" pitchFamily="2" charset="0"/>
                        </a:rPr>
                        <a:t>Both computer resource </a:t>
                      </a:r>
                      <a:r>
                        <a:rPr lang="en-US" sz="1600" dirty="0" err="1">
                          <a:solidFill>
                            <a:schemeClr val="tx1">
                              <a:lumMod val="75000"/>
                              <a:lumOff val="25000"/>
                            </a:schemeClr>
                          </a:solidFill>
                          <a:latin typeface="Montserrat" panose="00000500000000000000" pitchFamily="2" charset="0"/>
                        </a:rPr>
                        <a:t>và</a:t>
                      </a:r>
                      <a:r>
                        <a:rPr lang="en-US" sz="1600" dirty="0">
                          <a:solidFill>
                            <a:schemeClr val="tx1">
                              <a:lumMod val="75000"/>
                              <a:lumOff val="25000"/>
                            </a:schemeClr>
                          </a:solidFill>
                          <a:latin typeface="Montserrat" panose="00000500000000000000" pitchFamily="2" charset="0"/>
                        </a:rPr>
                        <a:t> storage</a:t>
                      </a:r>
                    </a:p>
                  </a:txBody>
                  <a:tcPr/>
                </a:tc>
                <a:tc>
                  <a:txBody>
                    <a:bodyPr/>
                    <a:lstStyle/>
                    <a:p>
                      <a:r>
                        <a:rPr lang="en-US" sz="1600" dirty="0">
                          <a:solidFill>
                            <a:schemeClr val="tx1">
                              <a:lumMod val="75000"/>
                              <a:lumOff val="25000"/>
                            </a:schemeClr>
                          </a:solidFill>
                          <a:latin typeface="Montserrat" panose="00000500000000000000" pitchFamily="2" charset="0"/>
                        </a:rPr>
                        <a:t>Di </a:t>
                      </a:r>
                      <a:r>
                        <a:rPr lang="en-US" sz="1600" dirty="0" err="1">
                          <a:solidFill>
                            <a:schemeClr val="tx1">
                              <a:lumMod val="75000"/>
                              <a:lumOff val="25000"/>
                            </a:schemeClr>
                          </a:solidFill>
                          <a:latin typeface="Montserrat" panose="00000500000000000000" pitchFamily="2" charset="0"/>
                        </a:rPr>
                        <a:t>chuyển</a:t>
                      </a:r>
                      <a:r>
                        <a:rPr lang="en-US" sz="1600" dirty="0">
                          <a:solidFill>
                            <a:schemeClr val="tx1">
                              <a:lumMod val="75000"/>
                              <a:lumOff val="25000"/>
                            </a:schemeClr>
                          </a:solidFill>
                          <a:latin typeface="Montserrat" panose="00000500000000000000" pitchFamily="2" charset="0"/>
                        </a:rPr>
                        <a:t> VM sang host </a:t>
                      </a:r>
                      <a:r>
                        <a:rPr lang="en-US" sz="1600" dirty="0" err="1">
                          <a:solidFill>
                            <a:schemeClr val="tx1">
                              <a:lumMod val="75000"/>
                              <a:lumOff val="25000"/>
                            </a:schemeClr>
                          </a:solidFill>
                          <a:latin typeface="Montserrat" panose="00000500000000000000" pitchFamily="2" charset="0"/>
                        </a:rPr>
                        <a:t>và</a:t>
                      </a:r>
                      <a:r>
                        <a:rPr lang="en-US" sz="1600" dirty="0">
                          <a:solidFill>
                            <a:schemeClr val="tx1">
                              <a:lumMod val="75000"/>
                              <a:lumOff val="25000"/>
                            </a:schemeClr>
                          </a:solidFill>
                          <a:latin typeface="Montserrat" panose="00000500000000000000" pitchFamily="2" charset="0"/>
                        </a:rPr>
                        <a:t> datastore </a:t>
                      </a:r>
                      <a:r>
                        <a:rPr lang="en-US" sz="1600" dirty="0" err="1">
                          <a:solidFill>
                            <a:schemeClr val="tx1">
                              <a:lumMod val="75000"/>
                              <a:lumOff val="25000"/>
                            </a:schemeClr>
                          </a:solidFill>
                          <a:latin typeface="Montserrat" panose="00000500000000000000" pitchFamily="2" charset="0"/>
                        </a:rPr>
                        <a:t>mới</a:t>
                      </a:r>
                      <a:endParaRPr lang="en-US" sz="1600" dirty="0">
                        <a:solidFill>
                          <a:schemeClr val="tx1">
                            <a:lumMod val="75000"/>
                            <a:lumOff val="25000"/>
                          </a:schemeClr>
                        </a:solidFill>
                        <a:latin typeface="Montserrat" panose="00000500000000000000" pitchFamily="2" charset="0"/>
                      </a:endParaRPr>
                    </a:p>
                  </a:txBody>
                  <a:tcPr/>
                </a:tc>
                <a:extLst>
                  <a:ext uri="{0D108BD9-81ED-4DB2-BD59-A6C34878D82A}">
                    <a16:rowId xmlns:a16="http://schemas.microsoft.com/office/drawing/2014/main" val="1650924323"/>
                  </a:ext>
                </a:extLst>
              </a:tr>
            </a:tbl>
          </a:graphicData>
        </a:graphic>
      </p:graphicFrame>
    </p:spTree>
    <p:extLst>
      <p:ext uri="{BB962C8B-B14F-4D97-AF65-F5344CB8AC3E}">
        <p14:creationId xmlns:p14="http://schemas.microsoft.com/office/powerpoint/2010/main" val="713336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D993141D-89F2-7C4B-A297-B872872B513F}"/>
              </a:ext>
            </a:extLst>
          </p:cNvPr>
          <p:cNvSpPr txBox="1">
            <a:spLocks noChangeArrowheads="1"/>
          </p:cNvSpPr>
          <p:nvPr/>
        </p:nvSpPr>
        <p:spPr bwMode="auto">
          <a:xfrm>
            <a:off x="854049" y="204950"/>
            <a:ext cx="310533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a:solidFill>
                  <a:srgbClr val="339933"/>
                </a:solidFill>
                <a:latin typeface="Bahnschrift SemiLight SemiConde" panose="020B0502040204020203" pitchFamily="34" charset="0"/>
                <a:ea typeface="微软雅黑"/>
                <a:cs typeface="+mn-ea"/>
                <a:sym typeface="+mn-lt"/>
              </a:rPr>
              <a:t>Migration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với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vMotion</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5" name="TextBox 4">
            <a:extLst>
              <a:ext uri="{FF2B5EF4-FFF2-40B4-BE49-F238E27FC236}">
                <a16:creationId xmlns:a16="http://schemas.microsoft.com/office/drawing/2014/main" id="{35F15D6E-9AD7-BC58-621A-1A4F01EBB0E7}"/>
              </a:ext>
            </a:extLst>
          </p:cNvPr>
          <p:cNvSpPr txBox="1"/>
          <p:nvPr/>
        </p:nvSpPr>
        <p:spPr>
          <a:xfrm>
            <a:off x="950614" y="1223482"/>
            <a:ext cx="4137434" cy="4185761"/>
          </a:xfrm>
          <a:prstGeom prst="rect">
            <a:avLst/>
          </a:prstGeom>
          <a:noFill/>
        </p:spPr>
        <p:txBody>
          <a:bodyPr wrap="square" lIns="0" tIns="0" rIns="0" bIns="0" rtlCol="0">
            <a:spAutoFit/>
          </a:bodyPr>
          <a:lstStyle/>
          <a:p>
            <a:pPr algn="l"/>
            <a:r>
              <a:rPr lang="en-US" sz="1700" b="1"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số</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yêu</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b="1"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cầu</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p>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vMotion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datastore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đang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files</a:t>
            </a: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cùng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lớp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quản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trị</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card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nhất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1Gbps</a:t>
            </a: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CPU feature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tương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nhau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eject ổ CD/DVD,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floopy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trước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migration</a:t>
            </a:r>
          </a:p>
          <a:p>
            <a:pPr marL="285750" indent="-285750" algn="l">
              <a:buFont typeface="Wingdings" panose="05000000000000000000" pitchFamily="2" charset="2"/>
              <a:buChar char="q"/>
            </a:pP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b="1"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Với</a:t>
            </a: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migration storage:</a:t>
            </a: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truy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cập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datastore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algn="l"/>
            <a:endParaRPr lang="en-US" sz="1700" dirty="0">
              <a:solidFill>
                <a:schemeClr val="tx1">
                  <a:lumMod val="50000"/>
                  <a:lumOff val="50000"/>
                </a:schemeClr>
              </a:solidFill>
            </a:endParaRPr>
          </a:p>
        </p:txBody>
      </p:sp>
      <p:pic>
        <p:nvPicPr>
          <p:cNvPr id="6" name="Picture 5">
            <a:extLst>
              <a:ext uri="{FF2B5EF4-FFF2-40B4-BE49-F238E27FC236}">
                <a16:creationId xmlns:a16="http://schemas.microsoft.com/office/drawing/2014/main" id="{54068691-7591-83A8-B18A-9BFAEA65E641}"/>
              </a:ext>
            </a:extLst>
          </p:cNvPr>
          <p:cNvPicPr>
            <a:picLocks noChangeAspect="1"/>
          </p:cNvPicPr>
          <p:nvPr/>
        </p:nvPicPr>
        <p:blipFill>
          <a:blip r:embed="rId2"/>
          <a:stretch>
            <a:fillRect/>
          </a:stretch>
        </p:blipFill>
        <p:spPr>
          <a:xfrm>
            <a:off x="6264709" y="1223482"/>
            <a:ext cx="4703420" cy="3606294"/>
          </a:xfrm>
          <a:prstGeom prst="rect">
            <a:avLst/>
          </a:prstGeom>
        </p:spPr>
      </p:pic>
    </p:spTree>
    <p:extLst>
      <p:ext uri="{BB962C8B-B14F-4D97-AF65-F5344CB8AC3E}">
        <p14:creationId xmlns:p14="http://schemas.microsoft.com/office/powerpoint/2010/main" val="65558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4C06CD-561B-038B-A45D-5BDFE71596F8}"/>
              </a:ext>
            </a:extLst>
          </p:cNvPr>
          <p:cNvPicPr>
            <a:picLocks noChangeAspect="1"/>
          </p:cNvPicPr>
          <p:nvPr/>
        </p:nvPicPr>
        <p:blipFill>
          <a:blip r:embed="rId2"/>
          <a:stretch>
            <a:fillRect/>
          </a:stretch>
        </p:blipFill>
        <p:spPr>
          <a:xfrm>
            <a:off x="783107" y="1231271"/>
            <a:ext cx="4171970" cy="4703277"/>
          </a:xfrm>
          <a:prstGeom prst="rect">
            <a:avLst/>
          </a:prstGeom>
        </p:spPr>
      </p:pic>
      <p:pic>
        <p:nvPicPr>
          <p:cNvPr id="7" name="Picture 6">
            <a:extLst>
              <a:ext uri="{FF2B5EF4-FFF2-40B4-BE49-F238E27FC236}">
                <a16:creationId xmlns:a16="http://schemas.microsoft.com/office/drawing/2014/main" id="{BC59E184-930F-88FE-C9A8-D0F3F66C2A7B}"/>
              </a:ext>
            </a:extLst>
          </p:cNvPr>
          <p:cNvPicPr>
            <a:picLocks noChangeAspect="1"/>
          </p:cNvPicPr>
          <p:nvPr/>
        </p:nvPicPr>
        <p:blipFill>
          <a:blip r:embed="rId3"/>
          <a:stretch>
            <a:fillRect/>
          </a:stretch>
        </p:blipFill>
        <p:spPr>
          <a:xfrm>
            <a:off x="5106155" y="2872261"/>
            <a:ext cx="6813984" cy="1964503"/>
          </a:xfrm>
          <a:prstGeom prst="rect">
            <a:avLst/>
          </a:prstGeom>
        </p:spPr>
      </p:pic>
      <p:sp>
        <p:nvSpPr>
          <p:cNvPr id="8" name="TextBox 25">
            <a:extLst>
              <a:ext uri="{FF2B5EF4-FFF2-40B4-BE49-F238E27FC236}">
                <a16:creationId xmlns:a16="http://schemas.microsoft.com/office/drawing/2014/main" id="{87817E11-B352-8BB6-59DB-5153E38D0086}"/>
              </a:ext>
            </a:extLst>
          </p:cNvPr>
          <p:cNvSpPr txBox="1">
            <a:spLocks noChangeArrowheads="1"/>
          </p:cNvSpPr>
          <p:nvPr/>
        </p:nvSpPr>
        <p:spPr bwMode="auto">
          <a:xfrm>
            <a:off x="854049" y="204950"/>
            <a:ext cx="310533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a:solidFill>
                  <a:srgbClr val="339933"/>
                </a:solidFill>
                <a:latin typeface="Bahnschrift SemiLight SemiConde" panose="020B0502040204020203" pitchFamily="34" charset="0"/>
                <a:ea typeface="微软雅黑"/>
                <a:cs typeface="+mn-ea"/>
                <a:sym typeface="+mn-lt"/>
              </a:rPr>
              <a:t>Migration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với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vMotion</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10" name="Rectangle 9">
            <a:extLst>
              <a:ext uri="{FF2B5EF4-FFF2-40B4-BE49-F238E27FC236}">
                <a16:creationId xmlns:a16="http://schemas.microsoft.com/office/drawing/2014/main" id="{5E40E04E-F14A-045C-AB3D-6F2A68ABB331}"/>
              </a:ext>
            </a:extLst>
          </p:cNvPr>
          <p:cNvSpPr/>
          <p:nvPr/>
        </p:nvSpPr>
        <p:spPr>
          <a:xfrm>
            <a:off x="2625505" y="2480650"/>
            <a:ext cx="1077362" cy="20822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3C56E2AF-E70A-8061-866E-0AF1F063FB6F}"/>
              </a:ext>
            </a:extLst>
          </p:cNvPr>
          <p:cNvCxnSpPr>
            <a:cxnSpLocks/>
          </p:cNvCxnSpPr>
          <p:nvPr/>
        </p:nvCxnSpPr>
        <p:spPr>
          <a:xfrm>
            <a:off x="3959386" y="2688879"/>
            <a:ext cx="1146769" cy="479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38475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E942CF1D-C3AC-4722-9939-FD27FED672A5}"/>
              </a:ext>
            </a:extLst>
          </p:cNvPr>
          <p:cNvSpPr txBox="1">
            <a:spLocks noChangeArrowheads="1"/>
          </p:cNvSpPr>
          <p:nvPr/>
        </p:nvSpPr>
        <p:spPr bwMode="auto">
          <a:xfrm>
            <a:off x="854049" y="204950"/>
            <a:ext cx="290816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Tạo</a:t>
            </a:r>
            <a:r>
              <a:rPr lang="en-US" altLang="zh-CN" sz="2000" kern="0" dirty="0">
                <a:solidFill>
                  <a:srgbClr val="339933"/>
                </a:solidFill>
                <a:latin typeface="Bahnschrift SemiLight SemiConde" panose="020B0502040204020203" pitchFamily="34" charset="0"/>
                <a:ea typeface="微软雅黑"/>
                <a:cs typeface="+mn-ea"/>
                <a:sym typeface="+mn-lt"/>
              </a:rPr>
              <a:t> snapshot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03E20023-BDC8-28CD-1A53-89C41DFDCC8E}"/>
              </a:ext>
            </a:extLst>
          </p:cNvPr>
          <p:cNvPicPr>
            <a:picLocks noChangeAspect="1"/>
          </p:cNvPicPr>
          <p:nvPr/>
        </p:nvPicPr>
        <p:blipFill>
          <a:blip r:embed="rId2"/>
          <a:stretch>
            <a:fillRect/>
          </a:stretch>
        </p:blipFill>
        <p:spPr>
          <a:xfrm>
            <a:off x="6096000" y="1069824"/>
            <a:ext cx="4836353" cy="5181332"/>
          </a:xfrm>
          <a:prstGeom prst="rect">
            <a:avLst/>
          </a:prstGeom>
        </p:spPr>
      </p:pic>
      <p:sp>
        <p:nvSpPr>
          <p:cNvPr id="5" name="Rectangle 4">
            <a:extLst>
              <a:ext uri="{FF2B5EF4-FFF2-40B4-BE49-F238E27FC236}">
                <a16:creationId xmlns:a16="http://schemas.microsoft.com/office/drawing/2014/main" id="{5D1E273B-F0BF-C723-DCE7-466FD08D81DE}"/>
              </a:ext>
            </a:extLst>
          </p:cNvPr>
          <p:cNvSpPr/>
          <p:nvPr/>
        </p:nvSpPr>
        <p:spPr>
          <a:xfrm>
            <a:off x="7985156" y="2037030"/>
            <a:ext cx="1376127" cy="1448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D0A3106-0C57-76C1-6870-A4B9E2F05887}"/>
              </a:ext>
            </a:extLst>
          </p:cNvPr>
          <p:cNvSpPr/>
          <p:nvPr/>
        </p:nvSpPr>
        <p:spPr>
          <a:xfrm>
            <a:off x="9451818" y="2542515"/>
            <a:ext cx="1303699" cy="1463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175169D-0C0A-7182-CF24-E1BC7FFD3E5E}"/>
              </a:ext>
            </a:extLst>
          </p:cNvPr>
          <p:cNvSpPr/>
          <p:nvPr/>
        </p:nvSpPr>
        <p:spPr>
          <a:xfrm>
            <a:off x="9451818" y="2037029"/>
            <a:ext cx="1303699" cy="2082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1B7CBBB-ED69-C98F-13D8-833085EC0E80}"/>
              </a:ext>
            </a:extLst>
          </p:cNvPr>
          <p:cNvSpPr txBox="1"/>
          <p:nvPr/>
        </p:nvSpPr>
        <p:spPr>
          <a:xfrm>
            <a:off x="968721" y="1222218"/>
            <a:ext cx="5036744" cy="3400931"/>
          </a:xfrm>
          <a:prstGeom prst="rect">
            <a:avLst/>
          </a:prstGeom>
          <a:noFill/>
        </p:spPr>
        <p:txBody>
          <a:bodyPr wrap="square" lIns="0" tIns="0" rIns="0" bIns="0" rtlCol="0">
            <a:spAutoFit/>
          </a:bodyPr>
          <a:lstStyle/>
          <a:p>
            <a:pPr algn="l"/>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snapshot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phục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trước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lỗi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algn="l"/>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Take Snapshot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chụp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toàn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bộ</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bao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gồm</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memory</a:t>
            </a:r>
          </a:p>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hình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setting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disk</a:t>
            </a:r>
          </a:p>
          <a:p>
            <a:pPr marL="285750" indent="-285750" algn="l">
              <a:buFont typeface="Wingdings" panose="05000000000000000000" pitchFamily="2" charset="2"/>
              <a:buChar char="q"/>
            </a:pP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Revert to Snapshot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phục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về</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thái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bản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snapshot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đã</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trước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đó</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algn="l"/>
            <a:endParaRPr lang="en-US" sz="1700" dirty="0">
              <a:solidFill>
                <a:schemeClr val="tx1">
                  <a:lumMod val="50000"/>
                  <a:lumOff val="50000"/>
                </a:schemeClr>
              </a:solidFill>
            </a:endParaRPr>
          </a:p>
          <a:p>
            <a:pPr algn="l"/>
            <a:endParaRPr lang="en-US" sz="1700" dirty="0">
              <a:solidFill>
                <a:schemeClr val="tx1">
                  <a:lumMod val="50000"/>
                  <a:lumOff val="50000"/>
                </a:schemeClr>
              </a:solidFill>
            </a:endParaRPr>
          </a:p>
        </p:txBody>
      </p:sp>
    </p:spTree>
    <p:extLst>
      <p:ext uri="{BB962C8B-B14F-4D97-AF65-F5344CB8AC3E}">
        <p14:creationId xmlns:p14="http://schemas.microsoft.com/office/powerpoint/2010/main" val="3735326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4F0476F0-6A7B-0104-AC7B-137950E27F0D}"/>
              </a:ext>
            </a:extLst>
          </p:cNvPr>
          <p:cNvSpPr txBox="1">
            <a:spLocks noChangeArrowheads="1"/>
          </p:cNvSpPr>
          <p:nvPr/>
        </p:nvSpPr>
        <p:spPr bwMode="auto">
          <a:xfrm>
            <a:off x="854049" y="204950"/>
            <a:ext cx="291938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a:solidFill>
                  <a:srgbClr val="339933"/>
                </a:solidFill>
                <a:latin typeface="Bahnschrift SemiLight SemiConde" panose="020B0502040204020203" pitchFamily="34" charset="0"/>
                <a:ea typeface="微软雅黑"/>
                <a:cs typeface="+mn-ea"/>
                <a:sym typeface="+mn-lt"/>
              </a:rPr>
              <a:t>Backup </a:t>
            </a:r>
            <a:r>
              <a:rPr lang="en-US" altLang="zh-CN" sz="2000" kern="0" dirty="0" err="1">
                <a:solidFill>
                  <a:srgbClr val="339933"/>
                </a:solidFill>
                <a:latin typeface="Bahnschrift SemiLight SemiConde" panose="020B0502040204020203" pitchFamily="34" charset="0"/>
                <a:ea typeface="微软雅黑"/>
                <a:cs typeface="+mn-ea"/>
                <a:sym typeface="+mn-lt"/>
              </a:rPr>
              <a:t>và</a:t>
            </a:r>
            <a:r>
              <a:rPr lang="en-US" altLang="zh-CN" sz="2000" kern="0" dirty="0">
                <a:solidFill>
                  <a:srgbClr val="339933"/>
                </a:solidFill>
                <a:latin typeface="Bahnschrift SemiLight SemiConde" panose="020B0502040204020203" pitchFamily="34" charset="0"/>
                <a:ea typeface="微软雅黑"/>
                <a:cs typeface="+mn-ea"/>
                <a:sym typeface="+mn-lt"/>
              </a:rPr>
              <a:t> restore </a:t>
            </a:r>
            <a:r>
              <a:rPr lang="en-US" altLang="zh-CN" sz="2000" kern="0" dirty="0" err="1">
                <a:solidFill>
                  <a:srgbClr val="339933"/>
                </a:solidFill>
                <a:latin typeface="Bahnschrift SemiLight SemiConde" panose="020B0502040204020203" pitchFamily="34" charset="0"/>
                <a:ea typeface="微软雅黑"/>
                <a:cs typeface="+mn-ea"/>
                <a:sym typeface="+mn-lt"/>
              </a:rPr>
              <a:t>máy</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ảo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79775F0E-77FC-0E85-4A9E-DD16B8EF54FD}"/>
              </a:ext>
            </a:extLst>
          </p:cNvPr>
          <p:cNvPicPr>
            <a:picLocks noChangeAspect="1"/>
          </p:cNvPicPr>
          <p:nvPr/>
        </p:nvPicPr>
        <p:blipFill>
          <a:blip r:embed="rId2"/>
          <a:stretch>
            <a:fillRect/>
          </a:stretch>
        </p:blipFill>
        <p:spPr>
          <a:xfrm>
            <a:off x="5788285" y="992118"/>
            <a:ext cx="5649363" cy="2661719"/>
          </a:xfrm>
          <a:prstGeom prst="rect">
            <a:avLst/>
          </a:prstGeom>
          <a:ln>
            <a:solidFill>
              <a:schemeClr val="tx2"/>
            </a:solidFill>
          </a:ln>
        </p:spPr>
      </p:pic>
      <p:sp>
        <p:nvSpPr>
          <p:cNvPr id="5" name="TextBox 4">
            <a:extLst>
              <a:ext uri="{FF2B5EF4-FFF2-40B4-BE49-F238E27FC236}">
                <a16:creationId xmlns:a16="http://schemas.microsoft.com/office/drawing/2014/main" id="{5B8FA210-32BC-A82C-D9DE-6543F5BFBC49}"/>
              </a:ext>
            </a:extLst>
          </p:cNvPr>
          <p:cNvSpPr txBox="1"/>
          <p:nvPr/>
        </p:nvSpPr>
        <p:spPr>
          <a:xfrm>
            <a:off x="923453" y="1276538"/>
            <a:ext cx="3977382" cy="2092881"/>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backup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Vmware</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pháp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Storage API – Data protection.</a:t>
            </a:r>
          </a:p>
          <a:p>
            <a:pPr marL="285750" indent="-285750" algn="l">
              <a:buFont typeface="Wingdings" panose="05000000000000000000" pitchFamily="2" charset="2"/>
              <a:buChar char="Ø"/>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NetAct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Nokia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sản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phẩm</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Avama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Dell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backup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NetAct qua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kết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nối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api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đến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vCenter.</a:t>
            </a:r>
          </a:p>
          <a:p>
            <a:pPr algn="l"/>
            <a:endParaRPr lang="en-US" sz="1700" dirty="0">
              <a:solidFill>
                <a:schemeClr val="tx1">
                  <a:lumMod val="50000"/>
                  <a:lumOff val="50000"/>
                </a:schemeClr>
              </a:solidFill>
            </a:endParaRPr>
          </a:p>
        </p:txBody>
      </p:sp>
      <p:pic>
        <p:nvPicPr>
          <p:cNvPr id="7" name="Picture 6">
            <a:extLst>
              <a:ext uri="{FF2B5EF4-FFF2-40B4-BE49-F238E27FC236}">
                <a16:creationId xmlns:a16="http://schemas.microsoft.com/office/drawing/2014/main" id="{B40728E8-EC35-1D48-38DB-2FB20806B359}"/>
              </a:ext>
            </a:extLst>
          </p:cNvPr>
          <p:cNvPicPr>
            <a:picLocks noChangeAspect="1"/>
          </p:cNvPicPr>
          <p:nvPr/>
        </p:nvPicPr>
        <p:blipFill>
          <a:blip r:embed="rId3"/>
          <a:stretch>
            <a:fillRect/>
          </a:stretch>
        </p:blipFill>
        <p:spPr>
          <a:xfrm>
            <a:off x="1195058" y="3653837"/>
            <a:ext cx="6907795" cy="2553859"/>
          </a:xfrm>
          <a:prstGeom prst="rect">
            <a:avLst/>
          </a:prstGeom>
          <a:ln>
            <a:solidFill>
              <a:schemeClr val="tx2"/>
            </a:solidFill>
          </a:ln>
        </p:spPr>
      </p:pic>
      <p:cxnSp>
        <p:nvCxnSpPr>
          <p:cNvPr id="9" name="Straight Arrow Connector 8">
            <a:extLst>
              <a:ext uri="{FF2B5EF4-FFF2-40B4-BE49-F238E27FC236}">
                <a16:creationId xmlns:a16="http://schemas.microsoft.com/office/drawing/2014/main" id="{C5094924-B8E3-61CB-676D-A29C28EF131C}"/>
              </a:ext>
            </a:extLst>
          </p:cNvPr>
          <p:cNvCxnSpPr/>
          <p:nvPr/>
        </p:nvCxnSpPr>
        <p:spPr>
          <a:xfrm>
            <a:off x="2190939" y="3005750"/>
            <a:ext cx="1582499" cy="579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0064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772EB98F-7244-EB53-5DD1-C9897544E51A}"/>
              </a:ext>
            </a:extLst>
          </p:cNvPr>
          <p:cNvSpPr txBox="1">
            <a:spLocks noChangeArrowheads="1"/>
          </p:cNvSpPr>
          <p:nvPr/>
        </p:nvSpPr>
        <p:spPr bwMode="auto">
          <a:xfrm>
            <a:off x="854049" y="204950"/>
            <a:ext cx="291938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TẠO VÀ QUẢN LÝ MÁY ẢO</a:t>
            </a:r>
          </a:p>
          <a:p>
            <a:r>
              <a:rPr lang="en-US" altLang="zh-CN" sz="2000" kern="0" dirty="0" err="1">
                <a:solidFill>
                  <a:srgbClr val="339933"/>
                </a:solidFill>
                <a:latin typeface="Bahnschrift SemiLight SemiConde" panose="020B0502040204020203" pitchFamily="34" charset="0"/>
                <a:ea typeface="微软雅黑"/>
                <a:cs typeface="+mn-ea"/>
                <a:sym typeface="+mn-lt"/>
              </a:rPr>
              <a:t>Tóm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tắt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nội</a:t>
            </a:r>
            <a:r>
              <a:rPr lang="en-US" altLang="zh-CN" sz="2000" kern="0" dirty="0">
                <a:solidFill>
                  <a:srgbClr val="339933"/>
                </a:solidFill>
                <a:latin typeface="Bahnschrift SemiLight SemiConde" panose="020B0502040204020203" pitchFamily="34" charset="0"/>
                <a:ea typeface="微软雅黑"/>
                <a:cs typeface="+mn-ea"/>
                <a:sym typeface="+mn-lt"/>
              </a:rPr>
              <a:t> dung</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5" name="TextBox 4">
            <a:extLst>
              <a:ext uri="{FF2B5EF4-FFF2-40B4-BE49-F238E27FC236}">
                <a16:creationId xmlns:a16="http://schemas.microsoft.com/office/drawing/2014/main" id="{738F063C-6200-B2A8-DCAC-8D0E4FAD7943}"/>
              </a:ext>
            </a:extLst>
          </p:cNvPr>
          <p:cNvSpPr txBox="1"/>
          <p:nvPr/>
        </p:nvSpPr>
        <p:spPr>
          <a:xfrm>
            <a:off x="1010093" y="1244009"/>
            <a:ext cx="9983972" cy="3165354"/>
          </a:xfrm>
          <a:prstGeom prst="rect">
            <a:avLst/>
          </a:prstGeom>
          <a:noFill/>
        </p:spPr>
        <p:txBody>
          <a:bodyPr wrap="square" lIns="0" tIns="0" rIns="0" bIns="0" rtlCol="0">
            <a:spAutoFit/>
          </a:bodyPr>
          <a:lstStyle/>
          <a:p>
            <a:pPr marL="285750" indent="-285750" algn="l">
              <a:lnSpc>
                <a:spcPct val="150000"/>
              </a:lnSpc>
              <a:buFont typeface="Wingdings" panose="05000000000000000000" pitchFamily="2" charset="2"/>
              <a:buChar char="v"/>
            </a:pPr>
            <a:r>
              <a:rPr lang="en-US" sz="2000" dirty="0" err="1">
                <a:latin typeface="Noto Sans" panose="020B0502040504020204" pitchFamily="34" charset="0"/>
                <a:ea typeface="Noto Sans" panose="020B0502040504020204" pitchFamily="34" charset="0"/>
                <a:cs typeface="Noto Sans" panose="020B0502040504020204" pitchFamily="34" charset="0"/>
              </a:rPr>
              <a:t>Các</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nội</a:t>
            </a:r>
            <a:r>
              <a:rPr lang="en-US" sz="2000" dirty="0">
                <a:latin typeface="Noto Sans" panose="020B0502040504020204" pitchFamily="34" charset="0"/>
                <a:ea typeface="Noto Sans" panose="020B0502040504020204" pitchFamily="34" charset="0"/>
                <a:cs typeface="Noto Sans" panose="020B0502040504020204" pitchFamily="34" charset="0"/>
              </a:rPr>
              <a:t> dung </a:t>
            </a:r>
            <a:r>
              <a:rPr lang="en-US" sz="2000" dirty="0" err="1">
                <a:latin typeface="Noto Sans" panose="020B0502040504020204" pitchFamily="34" charset="0"/>
                <a:ea typeface="Noto Sans" panose="020B0502040504020204" pitchFamily="34" charset="0"/>
                <a:cs typeface="Noto Sans" panose="020B0502040504020204" pitchFamily="34" charset="0"/>
              </a:rPr>
              <a:t>quan</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trọng</a:t>
            </a:r>
            <a:r>
              <a:rPr lang="en-US" sz="2000" dirty="0">
                <a:latin typeface="Noto Sans" panose="020B0502040504020204" pitchFamily="34" charset="0"/>
                <a:ea typeface="Noto Sans" panose="020B0502040504020204" pitchFamily="34" charset="0"/>
                <a:cs typeface="Noto Sans" panose="020B0502040504020204" pitchFamily="34" charset="0"/>
              </a:rPr>
              <a:t>:</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Các cách tạo máy ảo sử dụng vSphere Client hay VMware host client</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Tạo máy ảo dùng New Virtual Machine Wizard, templates, OVF files</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Cài đặt HĐH cho máy ảo</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Tìm hiểu về phần cứng máy ảo</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Tạo template và clone máy ảo</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Thay đổi, xóa, migration máy ảo</a:t>
            </a:r>
          </a:p>
          <a:p>
            <a:pPr marL="285750" indent="-285750" algn="l">
              <a:lnSpc>
                <a:spcPct val="150000"/>
              </a:lnSpc>
              <a:buFont typeface="Wingdings" panose="05000000000000000000" pitchFamily="2" charset="2"/>
              <a:buChar char="q"/>
            </a:pPr>
            <a:r>
              <a:rPr lang="vi-VN" sz="1700" dirty="0">
                <a:latin typeface="Noto Sans" panose="020B0502040504020204" pitchFamily="34" charset="0"/>
                <a:ea typeface="Noto Sans" panose="020B0502040504020204" pitchFamily="34" charset="0"/>
                <a:cs typeface="Noto Sans" panose="020B0502040504020204" pitchFamily="34" charset="0"/>
              </a:rPr>
              <a:t>Tạo snapshot, backup và restore máy ảo</a:t>
            </a:r>
            <a:endParaRPr lang="en-US" sz="1700" dirty="0">
              <a:solidFill>
                <a:schemeClr val="tx1">
                  <a:lumMod val="50000"/>
                  <a:lumOff val="50000"/>
                </a:schemeClr>
              </a:solidFill>
            </a:endParaRPr>
          </a:p>
        </p:txBody>
      </p:sp>
    </p:spTree>
    <p:extLst>
      <p:ext uri="{BB962C8B-B14F-4D97-AF65-F5344CB8AC3E}">
        <p14:creationId xmlns:p14="http://schemas.microsoft.com/office/powerpoint/2010/main" val="153742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18">
            <a:extLst>
              <a:ext uri="{FF2B5EF4-FFF2-40B4-BE49-F238E27FC236}">
                <a16:creationId xmlns:a16="http://schemas.microsoft.com/office/drawing/2014/main" id="{2EFBAB33-92E0-44B8-9734-552B0196880E}"/>
              </a:ext>
            </a:extLst>
          </p:cNvPr>
          <p:cNvGrpSpPr/>
          <p:nvPr/>
        </p:nvGrpSpPr>
        <p:grpSpPr>
          <a:xfrm>
            <a:off x="1339702" y="2175408"/>
            <a:ext cx="2936096" cy="2507184"/>
            <a:chOff x="2321705" y="2270688"/>
            <a:chExt cx="2936096" cy="2507184"/>
          </a:xfrm>
        </p:grpSpPr>
        <p:pic>
          <p:nvPicPr>
            <p:cNvPr id="4" name="图片 2">
              <a:extLst>
                <a:ext uri="{FF2B5EF4-FFF2-40B4-BE49-F238E27FC236}">
                  <a16:creationId xmlns:a16="http://schemas.microsoft.com/office/drawing/2014/main" id="{7D116056-A838-4B25-B6E2-6B27D11C14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21705" y="2270688"/>
              <a:ext cx="2936096" cy="2507184"/>
            </a:xfrm>
            <a:prstGeom prst="rect">
              <a:avLst/>
            </a:prstGeom>
          </p:spPr>
        </p:pic>
        <p:sp>
          <p:nvSpPr>
            <p:cNvPr id="5" name="椭圆 3">
              <a:extLst>
                <a:ext uri="{FF2B5EF4-FFF2-40B4-BE49-F238E27FC236}">
                  <a16:creationId xmlns:a16="http://schemas.microsoft.com/office/drawing/2014/main" id="{DE54E3AC-CD97-484B-9256-A2E38CEF39D1}"/>
                </a:ext>
              </a:extLst>
            </p:cNvPr>
            <p:cNvSpPr/>
            <p:nvPr/>
          </p:nvSpPr>
          <p:spPr>
            <a:xfrm>
              <a:off x="3089528" y="2741103"/>
              <a:ext cx="1302155" cy="1302155"/>
            </a:xfrm>
            <a:prstGeom prst="ellipse">
              <a:avLst/>
            </a:prstGeom>
            <a:solidFill>
              <a:sysClr val="window" lastClr="FFFFFF"/>
            </a:solidFill>
            <a:ln w="12700" cap="flat" cmpd="sng" algn="ctr">
              <a:noFill/>
              <a:prstDash val="solid"/>
              <a:miter lim="800000"/>
            </a:ln>
            <a:effectLst>
              <a:outerShdw blurRad="63500" sx="106000" sy="106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6" name="文本框 17">
              <a:extLst>
                <a:ext uri="{FF2B5EF4-FFF2-40B4-BE49-F238E27FC236}">
                  <a16:creationId xmlns:a16="http://schemas.microsoft.com/office/drawing/2014/main" id="{791BC117-CE27-4812-B68D-1AF22C72C599}"/>
                </a:ext>
              </a:extLst>
            </p:cNvPr>
            <p:cNvSpPr txBox="1"/>
            <p:nvPr/>
          </p:nvSpPr>
          <p:spPr>
            <a:xfrm>
              <a:off x="3237076" y="2935863"/>
              <a:ext cx="1007057" cy="830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800" b="0" i="0" u="none" strike="noStrike" kern="0" cap="none" spc="0" normalizeH="0" baseline="0" noProof="0">
                  <a:ln>
                    <a:noFill/>
                  </a:ln>
                  <a:solidFill>
                    <a:srgbClr val="297FD5"/>
                  </a:solidFill>
                  <a:effectLst/>
                  <a:uLnTx/>
                  <a:uFillTx/>
                  <a:latin typeface="+mj-lt"/>
                  <a:ea typeface="微软雅黑"/>
                  <a:cs typeface="+mn-ea"/>
                  <a:sym typeface="+mn-lt"/>
                </a:rPr>
                <a:t>04</a:t>
              </a:r>
              <a:endParaRPr kumimoji="0" lang="zh-CN" altLang="en-US" sz="4800" b="0" i="0" u="none" strike="noStrike" kern="0" cap="none" spc="0" normalizeH="0" baseline="0" noProof="0">
                <a:ln>
                  <a:noFill/>
                </a:ln>
                <a:solidFill>
                  <a:srgbClr val="297FD5"/>
                </a:solidFill>
                <a:effectLst/>
                <a:uLnTx/>
                <a:uFillTx/>
                <a:latin typeface="+mj-lt"/>
                <a:ea typeface="微软雅黑"/>
                <a:cs typeface="+mn-ea"/>
                <a:sym typeface="+mn-lt"/>
              </a:endParaRPr>
            </a:p>
          </p:txBody>
        </p:sp>
      </p:grpSp>
      <p:sp>
        <p:nvSpPr>
          <p:cNvPr id="8" name="文本框 52">
            <a:extLst>
              <a:ext uri="{FF2B5EF4-FFF2-40B4-BE49-F238E27FC236}">
                <a16:creationId xmlns:a16="http://schemas.microsoft.com/office/drawing/2014/main" id="{08723ACA-BCA5-4CD3-A19D-058C659ACFD3}"/>
              </a:ext>
            </a:extLst>
          </p:cNvPr>
          <p:cNvSpPr txBox="1"/>
          <p:nvPr/>
        </p:nvSpPr>
        <p:spPr>
          <a:xfrm>
            <a:off x="4616302" y="3415331"/>
            <a:ext cx="5638800" cy="394210"/>
          </a:xfrm>
          <a:prstGeom prst="rect">
            <a:avLst/>
          </a:prstGeom>
          <a:noFill/>
        </p:spPr>
        <p:txBody>
          <a:bodyPr wrap="square" rtlCol="0">
            <a:spAutoFit/>
          </a:bodyPr>
          <a:lstStyle/>
          <a:p>
            <a:pPr lvl="0">
              <a:lnSpc>
                <a:spcPct val="120000"/>
              </a:lnSpc>
              <a:defRPr/>
            </a:pPr>
            <a:r>
              <a:rPr lang="en-US" altLang="zh-CN" kern="0" dirty="0" err="1">
                <a:solidFill>
                  <a:srgbClr val="404040"/>
                </a:solidFill>
                <a:latin typeface="+mj-lt"/>
                <a:ea typeface="微软雅黑"/>
                <a:cs typeface="+mn-ea"/>
                <a:sym typeface="+mn-lt"/>
              </a:rPr>
              <a:t>Giám</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sát</a:t>
            </a:r>
            <a:r>
              <a:rPr lang="en-US" altLang="zh-CN" kern="0" dirty="0">
                <a:solidFill>
                  <a:srgbClr val="404040"/>
                </a:solidFill>
                <a:latin typeface="+mj-lt"/>
                <a:ea typeface="微软雅黑"/>
                <a:cs typeface="+mn-ea"/>
                <a:sym typeface="+mn-lt"/>
              </a:rPr>
              <a:t> performance,  </a:t>
            </a:r>
            <a:r>
              <a:rPr lang="en-US" altLang="zh-CN" kern="0" dirty="0" err="1">
                <a:solidFill>
                  <a:srgbClr val="404040"/>
                </a:solidFill>
                <a:latin typeface="+mj-lt"/>
                <a:ea typeface="微软雅黑"/>
                <a:cs typeface="+mn-ea"/>
                <a:sym typeface="+mn-lt"/>
              </a:rPr>
              <a:t>quản</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lý</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tài</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nguyên</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cpu</a:t>
            </a:r>
            <a:r>
              <a:rPr lang="en-US" altLang="zh-CN" kern="0" dirty="0">
                <a:solidFill>
                  <a:srgbClr val="404040"/>
                </a:solidFill>
                <a:latin typeface="+mj-lt"/>
                <a:ea typeface="微软雅黑"/>
                <a:cs typeface="+mn-ea"/>
                <a:sym typeface="+mn-lt"/>
              </a:rPr>
              <a:t>, ram</a:t>
            </a:r>
            <a:endParaRPr lang="zh-CN" altLang="zh-CN" kern="0" dirty="0">
              <a:solidFill>
                <a:srgbClr val="404040"/>
              </a:solidFill>
              <a:latin typeface="+mj-lt"/>
              <a:ea typeface="微软雅黑"/>
              <a:cs typeface="+mn-ea"/>
              <a:sym typeface="+mn-lt"/>
            </a:endParaRPr>
          </a:p>
        </p:txBody>
      </p:sp>
      <p:cxnSp>
        <p:nvCxnSpPr>
          <p:cNvPr id="9" name="直接连接符 20">
            <a:extLst>
              <a:ext uri="{FF2B5EF4-FFF2-40B4-BE49-F238E27FC236}">
                <a16:creationId xmlns:a16="http://schemas.microsoft.com/office/drawing/2014/main" id="{73CF0CA4-8AE0-4478-A2C9-256D0DA8E716}"/>
              </a:ext>
            </a:extLst>
          </p:cNvPr>
          <p:cNvCxnSpPr/>
          <p:nvPr/>
        </p:nvCxnSpPr>
        <p:spPr>
          <a:xfrm>
            <a:off x="5788300" y="3262363"/>
            <a:ext cx="3187994" cy="0"/>
          </a:xfrm>
          <a:prstGeom prst="line">
            <a:avLst/>
          </a:prstGeom>
          <a:noFill/>
          <a:ln w="6350" cap="flat" cmpd="sng" algn="ctr">
            <a:solidFill>
              <a:srgbClr val="297FD5"/>
            </a:solidFill>
            <a:prstDash val="solid"/>
            <a:miter lim="800000"/>
          </a:ln>
          <a:effectLst/>
        </p:spPr>
      </p:cxnSp>
      <p:sp>
        <p:nvSpPr>
          <p:cNvPr id="11" name="文本框 50">
            <a:extLst>
              <a:ext uri="{FF2B5EF4-FFF2-40B4-BE49-F238E27FC236}">
                <a16:creationId xmlns:a16="http://schemas.microsoft.com/office/drawing/2014/main" id="{2CF99E7E-B7DB-4CA2-AFD6-6EDAB5EF2A28}"/>
              </a:ext>
            </a:extLst>
          </p:cNvPr>
          <p:cNvSpPr txBox="1"/>
          <p:nvPr/>
        </p:nvSpPr>
        <p:spPr>
          <a:xfrm>
            <a:off x="4616302" y="2712983"/>
            <a:ext cx="5961219" cy="523220"/>
          </a:xfrm>
          <a:prstGeom prst="rect">
            <a:avLst/>
          </a:prstGeom>
          <a:noFill/>
        </p:spPr>
        <p:txBody>
          <a:bodyPr wrap="square" rtlCol="0">
            <a:spAutoFit/>
          </a:bodyPr>
          <a:lstStyle/>
          <a:p>
            <a:r>
              <a:rPr lang="en-US" altLang="zh-CN" sz="2800" b="1" dirty="0" err="1">
                <a:solidFill>
                  <a:srgbClr val="297FD5"/>
                </a:solidFill>
                <a:latin typeface="+mj-lt"/>
                <a:ea typeface="微软雅黑"/>
                <a:cs typeface="+mn-ea"/>
                <a:sym typeface="+mn-lt"/>
              </a:rPr>
              <a:t>Quản</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lý</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và</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giám</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sát</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tài</a:t>
            </a:r>
            <a:r>
              <a:rPr lang="en-US" altLang="zh-CN" sz="2800" b="1" dirty="0">
                <a:solidFill>
                  <a:srgbClr val="297FD5"/>
                </a:solidFill>
                <a:latin typeface="+mj-lt"/>
                <a:ea typeface="微软雅黑"/>
                <a:cs typeface="+mn-ea"/>
                <a:sym typeface="+mn-lt"/>
              </a:rPr>
              <a:t> </a:t>
            </a:r>
            <a:r>
              <a:rPr lang="en-US" altLang="zh-CN" sz="2800" b="1" dirty="0" err="1">
                <a:solidFill>
                  <a:srgbClr val="297FD5"/>
                </a:solidFill>
                <a:latin typeface="+mj-lt"/>
                <a:ea typeface="微软雅黑"/>
                <a:cs typeface="+mn-ea"/>
                <a:sym typeface="+mn-lt"/>
              </a:rPr>
              <a:t>nguyên</a:t>
            </a:r>
            <a:endParaRPr lang="zh-CN" altLang="en-US" sz="2800" b="1" dirty="0">
              <a:solidFill>
                <a:srgbClr val="297FD5"/>
              </a:solidFill>
              <a:latin typeface="+mj-lt"/>
              <a:ea typeface="微软雅黑"/>
              <a:cs typeface="+mn-ea"/>
              <a:sym typeface="+mn-lt"/>
            </a:endParaRPr>
          </a:p>
        </p:txBody>
      </p:sp>
    </p:spTree>
    <p:extLst>
      <p:ext uri="{BB962C8B-B14F-4D97-AF65-F5344CB8AC3E}">
        <p14:creationId xmlns:p14="http://schemas.microsoft.com/office/powerpoint/2010/main" val="2092861572"/>
      </p:ext>
    </p:extLst>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1A6076A0-1BE1-8566-3471-1CF42771397A}"/>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err="1">
                <a:solidFill>
                  <a:srgbClr val="339933"/>
                </a:solidFill>
                <a:latin typeface="Bahnschrift SemiLight SemiConde" panose="020B0502040204020203" pitchFamily="34" charset="0"/>
                <a:ea typeface="微软雅黑"/>
                <a:cs typeface="+mn-ea"/>
                <a:sym typeface="+mn-lt"/>
              </a:rPr>
              <a:t>Kĩ</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thuật</a:t>
            </a:r>
            <a:r>
              <a:rPr lang="en-US" altLang="zh-CN" sz="2000" kern="0" dirty="0">
                <a:solidFill>
                  <a:srgbClr val="339933"/>
                </a:solidFill>
                <a:latin typeface="Bahnschrift SemiLight SemiConde" panose="020B0502040204020203" pitchFamily="34" charset="0"/>
                <a:ea typeface="微软雅黑"/>
                <a:cs typeface="+mn-ea"/>
                <a:sym typeface="+mn-lt"/>
              </a:rPr>
              <a:t> overcommit memory</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EEDB3118-B8E7-3B59-EAE7-D249B7591523}"/>
              </a:ext>
            </a:extLst>
          </p:cNvPr>
          <p:cNvPicPr>
            <a:picLocks noChangeAspect="1"/>
          </p:cNvPicPr>
          <p:nvPr/>
        </p:nvPicPr>
        <p:blipFill>
          <a:blip r:embed="rId2"/>
          <a:stretch>
            <a:fillRect/>
          </a:stretch>
        </p:blipFill>
        <p:spPr>
          <a:xfrm>
            <a:off x="6653414" y="1216562"/>
            <a:ext cx="4534533" cy="4696480"/>
          </a:xfrm>
          <a:prstGeom prst="rect">
            <a:avLst/>
          </a:prstGeom>
        </p:spPr>
      </p:pic>
      <p:sp>
        <p:nvSpPr>
          <p:cNvPr id="5" name="TextBox 4">
            <a:extLst>
              <a:ext uri="{FF2B5EF4-FFF2-40B4-BE49-F238E27FC236}">
                <a16:creationId xmlns:a16="http://schemas.microsoft.com/office/drawing/2014/main" id="{48919CE5-5A35-5987-4EAE-0A481EF1405C}"/>
              </a:ext>
            </a:extLst>
          </p:cNvPr>
          <p:cNvSpPr txBox="1"/>
          <p:nvPr/>
        </p:nvSpPr>
        <p:spPr>
          <a:xfrm>
            <a:off x="942392" y="1216562"/>
            <a:ext cx="5477069" cy="2616101"/>
          </a:xfrm>
          <a:prstGeom prst="rect">
            <a:avLst/>
          </a:prstGeom>
          <a:noFill/>
        </p:spPr>
        <p:txBody>
          <a:bodyPr wrap="square" lIns="0" tIns="0" rIns="0" bIns="0" rtlCol="0">
            <a:spAutoFit/>
          </a:bodyPr>
          <a:lstStyle/>
          <a:p>
            <a:pPr algn="l"/>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Memory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overcommit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tổng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dung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lượng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RAM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bởi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đang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lớn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hơn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thước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RAM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Khi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đúng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dung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lượng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RAM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đã</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cấp</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thiện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chuyển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bớt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memory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idle sang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memory</a:t>
            </a:r>
          </a:p>
          <a:p>
            <a:pPr marL="285750" indent="-285750" algn="l">
              <a:buFont typeface="Wingdings" panose="05000000000000000000" pitchFamily="2" charset="2"/>
              <a:buChar char="§"/>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Memory overcommit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ở file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vswp</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Memory overhead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ở file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vmx</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vswp</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algn="l"/>
            <a:r>
              <a:rPr lang="en-US" sz="1700" dirty="0">
                <a:solidFill>
                  <a:schemeClr val="tx1">
                    <a:lumMod val="50000"/>
                    <a:lumOff val="50000"/>
                  </a:schemeClr>
                </a:solidFill>
              </a:rPr>
              <a:t> </a:t>
            </a:r>
          </a:p>
        </p:txBody>
      </p:sp>
    </p:spTree>
    <p:extLst>
      <p:ext uri="{BB962C8B-B14F-4D97-AF65-F5344CB8AC3E}">
        <p14:creationId xmlns:p14="http://schemas.microsoft.com/office/powerpoint/2010/main" val="842735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5A008543-6D41-6783-D87E-54FEB2A21A90}"/>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a:solidFill>
                  <a:srgbClr val="339933"/>
                </a:solidFill>
                <a:latin typeface="Bahnschrift SemiLight SemiConde" panose="020B0502040204020203" pitchFamily="34" charset="0"/>
                <a:ea typeface="微软雅黑"/>
                <a:cs typeface="+mn-ea"/>
                <a:sym typeface="+mn-lt"/>
              </a:rPr>
              <a:t>CPU </a:t>
            </a:r>
            <a:r>
              <a:rPr lang="en-US" altLang="zh-CN" sz="2000" kern="0" dirty="0" err="1">
                <a:solidFill>
                  <a:srgbClr val="339933"/>
                </a:solidFill>
                <a:latin typeface="Bahnschrift SemiLight SemiConde" panose="020B0502040204020203" pitchFamily="34" charset="0"/>
                <a:ea typeface="微软雅黑"/>
                <a:cs typeface="+mn-ea"/>
                <a:sym typeface="+mn-lt"/>
              </a:rPr>
              <a:t>ảo</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hóa</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BFBADFB3-DFE2-D1B1-00D0-E4A7B2C70C8B}"/>
              </a:ext>
            </a:extLst>
          </p:cNvPr>
          <p:cNvPicPr>
            <a:picLocks noChangeAspect="1"/>
          </p:cNvPicPr>
          <p:nvPr/>
        </p:nvPicPr>
        <p:blipFill>
          <a:blip r:embed="rId2"/>
          <a:stretch>
            <a:fillRect/>
          </a:stretch>
        </p:blipFill>
        <p:spPr>
          <a:xfrm>
            <a:off x="1687871" y="2692051"/>
            <a:ext cx="8046127" cy="3403459"/>
          </a:xfrm>
          <a:prstGeom prst="rect">
            <a:avLst/>
          </a:prstGeom>
        </p:spPr>
      </p:pic>
      <p:sp>
        <p:nvSpPr>
          <p:cNvPr id="5" name="TextBox 4">
            <a:extLst>
              <a:ext uri="{FF2B5EF4-FFF2-40B4-BE49-F238E27FC236}">
                <a16:creationId xmlns:a16="http://schemas.microsoft.com/office/drawing/2014/main" id="{9823E183-7346-D1E7-C4E9-1085983F2430}"/>
              </a:ext>
            </a:extLst>
          </p:cNvPr>
          <p:cNvSpPr txBox="1"/>
          <p:nvPr/>
        </p:nvSpPr>
        <p:spPr>
          <a:xfrm>
            <a:off x="961052" y="1101013"/>
            <a:ext cx="10384971" cy="1569660"/>
          </a:xfrm>
          <a:prstGeom prst="rect">
            <a:avLst/>
          </a:prstGeom>
          <a:noFill/>
        </p:spPr>
        <p:txBody>
          <a:bodyPr wrap="square" lIns="0" tIns="0" rIns="0" bIns="0" rtlCol="0">
            <a:spAutoFit/>
          </a:bodyPr>
          <a:lstStyle/>
          <a:p>
            <a:pPr marL="285750" indent="-285750" algn="just">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hình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nhiều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vCPU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tùy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thuộc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CPU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chủ</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just">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core CPU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1 CPU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1 core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1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hoặc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nhiều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thread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logical CPU, socket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kết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hợp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nhiều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core</a:t>
            </a:r>
          </a:p>
          <a:p>
            <a:pPr marL="285750" indent="-285750" algn="just">
              <a:buFont typeface="Wingdings" panose="05000000000000000000" pitchFamily="2" charset="2"/>
              <a:buChar char="q"/>
            </a:pP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Hyperthreading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kĩ</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thuật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phép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1 core CPU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đồng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thời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2 thread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throughput</a:t>
            </a:r>
          </a:p>
          <a:p>
            <a:pPr marL="285750" indent="-285750" algn="just">
              <a:buFont typeface="Wingdings" panose="05000000000000000000" pitchFamily="2" charset="2"/>
              <a:buChar char="q"/>
            </a:pPr>
            <a:r>
              <a:rPr lang="en-US" sz="17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CPU load balancing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kĩ</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thuật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phép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Vmkernel</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chia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đều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core CPU </a:t>
            </a:r>
          </a:p>
          <a:p>
            <a:pPr algn="just"/>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159533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669863BE-ED31-A22E-4ED2-DFD3DCBCB101}"/>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a:solidFill>
                  <a:srgbClr val="339933"/>
                </a:solidFill>
                <a:latin typeface="Bahnschrift SemiLight SemiConde" panose="020B0502040204020203" pitchFamily="34" charset="0"/>
                <a:ea typeface="微软雅黑"/>
                <a:cs typeface="+mn-ea"/>
                <a:sym typeface="+mn-lt"/>
              </a:rPr>
              <a:t>QUẢN LÝ TÀI NGUYÊN</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C6F0D29E-1BDF-354F-0B84-97FC457A2EBB}"/>
              </a:ext>
            </a:extLst>
          </p:cNvPr>
          <p:cNvPicPr>
            <a:picLocks noChangeAspect="1"/>
          </p:cNvPicPr>
          <p:nvPr/>
        </p:nvPicPr>
        <p:blipFill>
          <a:blip r:embed="rId2"/>
          <a:stretch>
            <a:fillRect/>
          </a:stretch>
        </p:blipFill>
        <p:spPr>
          <a:xfrm>
            <a:off x="1694141" y="3754717"/>
            <a:ext cx="3226784" cy="1862958"/>
          </a:xfrm>
          <a:prstGeom prst="rect">
            <a:avLst/>
          </a:prstGeom>
        </p:spPr>
      </p:pic>
      <p:sp>
        <p:nvSpPr>
          <p:cNvPr id="5" name="TextBox 4">
            <a:extLst>
              <a:ext uri="{FF2B5EF4-FFF2-40B4-BE49-F238E27FC236}">
                <a16:creationId xmlns:a16="http://schemas.microsoft.com/office/drawing/2014/main" id="{C53FD424-C209-4F2E-4EA3-422D6B3B66AE}"/>
              </a:ext>
            </a:extLst>
          </p:cNvPr>
          <p:cNvSpPr txBox="1"/>
          <p:nvPr/>
        </p:nvSpPr>
        <p:spPr>
          <a:xfrm>
            <a:off x="986829" y="1240325"/>
            <a:ext cx="4641409" cy="2477601"/>
          </a:xfrm>
          <a:prstGeom prst="rect">
            <a:avLst/>
          </a:prstGeom>
          <a:noFill/>
        </p:spPr>
        <p:txBody>
          <a:bodyPr wrap="square" lIns="0" tIns="0" rIns="0" bIns="0" rtlCol="0">
            <a:spAutoFit/>
          </a:bodyPr>
          <a:lstStyle/>
          <a:p>
            <a:pPr algn="just"/>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Cấu</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hình</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setting CPU, RAM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tối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ưu</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tài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nguyên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a:t>
            </a:r>
          </a:p>
          <a:p>
            <a:pPr marL="285750" indent="-285750" algn="just">
              <a:buFont typeface="Wingdings" panose="05000000000000000000" pitchFamily="2" charset="2"/>
              <a:buChar char="q"/>
            </a:pP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Reservation: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dung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lượng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CPU, RAM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tối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thiểu</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cấp</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a:t>
            </a:r>
          </a:p>
          <a:p>
            <a:pPr marL="285750" indent="-285750" algn="just">
              <a:buFont typeface="Wingdings" panose="05000000000000000000" pitchFamily="2" charset="2"/>
              <a:buChar char="q"/>
            </a:pP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Limit: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giới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hạn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ngưỡng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CPU, RAM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cấp</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a:t>
            </a:r>
          </a:p>
          <a:p>
            <a:pPr marL="285750" indent="-285750" algn="just">
              <a:buFont typeface="Wingdings" panose="05000000000000000000" pitchFamily="2" charset="2"/>
              <a:buChar char="q"/>
            </a:pP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Share: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mức</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ưu</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tiên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tài</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nguyên</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CPU, RAM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trường</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hợp</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6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bị</a:t>
            </a:r>
            <a:r>
              <a:rPr lang="en-US" sz="16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overcommit</a:t>
            </a:r>
          </a:p>
          <a:p>
            <a:pPr algn="l"/>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cxnSp>
        <p:nvCxnSpPr>
          <p:cNvPr id="9" name="Straight Arrow Connector 8">
            <a:extLst>
              <a:ext uri="{FF2B5EF4-FFF2-40B4-BE49-F238E27FC236}">
                <a16:creationId xmlns:a16="http://schemas.microsoft.com/office/drawing/2014/main" id="{D536E668-DE10-23BA-DA69-2CF8D5140A8E}"/>
              </a:ext>
            </a:extLst>
          </p:cNvPr>
          <p:cNvCxnSpPr>
            <a:cxnSpLocks/>
          </p:cNvCxnSpPr>
          <p:nvPr/>
        </p:nvCxnSpPr>
        <p:spPr>
          <a:xfrm flipV="1">
            <a:off x="5041412" y="3754717"/>
            <a:ext cx="1054588" cy="7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E98BE1D-BCFE-2C4F-D3FD-8920E865820E}"/>
              </a:ext>
            </a:extLst>
          </p:cNvPr>
          <p:cNvPicPr>
            <a:picLocks noChangeAspect="1"/>
          </p:cNvPicPr>
          <p:nvPr/>
        </p:nvPicPr>
        <p:blipFill>
          <a:blip r:embed="rId3"/>
          <a:stretch>
            <a:fillRect/>
          </a:stretch>
        </p:blipFill>
        <p:spPr>
          <a:xfrm>
            <a:off x="6241313" y="1189335"/>
            <a:ext cx="5507924" cy="4610826"/>
          </a:xfrm>
          <a:prstGeom prst="rect">
            <a:avLst/>
          </a:prstGeom>
        </p:spPr>
      </p:pic>
    </p:spTree>
    <p:extLst>
      <p:ext uri="{BB962C8B-B14F-4D97-AF65-F5344CB8AC3E}">
        <p14:creationId xmlns:p14="http://schemas.microsoft.com/office/powerpoint/2010/main" val="155128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DF276AF6-FDD9-8B39-87CE-776A9F20B243}"/>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a:solidFill>
                  <a:srgbClr val="339933"/>
                </a:solidFill>
                <a:latin typeface="Bahnschrift SemiLight SemiConde" panose="020B0502040204020203" pitchFamily="34" charset="0"/>
                <a:ea typeface="微软雅黑"/>
                <a:cs typeface="+mn-ea"/>
                <a:sym typeface="+mn-lt"/>
              </a:rPr>
              <a:t>GIÁM SÁT TÀI NGUYÊN</a:t>
            </a:r>
            <a:endParaRPr lang="zh-CN" altLang="en-US" sz="2000" dirty="0">
              <a:solidFill>
                <a:srgbClr val="339933"/>
              </a:solidFill>
              <a:latin typeface="Bahnschrift SemiLight SemiConde" panose="020B0502040204020203" pitchFamily="34" charset="0"/>
              <a:ea typeface="微软雅黑"/>
              <a:cs typeface="+mn-ea"/>
              <a:sym typeface="+mn-lt"/>
            </a:endParaRPr>
          </a:p>
        </p:txBody>
      </p:sp>
      <p:graphicFrame>
        <p:nvGraphicFramePr>
          <p:cNvPr id="3" name="Diagram 2">
            <a:extLst>
              <a:ext uri="{FF2B5EF4-FFF2-40B4-BE49-F238E27FC236}">
                <a16:creationId xmlns:a16="http://schemas.microsoft.com/office/drawing/2014/main" id="{34809FFE-3785-8BD6-7FAE-E93BCCF754E9}"/>
              </a:ext>
            </a:extLst>
          </p:cNvPr>
          <p:cNvGraphicFramePr/>
          <p:nvPr>
            <p:extLst>
              <p:ext uri="{D42A27DB-BD31-4B8C-83A1-F6EECF244321}">
                <p14:modId xmlns:p14="http://schemas.microsoft.com/office/powerpoint/2010/main" val="2325577669"/>
              </p:ext>
            </p:extLst>
          </p:nvPr>
        </p:nvGraphicFramePr>
        <p:xfrm>
          <a:off x="946298" y="1520456"/>
          <a:ext cx="7345915" cy="4596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FB77AA65-4521-8A83-278C-BE9A3180086F}"/>
              </a:ext>
            </a:extLst>
          </p:cNvPr>
          <p:cNvSpPr txBox="1"/>
          <p:nvPr/>
        </p:nvSpPr>
        <p:spPr>
          <a:xfrm>
            <a:off x="946298" y="1007869"/>
            <a:ext cx="6645349" cy="26161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số</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công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cụ</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giám</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sát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performance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p:txBody>
      </p:sp>
    </p:spTree>
    <p:extLst>
      <p:ext uri="{BB962C8B-B14F-4D97-AF65-F5344CB8AC3E}">
        <p14:creationId xmlns:p14="http://schemas.microsoft.com/office/powerpoint/2010/main" val="2139170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948A31CF-4F8B-C561-648E-35478DCAF7CF}"/>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a:solidFill>
                  <a:srgbClr val="339933"/>
                </a:solidFill>
                <a:latin typeface="Bahnschrift SemiLight SemiConde" panose="020B0502040204020203" pitchFamily="34" charset="0"/>
                <a:ea typeface="微软雅黑"/>
                <a:cs typeface="+mn-ea"/>
                <a:sym typeface="+mn-lt"/>
              </a:rPr>
              <a:t>GIÁM SÁT TÀI NGUYÊN</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381A1A78-B96F-F132-3C26-EABDBBD19AD8}"/>
              </a:ext>
            </a:extLst>
          </p:cNvPr>
          <p:cNvSpPr txBox="1"/>
          <p:nvPr/>
        </p:nvSpPr>
        <p:spPr>
          <a:xfrm>
            <a:off x="968721" y="1077362"/>
            <a:ext cx="5576934" cy="26161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Các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công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cụ</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giám</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sát</a:t>
            </a:r>
            <a:r>
              <a:rPr lang="en-US" sz="1700" dirty="0">
                <a:latin typeface="Noto Sans" panose="020B0502040504020204" pitchFamily="34" charset="0"/>
                <a:ea typeface="Noto Sans" panose="020B0502040504020204" pitchFamily="34" charset="0"/>
                <a:cs typeface="Noto Sans" panose="020B0502040504020204" pitchFamily="34" charset="0"/>
              </a:rPr>
              <a:t> performance </a:t>
            </a:r>
            <a:r>
              <a:rPr lang="en-US" sz="1700" dirty="0" err="1">
                <a:latin typeface="Noto Sans" panose="020B0502040504020204" pitchFamily="34" charset="0"/>
                <a:ea typeface="Noto Sans" panose="020B0502040504020204" pitchFamily="34" charset="0"/>
                <a:cs typeface="Noto Sans" panose="020B0502040504020204" pitchFamily="34" charset="0"/>
              </a:rPr>
              <a:t>của</a:t>
            </a:r>
            <a:r>
              <a:rPr lang="en-US" sz="1700" dirty="0">
                <a:latin typeface="Noto Sans" panose="020B0502040504020204" pitchFamily="34" charset="0"/>
                <a:ea typeface="Noto Sans" panose="020B0502040504020204" pitchFamily="34" charset="0"/>
                <a:cs typeface="Noto Sans" panose="020B0502040504020204" pitchFamily="34" charset="0"/>
              </a:rPr>
              <a:t> HĐH </a:t>
            </a:r>
            <a:r>
              <a:rPr lang="en-US" sz="1700" dirty="0" err="1">
                <a:latin typeface="Noto Sans" panose="020B0502040504020204" pitchFamily="34" charset="0"/>
                <a:ea typeface="Noto Sans" panose="020B0502040504020204" pitchFamily="34" charset="0"/>
                <a:cs typeface="Noto Sans" panose="020B0502040504020204" pitchFamily="34" charset="0"/>
              </a:rPr>
              <a:t>máy</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ảo</a:t>
            </a:r>
            <a:endParaRPr lang="en-US" sz="1700" dirty="0">
              <a:latin typeface="Noto Sans" panose="020B0502040504020204" pitchFamily="34" charset="0"/>
              <a:ea typeface="Noto Sans" panose="020B0502040504020204" pitchFamily="34" charset="0"/>
              <a:cs typeface="Noto Sans" panose="020B0502040504020204" pitchFamily="34" charset="0"/>
            </a:endParaRPr>
          </a:p>
        </p:txBody>
      </p:sp>
      <p:pic>
        <p:nvPicPr>
          <p:cNvPr id="5" name="Picture 4">
            <a:extLst>
              <a:ext uri="{FF2B5EF4-FFF2-40B4-BE49-F238E27FC236}">
                <a16:creationId xmlns:a16="http://schemas.microsoft.com/office/drawing/2014/main" id="{562F1C5F-9408-D57F-B886-96E86A7381E1}"/>
              </a:ext>
            </a:extLst>
          </p:cNvPr>
          <p:cNvPicPr>
            <a:picLocks noChangeAspect="1"/>
          </p:cNvPicPr>
          <p:nvPr/>
        </p:nvPicPr>
        <p:blipFill>
          <a:blip r:embed="rId2"/>
          <a:stretch>
            <a:fillRect/>
          </a:stretch>
        </p:blipFill>
        <p:spPr>
          <a:xfrm>
            <a:off x="6440033" y="1679417"/>
            <a:ext cx="5311836" cy="4289711"/>
          </a:xfrm>
          <a:prstGeom prst="rect">
            <a:avLst/>
          </a:prstGeom>
          <a:ln w="9525">
            <a:solidFill>
              <a:schemeClr val="tx1"/>
            </a:solidFill>
          </a:ln>
        </p:spPr>
      </p:pic>
      <p:pic>
        <p:nvPicPr>
          <p:cNvPr id="7" name="Picture 6">
            <a:extLst>
              <a:ext uri="{FF2B5EF4-FFF2-40B4-BE49-F238E27FC236}">
                <a16:creationId xmlns:a16="http://schemas.microsoft.com/office/drawing/2014/main" id="{446EEE0E-FD41-A906-B143-1AB8C271D72C}"/>
              </a:ext>
            </a:extLst>
          </p:cNvPr>
          <p:cNvPicPr>
            <a:picLocks noChangeAspect="1"/>
          </p:cNvPicPr>
          <p:nvPr/>
        </p:nvPicPr>
        <p:blipFill>
          <a:blip r:embed="rId3"/>
          <a:stretch>
            <a:fillRect/>
          </a:stretch>
        </p:blipFill>
        <p:spPr>
          <a:xfrm>
            <a:off x="968721" y="3428999"/>
            <a:ext cx="5092269" cy="2540129"/>
          </a:xfrm>
          <a:prstGeom prst="rect">
            <a:avLst/>
          </a:prstGeom>
          <a:ln w="9525">
            <a:solidFill>
              <a:schemeClr val="tx1"/>
            </a:solidFill>
          </a:ln>
        </p:spPr>
      </p:pic>
      <p:pic>
        <p:nvPicPr>
          <p:cNvPr id="11" name="Picture 10">
            <a:extLst>
              <a:ext uri="{FF2B5EF4-FFF2-40B4-BE49-F238E27FC236}">
                <a16:creationId xmlns:a16="http://schemas.microsoft.com/office/drawing/2014/main" id="{25DDA863-3B5B-A90E-C5BE-E3B8796555A0}"/>
              </a:ext>
            </a:extLst>
          </p:cNvPr>
          <p:cNvPicPr>
            <a:picLocks noChangeAspect="1"/>
          </p:cNvPicPr>
          <p:nvPr/>
        </p:nvPicPr>
        <p:blipFill>
          <a:blip r:embed="rId4"/>
          <a:stretch>
            <a:fillRect/>
          </a:stretch>
        </p:blipFill>
        <p:spPr>
          <a:xfrm>
            <a:off x="968721" y="1679417"/>
            <a:ext cx="5069118" cy="1413729"/>
          </a:xfrm>
          <a:prstGeom prst="rect">
            <a:avLst/>
          </a:prstGeom>
          <a:ln w="9525">
            <a:solidFill>
              <a:schemeClr val="tx1"/>
            </a:solidFill>
          </a:ln>
        </p:spPr>
      </p:pic>
    </p:spTree>
    <p:extLst>
      <p:ext uri="{BB962C8B-B14F-4D97-AF65-F5344CB8AC3E}">
        <p14:creationId xmlns:p14="http://schemas.microsoft.com/office/powerpoint/2010/main" val="43170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54C59E5D-3E59-A1C0-1E71-966E01A0E026}"/>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a:solidFill>
                  <a:srgbClr val="339933"/>
                </a:solidFill>
                <a:latin typeface="Bahnschrift SemiLight SemiConde" panose="020B0502040204020203" pitchFamily="34" charset="0"/>
                <a:ea typeface="微软雅黑"/>
                <a:cs typeface="+mn-ea"/>
                <a:sym typeface="+mn-lt"/>
              </a:rPr>
              <a:t>GIÁM SÁT TÀI NGUYÊN</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0FEB690F-D625-2688-BB69-A96322772087}"/>
              </a:ext>
            </a:extLst>
          </p:cNvPr>
          <p:cNvPicPr>
            <a:picLocks noChangeAspect="1"/>
          </p:cNvPicPr>
          <p:nvPr/>
        </p:nvPicPr>
        <p:blipFill>
          <a:blip r:embed="rId2"/>
          <a:stretch>
            <a:fillRect/>
          </a:stretch>
        </p:blipFill>
        <p:spPr>
          <a:xfrm>
            <a:off x="968721" y="1488519"/>
            <a:ext cx="10483914" cy="4657963"/>
          </a:xfrm>
          <a:prstGeom prst="rect">
            <a:avLst/>
          </a:prstGeom>
        </p:spPr>
      </p:pic>
      <p:sp>
        <p:nvSpPr>
          <p:cNvPr id="5" name="TextBox 4">
            <a:extLst>
              <a:ext uri="{FF2B5EF4-FFF2-40B4-BE49-F238E27FC236}">
                <a16:creationId xmlns:a16="http://schemas.microsoft.com/office/drawing/2014/main" id="{900C7985-FF03-E02B-435A-542123DE6C17}"/>
              </a:ext>
            </a:extLst>
          </p:cNvPr>
          <p:cNvSpPr txBox="1"/>
          <p:nvPr/>
        </p:nvSpPr>
        <p:spPr>
          <a:xfrm>
            <a:off x="968721" y="1077362"/>
            <a:ext cx="5576934" cy="26161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Công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cụ</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giám</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sát</a:t>
            </a:r>
            <a:r>
              <a:rPr lang="en-US" sz="1700" dirty="0">
                <a:latin typeface="Noto Sans" panose="020B0502040504020204" pitchFamily="34" charset="0"/>
                <a:ea typeface="Noto Sans" panose="020B0502040504020204" pitchFamily="34" charset="0"/>
                <a:cs typeface="Noto Sans" panose="020B0502040504020204" pitchFamily="34" charset="0"/>
              </a:rPr>
              <a:t> performance </a:t>
            </a:r>
            <a:r>
              <a:rPr lang="en-US" sz="1700" dirty="0" err="1">
                <a:latin typeface="Noto Sans" panose="020B0502040504020204" pitchFamily="34" charset="0"/>
                <a:ea typeface="Noto Sans" panose="020B0502040504020204" pitchFamily="34" charset="0"/>
                <a:cs typeface="Noto Sans" panose="020B0502040504020204" pitchFamily="34" charset="0"/>
              </a:rPr>
              <a:t>của</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vsphere</a:t>
            </a:r>
            <a:endParaRPr lang="en-US" sz="17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11027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B018D6ED-09F7-7891-2A9F-1B9EC6A6D534}"/>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a:solidFill>
                  <a:srgbClr val="339933"/>
                </a:solidFill>
                <a:latin typeface="Bahnschrift SemiLight SemiConde" panose="020B0502040204020203" pitchFamily="34" charset="0"/>
                <a:ea typeface="微软雅黑"/>
                <a:cs typeface="+mn-ea"/>
                <a:sym typeface="+mn-lt"/>
              </a:rPr>
              <a:t>GIÁM SÁT CẢNH BÁO</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4D5BEE57-E7F8-C90D-9BCF-2D25C3836493}"/>
              </a:ext>
            </a:extLst>
          </p:cNvPr>
          <p:cNvPicPr>
            <a:picLocks noChangeAspect="1"/>
          </p:cNvPicPr>
          <p:nvPr/>
        </p:nvPicPr>
        <p:blipFill>
          <a:blip r:embed="rId2"/>
          <a:stretch>
            <a:fillRect/>
          </a:stretch>
        </p:blipFill>
        <p:spPr>
          <a:xfrm>
            <a:off x="854049" y="2724691"/>
            <a:ext cx="10231278" cy="3343742"/>
          </a:xfrm>
          <a:prstGeom prst="rect">
            <a:avLst/>
          </a:prstGeom>
        </p:spPr>
      </p:pic>
      <p:sp>
        <p:nvSpPr>
          <p:cNvPr id="5" name="TextBox 4">
            <a:extLst>
              <a:ext uri="{FF2B5EF4-FFF2-40B4-BE49-F238E27FC236}">
                <a16:creationId xmlns:a16="http://schemas.microsoft.com/office/drawing/2014/main" id="{64A84B19-A595-EFB4-05FB-EF431F333856}"/>
              </a:ext>
            </a:extLst>
          </p:cNvPr>
          <p:cNvSpPr txBox="1"/>
          <p:nvPr/>
        </p:nvSpPr>
        <p:spPr>
          <a:xfrm>
            <a:off x="854049" y="1244009"/>
            <a:ext cx="10129384" cy="130805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Sử</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dụng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công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cụ</a:t>
            </a:r>
            <a:r>
              <a:rPr lang="en-US" sz="1700" dirty="0">
                <a:latin typeface="Noto Sans" panose="020B0502040504020204" pitchFamily="34" charset="0"/>
                <a:ea typeface="Noto Sans" panose="020B0502040504020204" pitchFamily="34" charset="0"/>
                <a:cs typeface="Noto Sans" panose="020B0502040504020204" pitchFamily="34" charset="0"/>
              </a:rPr>
              <a:t> Monitor Alarm </a:t>
            </a:r>
            <a:r>
              <a:rPr lang="en-US" sz="1700" dirty="0" err="1">
                <a:latin typeface="Noto Sans" panose="020B0502040504020204" pitchFamily="34" charset="0"/>
                <a:ea typeface="Noto Sans" panose="020B0502040504020204" pitchFamily="34" charset="0"/>
                <a:cs typeface="Noto Sans" panose="020B0502040504020204" pitchFamily="34" charset="0"/>
              </a:rPr>
              <a:t>của</a:t>
            </a:r>
            <a:r>
              <a:rPr lang="en-US" sz="1700" dirty="0">
                <a:latin typeface="Noto Sans" panose="020B0502040504020204" pitchFamily="34" charset="0"/>
                <a:ea typeface="Noto Sans" panose="020B0502040504020204" pitchFamily="34" charset="0"/>
                <a:cs typeface="Noto Sans" panose="020B0502040504020204" pitchFamily="34" charset="0"/>
              </a:rPr>
              <a:t> vSphere </a:t>
            </a:r>
            <a:r>
              <a:rPr lang="en-US" sz="1700" dirty="0" err="1">
                <a:latin typeface="Noto Sans" panose="020B0502040504020204" pitchFamily="34" charset="0"/>
                <a:ea typeface="Noto Sans" panose="020B0502040504020204" pitchFamily="34" charset="0"/>
                <a:cs typeface="Noto Sans" panose="020B0502040504020204" pitchFamily="34" charset="0"/>
              </a:rPr>
              <a:t>để</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giám</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sát</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các</a:t>
            </a:r>
            <a:r>
              <a:rPr lang="en-US" sz="1700" dirty="0">
                <a:latin typeface="Noto Sans" panose="020B0502040504020204" pitchFamily="34" charset="0"/>
                <a:ea typeface="Noto Sans" panose="020B0502040504020204" pitchFamily="34" charset="0"/>
                <a:cs typeface="Noto Sans" panose="020B0502040504020204" pitchFamily="34" charset="0"/>
              </a:rPr>
              <a:t> Events </a:t>
            </a:r>
            <a:r>
              <a:rPr lang="en-US" sz="1700" dirty="0" err="1">
                <a:latin typeface="Noto Sans" panose="020B0502040504020204" pitchFamily="34" charset="0"/>
                <a:ea typeface="Noto Sans" panose="020B0502040504020204" pitchFamily="34" charset="0"/>
                <a:cs typeface="Noto Sans" panose="020B0502040504020204" pitchFamily="34" charset="0"/>
              </a:rPr>
              <a:t>của</a:t>
            </a:r>
            <a:r>
              <a:rPr lang="en-US" sz="1700" dirty="0">
                <a:latin typeface="Noto Sans" panose="020B0502040504020204" pitchFamily="34" charset="0"/>
                <a:ea typeface="Noto Sans" panose="020B0502040504020204" pitchFamily="34" charset="0"/>
                <a:cs typeface="Noto Sans" panose="020B0502040504020204" pitchFamily="34" charset="0"/>
              </a:rPr>
              <a:t> VM, host, datastore </a:t>
            </a:r>
            <a:r>
              <a:rPr lang="en-US" sz="1700" dirty="0" err="1">
                <a:latin typeface="Noto Sans" panose="020B0502040504020204" pitchFamily="34" charset="0"/>
                <a:ea typeface="Noto Sans" panose="020B0502040504020204" pitchFamily="34" charset="0"/>
                <a:cs typeface="Noto Sans" panose="020B0502040504020204" pitchFamily="34" charset="0"/>
              </a:rPr>
              <a:t>và</a:t>
            </a:r>
            <a:r>
              <a:rPr lang="en-US" sz="1700" dirty="0">
                <a:latin typeface="Noto Sans" panose="020B0502040504020204" pitchFamily="34" charset="0"/>
                <a:ea typeface="Noto Sans" panose="020B0502040504020204" pitchFamily="34" charset="0"/>
                <a:cs typeface="Noto Sans" panose="020B0502040504020204" pitchFamily="34" charset="0"/>
              </a:rPr>
              <a:t> network</a:t>
            </a:r>
          </a:p>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Có</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thể</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chỉnh</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sửa</a:t>
            </a:r>
            <a:r>
              <a:rPr lang="en-US" sz="1700" dirty="0">
                <a:latin typeface="Noto Sans" panose="020B0502040504020204" pitchFamily="34" charset="0"/>
                <a:ea typeface="Noto Sans" panose="020B0502040504020204" pitchFamily="34" charset="0"/>
                <a:cs typeface="Noto Sans" panose="020B0502040504020204" pitchFamily="34" charset="0"/>
              </a:rPr>
              <a:t> hay </a:t>
            </a:r>
            <a:r>
              <a:rPr lang="en-US" sz="1700" dirty="0" err="1">
                <a:latin typeface="Noto Sans" panose="020B0502040504020204" pitchFamily="34" charset="0"/>
                <a:ea typeface="Noto Sans" panose="020B0502040504020204" pitchFamily="34" charset="0"/>
                <a:cs typeface="Noto Sans" panose="020B0502040504020204" pitchFamily="34" charset="0"/>
              </a:rPr>
              <a:t>tạo</a:t>
            </a:r>
            <a:r>
              <a:rPr lang="en-US" sz="1700" dirty="0">
                <a:latin typeface="Noto Sans" panose="020B0502040504020204" pitchFamily="34" charset="0"/>
                <a:ea typeface="Noto Sans" panose="020B0502040504020204" pitchFamily="34" charset="0"/>
                <a:cs typeface="Noto Sans" panose="020B0502040504020204" pitchFamily="34" charset="0"/>
              </a:rPr>
              <a:t> alarm rule </a:t>
            </a:r>
            <a:r>
              <a:rPr lang="en-US" sz="1700" dirty="0" err="1">
                <a:latin typeface="Noto Sans" panose="020B0502040504020204" pitchFamily="34" charset="0"/>
                <a:ea typeface="Noto Sans" panose="020B0502040504020204" pitchFamily="34" charset="0"/>
                <a:cs typeface="Noto Sans" panose="020B0502040504020204" pitchFamily="34" charset="0"/>
              </a:rPr>
              <a:t>mới</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mong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muốn</a:t>
            </a:r>
            <a:endParaRPr lang="en-US" sz="1700" dirty="0">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a:latin typeface="Noto Sans" panose="020B0502040504020204" pitchFamily="34" charset="0"/>
                <a:ea typeface="Noto Sans" panose="020B0502040504020204" pitchFamily="34" charset="0"/>
                <a:cs typeface="Noto Sans" panose="020B0502040504020204" pitchFamily="34" charset="0"/>
              </a:rPr>
              <a:t>Alarm </a:t>
            </a:r>
            <a:r>
              <a:rPr lang="en-US" sz="1700" dirty="0" err="1">
                <a:latin typeface="Noto Sans" panose="020B0502040504020204" pitchFamily="34" charset="0"/>
                <a:ea typeface="Noto Sans" panose="020B0502040504020204" pitchFamily="34" charset="0"/>
                <a:cs typeface="Noto Sans" panose="020B0502040504020204" pitchFamily="34" charset="0"/>
              </a:rPr>
              <a:t>có</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thể</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được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cấu</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hình</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để</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gởi</a:t>
            </a:r>
            <a:r>
              <a:rPr lang="en-US" sz="1700" dirty="0">
                <a:latin typeface="Noto Sans" panose="020B0502040504020204" pitchFamily="34" charset="0"/>
                <a:ea typeface="Noto Sans" panose="020B0502040504020204" pitchFamily="34" charset="0"/>
                <a:cs typeface="Noto Sans" panose="020B0502040504020204" pitchFamily="34" charset="0"/>
              </a:rPr>
              <a:t> qua mail </a:t>
            </a:r>
            <a:r>
              <a:rPr lang="en-US" sz="1700" dirty="0" err="1">
                <a:latin typeface="Noto Sans" panose="020B0502040504020204" pitchFamily="34" charset="0"/>
                <a:ea typeface="Noto Sans" panose="020B0502040504020204" pitchFamily="34" charset="0"/>
                <a:cs typeface="Noto Sans" panose="020B0502040504020204" pitchFamily="34" charset="0"/>
              </a:rPr>
              <a:t>hoặc</a:t>
            </a:r>
            <a:r>
              <a:rPr lang="en-US" sz="1700" dirty="0">
                <a:latin typeface="Noto Sans" panose="020B0502040504020204" pitchFamily="34" charset="0"/>
                <a:ea typeface="Noto Sans" panose="020B0502040504020204" pitchFamily="34" charset="0"/>
                <a:cs typeface="Noto Sans" panose="020B0502040504020204" pitchFamily="34" charset="0"/>
              </a:rPr>
              <a:t> SNMP receiver</a:t>
            </a:r>
          </a:p>
          <a:p>
            <a:pPr algn="l"/>
            <a:endParaRPr lang="en-US" sz="1700" dirty="0"/>
          </a:p>
        </p:txBody>
      </p:sp>
    </p:spTree>
    <p:extLst>
      <p:ext uri="{BB962C8B-B14F-4D97-AF65-F5344CB8AC3E}">
        <p14:creationId xmlns:p14="http://schemas.microsoft.com/office/powerpoint/2010/main" val="3249169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8BEFD580-EE7E-0EBD-865B-6A45DA89F1FA}"/>
              </a:ext>
            </a:extLst>
          </p:cNvPr>
          <p:cNvSpPr txBox="1">
            <a:spLocks noChangeArrowheads="1"/>
          </p:cNvSpPr>
          <p:nvPr/>
        </p:nvSpPr>
        <p:spPr bwMode="auto">
          <a:xfrm>
            <a:off x="854049" y="204950"/>
            <a:ext cx="395012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QUẢN LÝ VÀ GIÁM SÁT TÀI NGUYÊN</a:t>
            </a:r>
          </a:p>
          <a:p>
            <a:r>
              <a:rPr lang="en-US" altLang="zh-CN" sz="2000" kern="0" dirty="0" err="1">
                <a:solidFill>
                  <a:srgbClr val="339933"/>
                </a:solidFill>
                <a:latin typeface="Bahnschrift SemiLight SemiConde" panose="020B0502040204020203" pitchFamily="34" charset="0"/>
                <a:ea typeface="微软雅黑"/>
                <a:cs typeface="+mn-ea"/>
                <a:sym typeface="+mn-lt"/>
              </a:rPr>
              <a:t>Tóm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tắt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nội</a:t>
            </a:r>
            <a:r>
              <a:rPr lang="en-US" altLang="zh-CN" sz="2000" kern="0" dirty="0">
                <a:solidFill>
                  <a:srgbClr val="339933"/>
                </a:solidFill>
                <a:latin typeface="Bahnschrift SemiLight SemiConde" panose="020B0502040204020203" pitchFamily="34" charset="0"/>
                <a:ea typeface="微软雅黑"/>
                <a:cs typeface="+mn-ea"/>
                <a:sym typeface="+mn-lt"/>
              </a:rPr>
              <a:t> dung</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3ABAE011-358F-8C20-2944-4D5A7B9CD8A9}"/>
              </a:ext>
            </a:extLst>
          </p:cNvPr>
          <p:cNvSpPr txBox="1"/>
          <p:nvPr/>
        </p:nvSpPr>
        <p:spPr>
          <a:xfrm>
            <a:off x="967563" y="1222744"/>
            <a:ext cx="9803218" cy="2381934"/>
          </a:xfrm>
          <a:prstGeom prst="rect">
            <a:avLst/>
          </a:prstGeom>
          <a:noFill/>
        </p:spPr>
        <p:txBody>
          <a:bodyPr wrap="square" lIns="0" tIns="0" rIns="0" bIns="0" rtlCol="0">
            <a:spAutoFit/>
          </a:bodyPr>
          <a:lstStyle/>
          <a:p>
            <a:pPr marL="285750" indent="-285750" algn="l">
              <a:lnSpc>
                <a:spcPct val="150000"/>
              </a:lnSpc>
              <a:buFont typeface="Wingdings" panose="05000000000000000000" pitchFamily="2" charset="2"/>
              <a:buChar char="v"/>
            </a:pPr>
            <a:r>
              <a:rPr lang="en-US" sz="2000" dirty="0" err="1">
                <a:latin typeface="Noto Sans" panose="020B0502040504020204" pitchFamily="34" charset="0"/>
                <a:ea typeface="Noto Sans" panose="020B0502040504020204" pitchFamily="34" charset="0"/>
                <a:cs typeface="Noto Sans" panose="020B0502040504020204" pitchFamily="34" charset="0"/>
              </a:rPr>
              <a:t>Các</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nội</a:t>
            </a:r>
            <a:r>
              <a:rPr lang="en-US" sz="2000" dirty="0">
                <a:latin typeface="Noto Sans" panose="020B0502040504020204" pitchFamily="34" charset="0"/>
                <a:ea typeface="Noto Sans" panose="020B0502040504020204" pitchFamily="34" charset="0"/>
                <a:cs typeface="Noto Sans" panose="020B0502040504020204" pitchFamily="34" charset="0"/>
              </a:rPr>
              <a:t> dung </a:t>
            </a:r>
            <a:r>
              <a:rPr lang="en-US" sz="2000" dirty="0" err="1">
                <a:latin typeface="Noto Sans" panose="020B0502040504020204" pitchFamily="34" charset="0"/>
                <a:ea typeface="Noto Sans" panose="020B0502040504020204" pitchFamily="34" charset="0"/>
                <a:cs typeface="Noto Sans" panose="020B0502040504020204" pitchFamily="34" charset="0"/>
              </a:rPr>
              <a:t>quan</a:t>
            </a:r>
            <a:r>
              <a:rPr lang="en-US" sz="2000" dirty="0">
                <a:latin typeface="Noto Sans" panose="020B0502040504020204" pitchFamily="34" charset="0"/>
                <a:ea typeface="Noto Sans" panose="020B0502040504020204" pitchFamily="34" charset="0"/>
                <a:cs typeface="Noto Sans" panose="020B0502040504020204" pitchFamily="34" charset="0"/>
              </a:rPr>
              <a:t> </a:t>
            </a:r>
            <a:r>
              <a:rPr lang="en-US" sz="2000" dirty="0" err="1">
                <a:latin typeface="Noto Sans" panose="020B0502040504020204" pitchFamily="34" charset="0"/>
                <a:ea typeface="Noto Sans" panose="020B0502040504020204" pitchFamily="34" charset="0"/>
                <a:cs typeface="Noto Sans" panose="020B0502040504020204" pitchFamily="34" charset="0"/>
              </a:rPr>
              <a:t>trọng</a:t>
            </a:r>
            <a:r>
              <a:rPr lang="en-US" sz="2000" dirty="0">
                <a:latin typeface="Noto Sans" panose="020B0502040504020204" pitchFamily="34" charset="0"/>
                <a:ea typeface="Noto Sans" panose="020B0502040504020204" pitchFamily="34" charset="0"/>
                <a:cs typeface="Noto Sans" panose="020B0502040504020204" pitchFamily="34" charset="0"/>
              </a:rPr>
              <a:t>:</a:t>
            </a:r>
          </a:p>
          <a:p>
            <a:pPr marL="742950" lvl="1" indent="-285750">
              <a:lnSpc>
                <a:spcPct val="150000"/>
              </a:lnSpc>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Hiểu</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về</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kĩ</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thuật</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ảo</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hóa</a:t>
            </a:r>
            <a:r>
              <a:rPr lang="en-US" sz="1700" dirty="0">
                <a:latin typeface="Noto Sans" panose="020B0502040504020204" pitchFamily="34" charset="0"/>
                <a:ea typeface="Noto Sans" panose="020B0502040504020204" pitchFamily="34" charset="0"/>
                <a:cs typeface="Noto Sans" panose="020B0502040504020204" pitchFamily="34" charset="0"/>
              </a:rPr>
              <a:t> CPU </a:t>
            </a:r>
            <a:r>
              <a:rPr lang="en-US" sz="1700" dirty="0" err="1">
                <a:latin typeface="Noto Sans" panose="020B0502040504020204" pitchFamily="34" charset="0"/>
                <a:ea typeface="Noto Sans" panose="020B0502040504020204" pitchFamily="34" charset="0"/>
                <a:cs typeface="Noto Sans" panose="020B0502040504020204" pitchFamily="34" charset="0"/>
              </a:rPr>
              <a:t>và</a:t>
            </a:r>
            <a:r>
              <a:rPr lang="en-US" sz="1700" dirty="0">
                <a:latin typeface="Noto Sans" panose="020B0502040504020204" pitchFamily="34" charset="0"/>
                <a:ea typeface="Noto Sans" panose="020B0502040504020204" pitchFamily="34" charset="0"/>
                <a:cs typeface="Noto Sans" panose="020B0502040504020204" pitchFamily="34" charset="0"/>
              </a:rPr>
              <a:t> RAM</a:t>
            </a:r>
          </a:p>
          <a:p>
            <a:pPr marL="742950" lvl="1" indent="-285750">
              <a:lnSpc>
                <a:spcPct val="150000"/>
              </a:lnSpc>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Các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tham</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số</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cấu</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hình</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để</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tối</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ưu</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sử</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dụng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tài</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nguyên</a:t>
            </a:r>
            <a:r>
              <a:rPr lang="en-US" sz="1700" dirty="0">
                <a:latin typeface="Noto Sans" panose="020B0502040504020204" pitchFamily="34" charset="0"/>
                <a:ea typeface="Noto Sans" panose="020B0502040504020204" pitchFamily="34" charset="0"/>
                <a:cs typeface="Noto Sans" panose="020B0502040504020204" pitchFamily="34" charset="0"/>
              </a:rPr>
              <a:t> CPU, RAM</a:t>
            </a:r>
          </a:p>
          <a:p>
            <a:pPr marL="742950" lvl="1" indent="-285750">
              <a:lnSpc>
                <a:spcPct val="150000"/>
              </a:lnSpc>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Các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công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cụ</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để</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giám</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sát</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mức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sử</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dụng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tài</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nguyên</a:t>
            </a:r>
            <a:r>
              <a:rPr lang="en-US" sz="1700" dirty="0">
                <a:latin typeface="Noto Sans" panose="020B0502040504020204" pitchFamily="34" charset="0"/>
                <a:ea typeface="Noto Sans" panose="020B0502040504020204" pitchFamily="34" charset="0"/>
                <a:cs typeface="Noto Sans" panose="020B0502040504020204" pitchFamily="34" charset="0"/>
              </a:rPr>
              <a:t> CPU, RAM</a:t>
            </a:r>
          </a:p>
          <a:p>
            <a:pPr marL="742950" lvl="1" indent="-285750">
              <a:lnSpc>
                <a:spcPct val="150000"/>
              </a:lnSpc>
              <a:buFont typeface="Wingdings" panose="05000000000000000000" pitchFamily="2" charset="2"/>
              <a:buChar char="q"/>
            </a:pPr>
            <a:endParaRPr lang="en-US" sz="1700" dirty="0">
              <a:latin typeface="Noto Sans" panose="020B0502040504020204" pitchFamily="34" charset="0"/>
              <a:ea typeface="Noto Sans" panose="020B0502040504020204" pitchFamily="34" charset="0"/>
              <a:cs typeface="Noto Sans" panose="020B0502040504020204" pitchFamily="34" charset="0"/>
            </a:endParaRPr>
          </a:p>
          <a:p>
            <a:pPr marL="742950" lvl="1" indent="-285750">
              <a:lnSpc>
                <a:spcPct val="150000"/>
              </a:lnSpc>
              <a:buFont typeface="Wingdings" panose="05000000000000000000" pitchFamily="2" charset="2"/>
              <a:buChar char="q"/>
            </a:pPr>
            <a:endParaRPr lang="en-US" sz="17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236990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组合 18">
            <a:extLst>
              <a:ext uri="{FF2B5EF4-FFF2-40B4-BE49-F238E27FC236}">
                <a16:creationId xmlns:a16="http://schemas.microsoft.com/office/drawing/2014/main" id="{2EFBAB33-92E0-44B8-9734-552B0196880E}"/>
              </a:ext>
            </a:extLst>
          </p:cNvPr>
          <p:cNvGrpSpPr/>
          <p:nvPr/>
        </p:nvGrpSpPr>
        <p:grpSpPr>
          <a:xfrm>
            <a:off x="1584251" y="1962757"/>
            <a:ext cx="2936096" cy="2507184"/>
            <a:chOff x="2321705" y="2270688"/>
            <a:chExt cx="2936096" cy="2507184"/>
          </a:xfrm>
        </p:grpSpPr>
        <p:pic>
          <p:nvPicPr>
            <p:cNvPr id="4" name="图片 2">
              <a:extLst>
                <a:ext uri="{FF2B5EF4-FFF2-40B4-BE49-F238E27FC236}">
                  <a16:creationId xmlns:a16="http://schemas.microsoft.com/office/drawing/2014/main" id="{7D116056-A838-4B25-B6E2-6B27D11C14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321705" y="2270688"/>
              <a:ext cx="2936096" cy="2507184"/>
            </a:xfrm>
            <a:prstGeom prst="rect">
              <a:avLst/>
            </a:prstGeom>
          </p:spPr>
        </p:pic>
        <p:sp>
          <p:nvSpPr>
            <p:cNvPr id="5" name="椭圆 3">
              <a:extLst>
                <a:ext uri="{FF2B5EF4-FFF2-40B4-BE49-F238E27FC236}">
                  <a16:creationId xmlns:a16="http://schemas.microsoft.com/office/drawing/2014/main" id="{DE54E3AC-CD97-484B-9256-A2E38CEF39D1}"/>
                </a:ext>
              </a:extLst>
            </p:cNvPr>
            <p:cNvSpPr/>
            <p:nvPr/>
          </p:nvSpPr>
          <p:spPr>
            <a:xfrm>
              <a:off x="3089528" y="2741103"/>
              <a:ext cx="1302155" cy="1302155"/>
            </a:xfrm>
            <a:prstGeom prst="ellipse">
              <a:avLst/>
            </a:prstGeom>
            <a:solidFill>
              <a:sysClr val="window" lastClr="FFFFFF"/>
            </a:solidFill>
            <a:ln w="12700" cap="flat" cmpd="sng" algn="ctr">
              <a:noFill/>
              <a:prstDash val="solid"/>
              <a:miter lim="800000"/>
            </a:ln>
            <a:effectLst>
              <a:outerShdw blurRad="63500" sx="106000" sy="106000" algn="ctr" rotWithShape="0">
                <a:srgbClr val="297FD5">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j-lt"/>
                <a:ea typeface="微软雅黑"/>
                <a:cs typeface="+mn-ea"/>
                <a:sym typeface="+mn-lt"/>
              </a:endParaRPr>
            </a:p>
          </p:txBody>
        </p:sp>
        <p:sp>
          <p:nvSpPr>
            <p:cNvPr id="6" name="文本框 17">
              <a:extLst>
                <a:ext uri="{FF2B5EF4-FFF2-40B4-BE49-F238E27FC236}">
                  <a16:creationId xmlns:a16="http://schemas.microsoft.com/office/drawing/2014/main" id="{791BC117-CE27-4812-B68D-1AF22C72C599}"/>
                </a:ext>
              </a:extLst>
            </p:cNvPr>
            <p:cNvSpPr txBox="1"/>
            <p:nvPr/>
          </p:nvSpPr>
          <p:spPr>
            <a:xfrm>
              <a:off x="3237076" y="2935863"/>
              <a:ext cx="1007057" cy="830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800" b="0" i="0" u="none" strike="noStrike" kern="0" cap="none" spc="0" normalizeH="0" baseline="0" noProof="0" dirty="0">
                  <a:ln>
                    <a:noFill/>
                  </a:ln>
                  <a:solidFill>
                    <a:srgbClr val="297FD5"/>
                  </a:solidFill>
                  <a:effectLst/>
                  <a:uLnTx/>
                  <a:uFillTx/>
                  <a:latin typeface="+mj-lt"/>
                  <a:ea typeface="微软雅黑"/>
                  <a:cs typeface="+mn-ea"/>
                  <a:sym typeface="+mn-lt"/>
                </a:rPr>
                <a:t>05</a:t>
              </a:r>
              <a:endParaRPr kumimoji="0" lang="zh-CN" altLang="en-US" sz="4800" b="0" i="0" u="none" strike="noStrike" kern="0" cap="none" spc="0" normalizeH="0" baseline="0" noProof="0" dirty="0">
                <a:ln>
                  <a:noFill/>
                </a:ln>
                <a:solidFill>
                  <a:srgbClr val="297FD5"/>
                </a:solidFill>
                <a:effectLst/>
                <a:uLnTx/>
                <a:uFillTx/>
                <a:latin typeface="+mj-lt"/>
                <a:ea typeface="微软雅黑"/>
                <a:cs typeface="+mn-ea"/>
                <a:sym typeface="+mn-lt"/>
              </a:endParaRPr>
            </a:p>
          </p:txBody>
        </p:sp>
      </p:grpSp>
      <p:sp>
        <p:nvSpPr>
          <p:cNvPr id="8" name="文本框 52">
            <a:extLst>
              <a:ext uri="{FF2B5EF4-FFF2-40B4-BE49-F238E27FC236}">
                <a16:creationId xmlns:a16="http://schemas.microsoft.com/office/drawing/2014/main" id="{08723ACA-BCA5-4CD3-A19D-058C659ACFD3}"/>
              </a:ext>
            </a:extLst>
          </p:cNvPr>
          <p:cNvSpPr txBox="1"/>
          <p:nvPr/>
        </p:nvSpPr>
        <p:spPr>
          <a:xfrm>
            <a:off x="4860850" y="3202680"/>
            <a:ext cx="6171229" cy="394210"/>
          </a:xfrm>
          <a:prstGeom prst="rect">
            <a:avLst/>
          </a:prstGeom>
          <a:noFill/>
        </p:spPr>
        <p:txBody>
          <a:bodyPr wrap="square" rtlCol="0">
            <a:spAutoFit/>
          </a:bodyPr>
          <a:lstStyle/>
          <a:p>
            <a:pPr lvl="0">
              <a:lnSpc>
                <a:spcPct val="120000"/>
              </a:lnSpc>
              <a:defRPr/>
            </a:pPr>
            <a:r>
              <a:rPr lang="en-US" altLang="zh-CN" kern="0" dirty="0" err="1">
                <a:solidFill>
                  <a:srgbClr val="404040"/>
                </a:solidFill>
                <a:latin typeface="+mj-lt"/>
                <a:ea typeface="微软雅黑"/>
                <a:cs typeface="+mn-ea"/>
                <a:sym typeface="+mn-lt"/>
              </a:rPr>
              <a:t>Giới</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thiệu</a:t>
            </a:r>
            <a:r>
              <a:rPr lang="en-US" altLang="zh-CN" kern="0" dirty="0">
                <a:solidFill>
                  <a:srgbClr val="404040"/>
                </a:solidFill>
                <a:latin typeface="+mj-lt"/>
                <a:ea typeface="微软雅黑"/>
                <a:cs typeface="+mn-ea"/>
                <a:sym typeface="+mn-lt"/>
              </a:rPr>
              <a:t> </a:t>
            </a:r>
            <a:r>
              <a:rPr lang="en-US" altLang="zh-CN" kern="0" dirty="0" err="1">
                <a:solidFill>
                  <a:srgbClr val="404040"/>
                </a:solidFill>
                <a:latin typeface="+mj-lt"/>
                <a:ea typeface="微软雅黑"/>
                <a:cs typeface="+mn-ea"/>
                <a:sym typeface="+mn-lt"/>
              </a:rPr>
              <a:t>về</a:t>
            </a:r>
            <a:r>
              <a:rPr lang="en-US" altLang="zh-CN" kern="0" dirty="0">
                <a:solidFill>
                  <a:srgbClr val="404040"/>
                </a:solidFill>
                <a:latin typeface="+mj-lt"/>
                <a:ea typeface="微软雅黑"/>
                <a:cs typeface="+mn-ea"/>
                <a:sym typeface="+mn-lt"/>
              </a:rPr>
              <a:t> vSphere DRS, vSphere HA, Fault Tolerance</a:t>
            </a:r>
            <a:endParaRPr lang="zh-CN" altLang="zh-CN" kern="0" dirty="0">
              <a:solidFill>
                <a:srgbClr val="404040"/>
              </a:solidFill>
              <a:latin typeface="+mj-lt"/>
              <a:ea typeface="微软雅黑"/>
              <a:cs typeface="+mn-ea"/>
              <a:sym typeface="+mn-lt"/>
            </a:endParaRPr>
          </a:p>
        </p:txBody>
      </p:sp>
      <p:cxnSp>
        <p:nvCxnSpPr>
          <p:cNvPr id="9" name="直接连接符 20">
            <a:extLst>
              <a:ext uri="{FF2B5EF4-FFF2-40B4-BE49-F238E27FC236}">
                <a16:creationId xmlns:a16="http://schemas.microsoft.com/office/drawing/2014/main" id="{73CF0CA4-8AE0-4478-A2C9-256D0DA8E716}"/>
              </a:ext>
            </a:extLst>
          </p:cNvPr>
          <p:cNvCxnSpPr/>
          <p:nvPr/>
        </p:nvCxnSpPr>
        <p:spPr>
          <a:xfrm>
            <a:off x="6032849" y="3049712"/>
            <a:ext cx="3187994" cy="0"/>
          </a:xfrm>
          <a:prstGeom prst="line">
            <a:avLst/>
          </a:prstGeom>
          <a:noFill/>
          <a:ln w="6350" cap="flat" cmpd="sng" algn="ctr">
            <a:solidFill>
              <a:srgbClr val="297FD5"/>
            </a:solidFill>
            <a:prstDash val="solid"/>
            <a:miter lim="800000"/>
          </a:ln>
          <a:effectLst/>
        </p:spPr>
      </p:cxnSp>
      <p:sp>
        <p:nvSpPr>
          <p:cNvPr id="11" name="文本框 50">
            <a:extLst>
              <a:ext uri="{FF2B5EF4-FFF2-40B4-BE49-F238E27FC236}">
                <a16:creationId xmlns:a16="http://schemas.microsoft.com/office/drawing/2014/main" id="{2CF99E7E-B7DB-4CA2-AFD6-6EDAB5EF2A28}"/>
              </a:ext>
            </a:extLst>
          </p:cNvPr>
          <p:cNvSpPr txBox="1"/>
          <p:nvPr/>
        </p:nvSpPr>
        <p:spPr>
          <a:xfrm>
            <a:off x="4860851" y="2500332"/>
            <a:ext cx="5961219" cy="523220"/>
          </a:xfrm>
          <a:prstGeom prst="rect">
            <a:avLst/>
          </a:prstGeom>
          <a:noFill/>
        </p:spPr>
        <p:txBody>
          <a:bodyPr wrap="square" rtlCol="0">
            <a:spAutoFit/>
          </a:bodyPr>
          <a:lstStyle/>
          <a:p>
            <a:r>
              <a:rPr lang="en-US" altLang="zh-CN" sz="2800" b="1" dirty="0">
                <a:solidFill>
                  <a:srgbClr val="297FD5"/>
                </a:solidFill>
                <a:latin typeface="+mj-lt"/>
                <a:ea typeface="微软雅黑"/>
                <a:cs typeface="+mn-ea"/>
                <a:sym typeface="+mn-lt"/>
              </a:rPr>
              <a:t>vSphere Cluster</a:t>
            </a:r>
            <a:endParaRPr lang="zh-CN" altLang="en-US" sz="2800" b="1" dirty="0">
              <a:solidFill>
                <a:srgbClr val="297FD5"/>
              </a:solidFill>
              <a:latin typeface="+mj-lt"/>
              <a:ea typeface="微软雅黑"/>
              <a:cs typeface="+mn-ea"/>
              <a:sym typeface="+mn-lt"/>
            </a:endParaRPr>
          </a:p>
        </p:txBody>
      </p:sp>
    </p:spTree>
    <p:extLst>
      <p:ext uri="{BB962C8B-B14F-4D97-AF65-F5344CB8AC3E}">
        <p14:creationId xmlns:p14="http://schemas.microsoft.com/office/powerpoint/2010/main" val="187875251"/>
      </p:ext>
    </p:extLst>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B018D6ED-09F7-7891-2A9F-1B9EC6A6D534}"/>
              </a:ext>
            </a:extLst>
          </p:cNvPr>
          <p:cNvSpPr txBox="1">
            <a:spLocks noChangeArrowheads="1"/>
          </p:cNvSpPr>
          <p:nvPr/>
        </p:nvSpPr>
        <p:spPr bwMode="auto">
          <a:xfrm>
            <a:off x="854049" y="204950"/>
            <a:ext cx="279756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err="1">
                <a:solidFill>
                  <a:srgbClr val="339933"/>
                </a:solidFill>
                <a:latin typeface="Bahnschrift SemiLight SemiConde" panose="020B0502040204020203" pitchFamily="34" charset="0"/>
                <a:ea typeface="微软雅黑"/>
                <a:cs typeface="+mn-ea"/>
                <a:sym typeface="+mn-lt"/>
              </a:rPr>
              <a:t>Giới</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thiệu</a:t>
            </a:r>
            <a:r>
              <a:rPr lang="en-US" altLang="zh-CN" sz="2000" kern="0" dirty="0">
                <a:solidFill>
                  <a:srgbClr val="339933"/>
                </a:solidFill>
                <a:latin typeface="Bahnschrift SemiLight SemiConde" panose="020B0502040204020203" pitchFamily="34" charset="0"/>
                <a:ea typeface="微软雅黑"/>
                <a:cs typeface="+mn-ea"/>
                <a:sym typeface="+mn-lt"/>
              </a:rPr>
              <a:t> vSphere Cluster</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5" name="TextBox 4">
            <a:extLst>
              <a:ext uri="{FF2B5EF4-FFF2-40B4-BE49-F238E27FC236}">
                <a16:creationId xmlns:a16="http://schemas.microsoft.com/office/drawing/2014/main" id="{64A84B19-A595-EFB4-05FB-EF431F333856}"/>
              </a:ext>
            </a:extLst>
          </p:cNvPr>
          <p:cNvSpPr txBox="1"/>
          <p:nvPr/>
        </p:nvSpPr>
        <p:spPr>
          <a:xfrm>
            <a:off x="854049" y="1244009"/>
            <a:ext cx="5773088" cy="4447371"/>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Mục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Cluster:</a:t>
            </a:r>
          </a:p>
          <a:p>
            <a:pPr marL="742950" lvl="1" indent="-285750">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 Cluster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dùng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chia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sẻ</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tài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nguyên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giữa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nhóm</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(cluster)</a:t>
            </a:r>
          </a:p>
          <a:p>
            <a:pPr marL="742950" lvl="1" indent="-285750">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hoặc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nhiều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cluster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tùy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mục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cluster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gồm</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tối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64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ESXi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a:t>
            </a:r>
          </a:p>
          <a:p>
            <a:pPr marL="285750" indent="-285750" algn="l">
              <a:buFont typeface="Wingdings" panose="05000000000000000000" pitchFamily="2" charset="2"/>
              <a:buChar char="q"/>
            </a:pP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Cluster:</a:t>
            </a:r>
          </a:p>
          <a:p>
            <a:pPr marL="742950" lvl="1" indent="-285750">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 DRS (Distributed Resource Scheduler ):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tự</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động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phân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bổ</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hosts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sao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cân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tài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nguyên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giữa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hosts.</a:t>
            </a:r>
          </a:p>
          <a:p>
            <a:pPr marL="742950" lvl="1" indent="-285750">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 HA (High Availability):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khả</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cao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lỗi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742950" lvl="1" indent="-285750">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 FT (Fault Tolerance):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cung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khả</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cao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hơn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HA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có</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downtime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xảy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ra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lỗi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lý</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q"/>
            </a:pPr>
            <a:endParaRPr lang="en-US" sz="1700" dirty="0">
              <a:solidFill>
                <a:schemeClr val="tx1">
                  <a:lumMod val="50000"/>
                  <a:lumOff val="50000"/>
                </a:schemeClr>
              </a:solidFill>
            </a:endParaRPr>
          </a:p>
        </p:txBody>
      </p:sp>
      <p:pic>
        <p:nvPicPr>
          <p:cNvPr id="6" name="Picture 5">
            <a:extLst>
              <a:ext uri="{FF2B5EF4-FFF2-40B4-BE49-F238E27FC236}">
                <a16:creationId xmlns:a16="http://schemas.microsoft.com/office/drawing/2014/main" id="{29842727-E95E-A069-BDBA-92D735245C83}"/>
              </a:ext>
            </a:extLst>
          </p:cNvPr>
          <p:cNvPicPr>
            <a:picLocks noChangeAspect="1"/>
          </p:cNvPicPr>
          <p:nvPr/>
        </p:nvPicPr>
        <p:blipFill>
          <a:blip r:embed="rId2"/>
          <a:stretch>
            <a:fillRect/>
          </a:stretch>
        </p:blipFill>
        <p:spPr>
          <a:xfrm>
            <a:off x="7059148" y="1244009"/>
            <a:ext cx="3647838" cy="4401035"/>
          </a:xfrm>
          <a:prstGeom prst="rect">
            <a:avLst/>
          </a:prstGeom>
        </p:spPr>
      </p:pic>
    </p:spTree>
    <p:extLst>
      <p:ext uri="{BB962C8B-B14F-4D97-AF65-F5344CB8AC3E}">
        <p14:creationId xmlns:p14="http://schemas.microsoft.com/office/powerpoint/2010/main" val="120173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F282E92D-FC0A-9862-EA00-C64E959C871F}"/>
              </a:ext>
            </a:extLst>
          </p:cNvPr>
          <p:cNvSpPr txBox="1">
            <a:spLocks noChangeArrowheads="1"/>
          </p:cNvSpPr>
          <p:nvPr/>
        </p:nvSpPr>
        <p:spPr bwMode="auto">
          <a:xfrm>
            <a:off x="854049" y="204950"/>
            <a:ext cx="2258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a:solidFill>
                  <a:srgbClr val="339933"/>
                </a:solidFill>
                <a:latin typeface="Bahnschrift SemiLight SemiConde" panose="020B0502040204020203" pitchFamily="34" charset="0"/>
                <a:ea typeface="微软雅黑"/>
                <a:cs typeface="+mn-ea"/>
                <a:sym typeface="+mn-lt"/>
              </a:rPr>
              <a:t>vSphere DRS</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092424B6-0268-F75F-CDF9-3589873BC204}"/>
              </a:ext>
            </a:extLst>
          </p:cNvPr>
          <p:cNvPicPr>
            <a:picLocks noChangeAspect="1"/>
          </p:cNvPicPr>
          <p:nvPr/>
        </p:nvPicPr>
        <p:blipFill>
          <a:blip r:embed="rId2"/>
          <a:stretch>
            <a:fillRect/>
          </a:stretch>
        </p:blipFill>
        <p:spPr>
          <a:xfrm>
            <a:off x="3113001" y="2938356"/>
            <a:ext cx="4986024" cy="3189259"/>
          </a:xfrm>
          <a:prstGeom prst="rect">
            <a:avLst/>
          </a:prstGeom>
        </p:spPr>
      </p:pic>
      <p:sp>
        <p:nvSpPr>
          <p:cNvPr id="5" name="TextBox 4">
            <a:extLst>
              <a:ext uri="{FF2B5EF4-FFF2-40B4-BE49-F238E27FC236}">
                <a16:creationId xmlns:a16="http://schemas.microsoft.com/office/drawing/2014/main" id="{CC5C6DAD-5F3D-BF16-8A71-BABBFCE40A48}"/>
              </a:ext>
            </a:extLst>
          </p:cNvPr>
          <p:cNvSpPr txBox="1"/>
          <p:nvPr/>
        </p:nvSpPr>
        <p:spPr>
          <a:xfrm>
            <a:off x="964901" y="1058604"/>
            <a:ext cx="10152754" cy="156966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 DRS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Cluster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giúp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thiện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việc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phân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bổ</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resource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giữa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trong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cluster.</a:t>
            </a: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 DRS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trong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tình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huống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Xác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định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vị</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đặt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nguồn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Cân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tải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giữa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bằng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tự</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động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migrate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giữa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Tự</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động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migrate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chuyển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qua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chế</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độ</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maintenance hay shutdown</a:t>
            </a:r>
          </a:p>
        </p:txBody>
      </p:sp>
    </p:spTree>
    <p:extLst>
      <p:ext uri="{BB962C8B-B14F-4D97-AF65-F5344CB8AC3E}">
        <p14:creationId xmlns:p14="http://schemas.microsoft.com/office/powerpoint/2010/main" val="245743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5B4812-2217-5D82-F163-8A00A74EDFEB}"/>
              </a:ext>
            </a:extLst>
          </p:cNvPr>
          <p:cNvSpPr txBox="1"/>
          <p:nvPr/>
        </p:nvSpPr>
        <p:spPr>
          <a:xfrm>
            <a:off x="941560" y="1077362"/>
            <a:ext cx="10203256" cy="52322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vSphere HA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cung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sẵn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sàng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cao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ứng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máy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bằng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cách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sau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algn="l"/>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5" name="Table 5">
            <a:extLst>
              <a:ext uri="{FF2B5EF4-FFF2-40B4-BE49-F238E27FC236}">
                <a16:creationId xmlns:a16="http://schemas.microsoft.com/office/drawing/2014/main" id="{E144F1C9-473F-A89D-87AA-6DB324554B91}"/>
              </a:ext>
            </a:extLst>
          </p:cNvPr>
          <p:cNvGraphicFramePr>
            <a:graphicFrameLocks noGrp="1"/>
          </p:cNvGraphicFramePr>
          <p:nvPr>
            <p:extLst>
              <p:ext uri="{D42A27DB-BD31-4B8C-83A1-F6EECF244321}">
                <p14:modId xmlns:p14="http://schemas.microsoft.com/office/powerpoint/2010/main" val="1645547354"/>
              </p:ext>
            </p:extLst>
          </p:nvPr>
        </p:nvGraphicFramePr>
        <p:xfrm>
          <a:off x="941560" y="1600581"/>
          <a:ext cx="10040293" cy="2194560"/>
        </p:xfrm>
        <a:graphic>
          <a:graphicData uri="http://schemas.openxmlformats.org/drawingml/2006/table">
            <a:tbl>
              <a:tblPr firstRow="1" bandRow="1">
                <a:tableStyleId>{5C22544A-7EE6-4342-B048-85BDC9FD1C3A}</a:tableStyleId>
              </a:tblPr>
              <a:tblGrid>
                <a:gridCol w="2592480">
                  <a:extLst>
                    <a:ext uri="{9D8B030D-6E8A-4147-A177-3AD203B41FA5}">
                      <a16:colId xmlns:a16="http://schemas.microsoft.com/office/drawing/2014/main" val="3261303810"/>
                    </a:ext>
                  </a:extLst>
                </a:gridCol>
                <a:gridCol w="7447813">
                  <a:extLst>
                    <a:ext uri="{9D8B030D-6E8A-4147-A177-3AD203B41FA5}">
                      <a16:colId xmlns:a16="http://schemas.microsoft.com/office/drawing/2014/main" val="1038437395"/>
                    </a:ext>
                  </a:extLst>
                </a:gridCol>
              </a:tblGrid>
              <a:tr h="252302">
                <a:tc>
                  <a:txBody>
                    <a:bodyPr/>
                    <a:lstStyle/>
                    <a:p>
                      <a:r>
                        <a:rPr lang="en-US" dirty="0" err="1">
                          <a:solidFill>
                            <a:schemeClr val="tx1">
                              <a:lumMod val="75000"/>
                              <a:lumOff val="25000"/>
                            </a:schemeClr>
                          </a:solidFill>
                        </a:rPr>
                        <a:t>Các</a:t>
                      </a:r>
                      <a:r>
                        <a:rPr lang="en-US" dirty="0">
                          <a:solidFill>
                            <a:schemeClr val="tx1">
                              <a:lumMod val="75000"/>
                              <a:lumOff val="25000"/>
                            </a:schemeClr>
                          </a:solidFill>
                        </a:rPr>
                        <a:t> </a:t>
                      </a:r>
                      <a:r>
                        <a:rPr lang="en-US" dirty="0" err="1">
                          <a:solidFill>
                            <a:schemeClr val="tx1">
                              <a:lumMod val="75000"/>
                              <a:lumOff val="25000"/>
                            </a:schemeClr>
                          </a:solidFill>
                        </a:rPr>
                        <a:t>lỗi</a:t>
                      </a:r>
                      <a:r>
                        <a:rPr lang="en-US" dirty="0">
                          <a:solidFill>
                            <a:schemeClr val="tx1">
                              <a:lumMod val="75000"/>
                              <a:lumOff val="25000"/>
                            </a:schemeClr>
                          </a:solidFill>
                        </a:rPr>
                        <a:t> </a:t>
                      </a:r>
                    </a:p>
                  </a:txBody>
                  <a:tcPr/>
                </a:tc>
                <a:tc>
                  <a:txBody>
                    <a:bodyPr/>
                    <a:lstStyle/>
                    <a:p>
                      <a:r>
                        <a:rPr lang="en-US" dirty="0" err="1">
                          <a:solidFill>
                            <a:schemeClr val="tx1">
                              <a:lumMod val="75000"/>
                              <a:lumOff val="25000"/>
                            </a:schemeClr>
                          </a:solidFill>
                        </a:rPr>
                        <a:t>Cách</a:t>
                      </a:r>
                      <a:r>
                        <a:rPr lang="en-US" dirty="0">
                          <a:solidFill>
                            <a:schemeClr val="tx1">
                              <a:lumMod val="75000"/>
                              <a:lumOff val="25000"/>
                            </a:schemeClr>
                          </a:solidFill>
                        </a:rPr>
                        <a:t> vSphere HA </a:t>
                      </a:r>
                      <a:r>
                        <a:rPr lang="en-US" dirty="0" err="1">
                          <a:solidFill>
                            <a:schemeClr val="tx1">
                              <a:lumMod val="75000"/>
                              <a:lumOff val="25000"/>
                            </a:schemeClr>
                          </a:solidFill>
                        </a:rPr>
                        <a:t>bảo</a:t>
                      </a:r>
                      <a:r>
                        <a:rPr lang="en-US" dirty="0">
                          <a:solidFill>
                            <a:schemeClr val="tx1">
                              <a:lumMod val="75000"/>
                              <a:lumOff val="25000"/>
                            </a:schemeClr>
                          </a:solidFill>
                        </a:rPr>
                        <a:t> </a:t>
                      </a:r>
                      <a:r>
                        <a:rPr lang="en-US" dirty="0" err="1">
                          <a:solidFill>
                            <a:schemeClr val="tx1">
                              <a:lumMod val="75000"/>
                              <a:lumOff val="25000"/>
                            </a:schemeClr>
                          </a:solidFill>
                        </a:rPr>
                        <a:t>vệ</a:t>
                      </a:r>
                      <a:r>
                        <a:rPr lang="en-US" dirty="0">
                          <a:solidFill>
                            <a:schemeClr val="tx1">
                              <a:lumMod val="75000"/>
                              <a:lumOff val="25000"/>
                            </a:schemeClr>
                          </a:solidFill>
                        </a:rPr>
                        <a:t> </a:t>
                      </a:r>
                      <a:r>
                        <a:rPr lang="en-US" dirty="0" err="1">
                          <a:solidFill>
                            <a:schemeClr val="tx1">
                              <a:lumMod val="75000"/>
                              <a:lumOff val="25000"/>
                            </a:schemeClr>
                          </a:solidFill>
                        </a:rPr>
                        <a:t>máy</a:t>
                      </a:r>
                      <a:r>
                        <a:rPr lang="en-US" dirty="0">
                          <a:solidFill>
                            <a:schemeClr val="tx1">
                              <a:lumMod val="75000"/>
                              <a:lumOff val="25000"/>
                            </a:schemeClr>
                          </a:solidFill>
                        </a:rPr>
                        <a:t> </a:t>
                      </a:r>
                      <a:r>
                        <a:rPr lang="en-US" dirty="0" err="1">
                          <a:solidFill>
                            <a:schemeClr val="tx1">
                              <a:lumMod val="75000"/>
                              <a:lumOff val="25000"/>
                            </a:schemeClr>
                          </a:solidFill>
                        </a:rPr>
                        <a:t>ảo</a:t>
                      </a:r>
                      <a:endParaRPr lang="en-US" dirty="0">
                        <a:solidFill>
                          <a:schemeClr val="tx1">
                            <a:lumMod val="75000"/>
                            <a:lumOff val="25000"/>
                          </a:schemeClr>
                        </a:solidFill>
                      </a:endParaRPr>
                    </a:p>
                  </a:txBody>
                  <a:tcPr/>
                </a:tc>
                <a:extLst>
                  <a:ext uri="{0D108BD9-81ED-4DB2-BD59-A6C34878D82A}">
                    <a16:rowId xmlns:a16="http://schemas.microsoft.com/office/drawing/2014/main" val="1179225503"/>
                  </a:ext>
                </a:extLst>
              </a:tr>
              <a:tr h="252302">
                <a:tc>
                  <a:txBody>
                    <a:bodyPr/>
                    <a:lstStyle/>
                    <a:p>
                      <a:r>
                        <a:rPr lang="en-US" dirty="0" err="1">
                          <a:solidFill>
                            <a:schemeClr val="tx1">
                              <a:lumMod val="75000"/>
                              <a:lumOff val="25000"/>
                            </a:schemeClr>
                          </a:solidFill>
                        </a:rPr>
                        <a:t>Lỗi</a:t>
                      </a:r>
                      <a:r>
                        <a:rPr lang="en-US" dirty="0">
                          <a:solidFill>
                            <a:schemeClr val="tx1">
                              <a:lumMod val="75000"/>
                              <a:lumOff val="25000"/>
                            </a:schemeClr>
                          </a:solidFill>
                        </a:rPr>
                        <a:t> host </a:t>
                      </a:r>
                      <a:r>
                        <a:rPr lang="en-US" dirty="0" err="1">
                          <a:solidFill>
                            <a:schemeClr val="tx1">
                              <a:lumMod val="75000"/>
                              <a:lumOff val="25000"/>
                            </a:schemeClr>
                          </a:solidFill>
                        </a:rPr>
                        <a:t>ESXi</a:t>
                      </a:r>
                      <a:endParaRPr lang="en-US" dirty="0">
                        <a:solidFill>
                          <a:schemeClr val="tx1">
                            <a:lumMod val="75000"/>
                            <a:lumOff val="25000"/>
                          </a:schemeClr>
                        </a:solidFill>
                      </a:endParaRPr>
                    </a:p>
                  </a:txBody>
                  <a:tcPr/>
                </a:tc>
                <a:tc>
                  <a:txBody>
                    <a:bodyPr/>
                    <a:lstStyle/>
                    <a:p>
                      <a:r>
                        <a:rPr lang="en-US" dirty="0">
                          <a:solidFill>
                            <a:schemeClr val="tx1">
                              <a:lumMod val="75000"/>
                              <a:lumOff val="25000"/>
                            </a:schemeClr>
                          </a:solidFill>
                        </a:rPr>
                        <a:t>Restart VM sang host </a:t>
                      </a:r>
                      <a:r>
                        <a:rPr lang="en-US" dirty="0" err="1">
                          <a:solidFill>
                            <a:schemeClr val="tx1">
                              <a:lumMod val="75000"/>
                              <a:lumOff val="25000"/>
                            </a:schemeClr>
                          </a:solidFill>
                        </a:rPr>
                        <a:t>khác</a:t>
                      </a:r>
                      <a:r>
                        <a:rPr lang="en-US" dirty="0">
                          <a:solidFill>
                            <a:schemeClr val="tx1">
                              <a:lumMod val="75000"/>
                              <a:lumOff val="25000"/>
                            </a:schemeClr>
                          </a:solidFill>
                        </a:rPr>
                        <a:t> </a:t>
                      </a:r>
                      <a:r>
                        <a:rPr lang="en-US" dirty="0" err="1">
                          <a:solidFill>
                            <a:schemeClr val="tx1">
                              <a:lumMod val="75000"/>
                              <a:lumOff val="25000"/>
                            </a:schemeClr>
                          </a:solidFill>
                        </a:rPr>
                        <a:t>trong</a:t>
                      </a:r>
                      <a:r>
                        <a:rPr lang="en-US" dirty="0">
                          <a:solidFill>
                            <a:schemeClr val="tx1">
                              <a:lumMod val="75000"/>
                              <a:lumOff val="25000"/>
                            </a:schemeClr>
                          </a:solidFill>
                        </a:rPr>
                        <a:t> </a:t>
                      </a:r>
                      <a:r>
                        <a:rPr lang="en-US" dirty="0" err="1">
                          <a:solidFill>
                            <a:schemeClr val="tx1">
                              <a:lumMod val="75000"/>
                              <a:lumOff val="25000"/>
                            </a:schemeClr>
                          </a:solidFill>
                        </a:rPr>
                        <a:t>cụm</a:t>
                      </a:r>
                      <a:r>
                        <a:rPr lang="en-US" dirty="0">
                          <a:solidFill>
                            <a:schemeClr val="tx1">
                              <a:lumMod val="75000"/>
                              <a:lumOff val="25000"/>
                            </a:schemeClr>
                          </a:solidFill>
                        </a:rPr>
                        <a:t> cluster</a:t>
                      </a:r>
                    </a:p>
                  </a:txBody>
                  <a:tcPr/>
                </a:tc>
                <a:extLst>
                  <a:ext uri="{0D108BD9-81ED-4DB2-BD59-A6C34878D82A}">
                    <a16:rowId xmlns:a16="http://schemas.microsoft.com/office/drawing/2014/main" val="40119477"/>
                  </a:ext>
                </a:extLst>
              </a:tr>
              <a:tr h="252302">
                <a:tc>
                  <a:txBody>
                    <a:bodyPr/>
                    <a:lstStyle/>
                    <a:p>
                      <a:r>
                        <a:rPr lang="en-US" dirty="0" err="1">
                          <a:solidFill>
                            <a:schemeClr val="tx1">
                              <a:lumMod val="75000"/>
                              <a:lumOff val="25000"/>
                            </a:schemeClr>
                          </a:solidFill>
                        </a:rPr>
                        <a:t>Lỗi</a:t>
                      </a:r>
                      <a:r>
                        <a:rPr lang="en-US" dirty="0">
                          <a:solidFill>
                            <a:schemeClr val="tx1">
                              <a:lumMod val="75000"/>
                              <a:lumOff val="25000"/>
                            </a:schemeClr>
                          </a:solidFill>
                        </a:rPr>
                        <a:t> VM</a:t>
                      </a:r>
                    </a:p>
                  </a:txBody>
                  <a:tcPr/>
                </a:tc>
                <a:tc>
                  <a:txBody>
                    <a:bodyPr/>
                    <a:lstStyle/>
                    <a:p>
                      <a:r>
                        <a:rPr lang="en-US" dirty="0">
                          <a:solidFill>
                            <a:schemeClr val="tx1">
                              <a:lumMod val="75000"/>
                              <a:lumOff val="25000"/>
                            </a:schemeClr>
                          </a:solidFill>
                        </a:rPr>
                        <a:t>Restart VM </a:t>
                      </a:r>
                      <a:r>
                        <a:rPr lang="en-US" dirty="0" err="1">
                          <a:solidFill>
                            <a:schemeClr val="tx1">
                              <a:lumMod val="75000"/>
                              <a:lumOff val="25000"/>
                            </a:schemeClr>
                          </a:solidFill>
                        </a:rPr>
                        <a:t>khi</a:t>
                      </a:r>
                      <a:r>
                        <a:rPr lang="en-US" dirty="0">
                          <a:solidFill>
                            <a:schemeClr val="tx1">
                              <a:lumMod val="75000"/>
                              <a:lumOff val="25000"/>
                            </a:schemeClr>
                          </a:solidFill>
                        </a:rPr>
                        <a:t> </a:t>
                      </a:r>
                      <a:r>
                        <a:rPr lang="en-US" dirty="0" err="1">
                          <a:solidFill>
                            <a:schemeClr val="tx1">
                              <a:lumMod val="75000"/>
                              <a:lumOff val="25000"/>
                            </a:schemeClr>
                          </a:solidFill>
                        </a:rPr>
                        <a:t>không</a:t>
                      </a:r>
                      <a:r>
                        <a:rPr lang="en-US" dirty="0">
                          <a:solidFill>
                            <a:schemeClr val="tx1">
                              <a:lumMod val="75000"/>
                              <a:lumOff val="25000"/>
                            </a:schemeClr>
                          </a:solidFill>
                        </a:rPr>
                        <a:t> </a:t>
                      </a:r>
                      <a:r>
                        <a:rPr lang="en-US" dirty="0" err="1">
                          <a:solidFill>
                            <a:schemeClr val="tx1">
                              <a:lumMod val="75000"/>
                              <a:lumOff val="25000"/>
                            </a:schemeClr>
                          </a:solidFill>
                        </a:rPr>
                        <a:t>nhận</a:t>
                      </a:r>
                      <a:r>
                        <a:rPr lang="en-US" dirty="0">
                          <a:solidFill>
                            <a:schemeClr val="tx1">
                              <a:lumMod val="75000"/>
                              <a:lumOff val="25000"/>
                            </a:schemeClr>
                          </a:solidFill>
                        </a:rPr>
                        <a:t> </a:t>
                      </a:r>
                      <a:r>
                        <a:rPr lang="en-US" dirty="0" err="1">
                          <a:solidFill>
                            <a:schemeClr val="tx1">
                              <a:lumMod val="75000"/>
                              <a:lumOff val="25000"/>
                            </a:schemeClr>
                          </a:solidFill>
                        </a:rPr>
                        <a:t>được</a:t>
                      </a:r>
                      <a:r>
                        <a:rPr lang="en-US" dirty="0">
                          <a:solidFill>
                            <a:schemeClr val="tx1">
                              <a:lumMod val="75000"/>
                              <a:lumOff val="25000"/>
                            </a:schemeClr>
                          </a:solidFill>
                        </a:rPr>
                        <a:t> </a:t>
                      </a:r>
                      <a:r>
                        <a:rPr lang="en-US" dirty="0" err="1">
                          <a:solidFill>
                            <a:schemeClr val="tx1">
                              <a:lumMod val="75000"/>
                              <a:lumOff val="25000"/>
                            </a:schemeClr>
                          </a:solidFill>
                        </a:rPr>
                        <a:t>Vmware</a:t>
                      </a:r>
                      <a:r>
                        <a:rPr lang="en-US" dirty="0">
                          <a:solidFill>
                            <a:schemeClr val="tx1">
                              <a:lumMod val="75000"/>
                              <a:lumOff val="25000"/>
                            </a:schemeClr>
                          </a:solidFill>
                        </a:rPr>
                        <a:t> tool </a:t>
                      </a:r>
                      <a:r>
                        <a:rPr lang="en-US" dirty="0" err="1">
                          <a:solidFill>
                            <a:schemeClr val="tx1">
                              <a:lumMod val="75000"/>
                              <a:lumOff val="25000"/>
                            </a:schemeClr>
                          </a:solidFill>
                        </a:rPr>
                        <a:t>heatbeat</a:t>
                      </a:r>
                      <a:endParaRPr lang="en-US" dirty="0">
                        <a:solidFill>
                          <a:schemeClr val="tx1">
                            <a:lumMod val="75000"/>
                            <a:lumOff val="25000"/>
                          </a:schemeClr>
                        </a:solidFill>
                      </a:endParaRPr>
                    </a:p>
                  </a:txBody>
                  <a:tcPr/>
                </a:tc>
                <a:extLst>
                  <a:ext uri="{0D108BD9-81ED-4DB2-BD59-A6C34878D82A}">
                    <a16:rowId xmlns:a16="http://schemas.microsoft.com/office/drawing/2014/main" val="3166414673"/>
                  </a:ext>
                </a:extLst>
              </a:tr>
              <a:tr h="252302">
                <a:tc>
                  <a:txBody>
                    <a:bodyPr/>
                    <a:lstStyle/>
                    <a:p>
                      <a:r>
                        <a:rPr lang="en-US" dirty="0" err="1">
                          <a:solidFill>
                            <a:schemeClr val="tx1">
                              <a:lumMod val="75000"/>
                              <a:lumOff val="25000"/>
                            </a:schemeClr>
                          </a:solidFill>
                        </a:rPr>
                        <a:t>Lỗi</a:t>
                      </a:r>
                      <a:r>
                        <a:rPr lang="en-US" dirty="0">
                          <a:solidFill>
                            <a:schemeClr val="tx1">
                              <a:lumMod val="75000"/>
                              <a:lumOff val="25000"/>
                            </a:schemeClr>
                          </a:solidFill>
                        </a:rPr>
                        <a:t> </a:t>
                      </a:r>
                      <a:r>
                        <a:rPr lang="en-US" dirty="0" err="1">
                          <a:solidFill>
                            <a:schemeClr val="tx1">
                              <a:lumMod val="75000"/>
                              <a:lumOff val="25000"/>
                            </a:schemeClr>
                          </a:solidFill>
                        </a:rPr>
                        <a:t>ứng</a:t>
                      </a:r>
                      <a:r>
                        <a:rPr lang="en-US" dirty="0">
                          <a:solidFill>
                            <a:schemeClr val="tx1">
                              <a:lumMod val="75000"/>
                              <a:lumOff val="25000"/>
                            </a:schemeClr>
                          </a:solidFill>
                        </a:rPr>
                        <a:t> </a:t>
                      </a:r>
                      <a:r>
                        <a:rPr lang="en-US" dirty="0" err="1">
                          <a:solidFill>
                            <a:schemeClr val="tx1">
                              <a:lumMod val="75000"/>
                              <a:lumOff val="25000"/>
                            </a:schemeClr>
                          </a:solidFill>
                        </a:rPr>
                        <a:t>dụng</a:t>
                      </a:r>
                      <a:endParaRPr lang="en-US" dirty="0">
                        <a:solidFill>
                          <a:schemeClr val="tx1">
                            <a:lumMod val="75000"/>
                            <a:lumOff val="25000"/>
                          </a:schemeClr>
                        </a:solidFill>
                      </a:endParaRPr>
                    </a:p>
                  </a:txBody>
                  <a:tcPr/>
                </a:tc>
                <a:tc>
                  <a:txBody>
                    <a:bodyPr/>
                    <a:lstStyle/>
                    <a:p>
                      <a:r>
                        <a:rPr lang="en-US" dirty="0">
                          <a:solidFill>
                            <a:schemeClr val="tx1">
                              <a:lumMod val="75000"/>
                              <a:lumOff val="25000"/>
                            </a:schemeClr>
                          </a:solidFill>
                        </a:rPr>
                        <a:t>Restart VM </a:t>
                      </a:r>
                      <a:r>
                        <a:rPr lang="en-US" dirty="0" err="1">
                          <a:solidFill>
                            <a:schemeClr val="tx1">
                              <a:lumMod val="75000"/>
                              <a:lumOff val="25000"/>
                            </a:schemeClr>
                          </a:solidFill>
                        </a:rPr>
                        <a:t>khi</a:t>
                      </a:r>
                      <a:r>
                        <a:rPr lang="en-US" dirty="0">
                          <a:solidFill>
                            <a:schemeClr val="tx1">
                              <a:lumMod val="75000"/>
                              <a:lumOff val="25000"/>
                            </a:schemeClr>
                          </a:solidFill>
                        </a:rPr>
                        <a:t> </a:t>
                      </a:r>
                      <a:r>
                        <a:rPr lang="en-US" dirty="0" err="1">
                          <a:solidFill>
                            <a:schemeClr val="tx1">
                              <a:lumMod val="75000"/>
                              <a:lumOff val="25000"/>
                            </a:schemeClr>
                          </a:solidFill>
                        </a:rPr>
                        <a:t>không</a:t>
                      </a:r>
                      <a:r>
                        <a:rPr lang="en-US" dirty="0">
                          <a:solidFill>
                            <a:schemeClr val="tx1">
                              <a:lumMod val="75000"/>
                              <a:lumOff val="25000"/>
                            </a:schemeClr>
                          </a:solidFill>
                        </a:rPr>
                        <a:t> </a:t>
                      </a:r>
                      <a:r>
                        <a:rPr lang="en-US" dirty="0" err="1">
                          <a:solidFill>
                            <a:schemeClr val="tx1">
                              <a:lumMod val="75000"/>
                              <a:lumOff val="25000"/>
                            </a:schemeClr>
                          </a:solidFill>
                        </a:rPr>
                        <a:t>nhận</a:t>
                      </a:r>
                      <a:r>
                        <a:rPr lang="en-US" dirty="0">
                          <a:solidFill>
                            <a:schemeClr val="tx1">
                              <a:lumMod val="75000"/>
                              <a:lumOff val="25000"/>
                            </a:schemeClr>
                          </a:solidFill>
                        </a:rPr>
                        <a:t> </a:t>
                      </a:r>
                      <a:r>
                        <a:rPr lang="en-US" dirty="0" err="1">
                          <a:solidFill>
                            <a:schemeClr val="tx1">
                              <a:lumMod val="75000"/>
                              <a:lumOff val="25000"/>
                            </a:schemeClr>
                          </a:solidFill>
                        </a:rPr>
                        <a:t>được</a:t>
                      </a:r>
                      <a:r>
                        <a:rPr lang="en-US" dirty="0">
                          <a:solidFill>
                            <a:schemeClr val="tx1">
                              <a:lumMod val="75000"/>
                              <a:lumOff val="25000"/>
                            </a:schemeClr>
                          </a:solidFill>
                        </a:rPr>
                        <a:t> </a:t>
                      </a:r>
                      <a:r>
                        <a:rPr lang="en-US" dirty="0" err="1">
                          <a:solidFill>
                            <a:schemeClr val="tx1">
                              <a:lumMod val="75000"/>
                              <a:lumOff val="25000"/>
                            </a:schemeClr>
                          </a:solidFill>
                        </a:rPr>
                        <a:t>heatbeat</a:t>
                      </a:r>
                      <a:r>
                        <a:rPr lang="en-US" dirty="0">
                          <a:solidFill>
                            <a:schemeClr val="tx1">
                              <a:lumMod val="75000"/>
                              <a:lumOff val="25000"/>
                            </a:schemeClr>
                          </a:solidFill>
                        </a:rPr>
                        <a:t> </a:t>
                      </a:r>
                      <a:r>
                        <a:rPr lang="en-US" dirty="0" err="1">
                          <a:solidFill>
                            <a:schemeClr val="tx1">
                              <a:lumMod val="75000"/>
                              <a:lumOff val="25000"/>
                            </a:schemeClr>
                          </a:solidFill>
                        </a:rPr>
                        <a:t>từ</a:t>
                      </a:r>
                      <a:r>
                        <a:rPr lang="en-US" dirty="0">
                          <a:solidFill>
                            <a:schemeClr val="tx1">
                              <a:lumMod val="75000"/>
                              <a:lumOff val="25000"/>
                            </a:schemeClr>
                          </a:solidFill>
                        </a:rPr>
                        <a:t> </a:t>
                      </a:r>
                      <a:r>
                        <a:rPr lang="en-US" dirty="0" err="1">
                          <a:solidFill>
                            <a:schemeClr val="tx1">
                              <a:lumMod val="75000"/>
                              <a:lumOff val="25000"/>
                            </a:schemeClr>
                          </a:solidFill>
                        </a:rPr>
                        <a:t>ứng</a:t>
                      </a:r>
                      <a:r>
                        <a:rPr lang="en-US" dirty="0">
                          <a:solidFill>
                            <a:schemeClr val="tx1">
                              <a:lumMod val="75000"/>
                              <a:lumOff val="25000"/>
                            </a:schemeClr>
                          </a:solidFill>
                        </a:rPr>
                        <a:t> </a:t>
                      </a:r>
                      <a:r>
                        <a:rPr lang="en-US" dirty="0" err="1">
                          <a:solidFill>
                            <a:schemeClr val="tx1">
                              <a:lumMod val="75000"/>
                              <a:lumOff val="25000"/>
                            </a:schemeClr>
                          </a:solidFill>
                        </a:rPr>
                        <a:t>dụng</a:t>
                      </a:r>
                      <a:endParaRPr lang="en-US" dirty="0">
                        <a:solidFill>
                          <a:schemeClr val="tx1">
                            <a:lumMod val="75000"/>
                            <a:lumOff val="25000"/>
                          </a:schemeClr>
                        </a:solidFill>
                      </a:endParaRPr>
                    </a:p>
                  </a:txBody>
                  <a:tcPr/>
                </a:tc>
                <a:extLst>
                  <a:ext uri="{0D108BD9-81ED-4DB2-BD59-A6C34878D82A}">
                    <a16:rowId xmlns:a16="http://schemas.microsoft.com/office/drawing/2014/main" val="644470246"/>
                  </a:ext>
                </a:extLst>
              </a:tr>
              <a:tr h="252302">
                <a:tc>
                  <a:txBody>
                    <a:bodyPr/>
                    <a:lstStyle/>
                    <a:p>
                      <a:r>
                        <a:rPr lang="en-US" dirty="0" err="1">
                          <a:solidFill>
                            <a:schemeClr val="tx1">
                              <a:lumMod val="75000"/>
                              <a:lumOff val="25000"/>
                            </a:schemeClr>
                          </a:solidFill>
                        </a:rPr>
                        <a:t>Lỗi</a:t>
                      </a:r>
                      <a:r>
                        <a:rPr lang="en-US" dirty="0">
                          <a:solidFill>
                            <a:schemeClr val="tx1">
                              <a:lumMod val="75000"/>
                              <a:lumOff val="25000"/>
                            </a:schemeClr>
                          </a:solidFill>
                        </a:rPr>
                        <a:t> </a:t>
                      </a:r>
                      <a:r>
                        <a:rPr lang="en-US" dirty="0" err="1">
                          <a:solidFill>
                            <a:schemeClr val="tx1">
                              <a:lumMod val="75000"/>
                              <a:lumOff val="25000"/>
                            </a:schemeClr>
                          </a:solidFill>
                        </a:rPr>
                        <a:t>truy</a:t>
                      </a:r>
                      <a:r>
                        <a:rPr lang="en-US" dirty="0">
                          <a:solidFill>
                            <a:schemeClr val="tx1">
                              <a:lumMod val="75000"/>
                              <a:lumOff val="25000"/>
                            </a:schemeClr>
                          </a:solidFill>
                        </a:rPr>
                        <a:t> </a:t>
                      </a:r>
                      <a:r>
                        <a:rPr lang="en-US" dirty="0" err="1">
                          <a:solidFill>
                            <a:schemeClr val="tx1">
                              <a:lumMod val="75000"/>
                              <a:lumOff val="25000"/>
                            </a:schemeClr>
                          </a:solidFill>
                        </a:rPr>
                        <a:t>xuất</a:t>
                      </a:r>
                      <a:r>
                        <a:rPr lang="en-US" dirty="0">
                          <a:solidFill>
                            <a:schemeClr val="tx1">
                              <a:lumMod val="75000"/>
                              <a:lumOff val="25000"/>
                            </a:schemeClr>
                          </a:solidFill>
                        </a:rPr>
                        <a:t> datastore</a:t>
                      </a:r>
                    </a:p>
                  </a:txBody>
                  <a:tcPr/>
                </a:tc>
                <a:tc>
                  <a:txBody>
                    <a:bodyPr/>
                    <a:lstStyle/>
                    <a:p>
                      <a:r>
                        <a:rPr lang="en-US" dirty="0">
                          <a:solidFill>
                            <a:schemeClr val="tx1">
                              <a:lumMod val="75000"/>
                              <a:lumOff val="25000"/>
                            </a:schemeClr>
                          </a:solidFill>
                        </a:rPr>
                        <a:t>Restart VM sang host </a:t>
                      </a:r>
                      <a:r>
                        <a:rPr lang="en-US" dirty="0" err="1">
                          <a:solidFill>
                            <a:schemeClr val="tx1">
                              <a:lumMod val="75000"/>
                              <a:lumOff val="25000"/>
                            </a:schemeClr>
                          </a:solidFill>
                        </a:rPr>
                        <a:t>khác</a:t>
                      </a:r>
                      <a:r>
                        <a:rPr lang="en-US" dirty="0">
                          <a:solidFill>
                            <a:schemeClr val="tx1">
                              <a:lumMod val="75000"/>
                              <a:lumOff val="25000"/>
                            </a:schemeClr>
                          </a:solidFill>
                        </a:rPr>
                        <a:t> </a:t>
                      </a:r>
                      <a:r>
                        <a:rPr lang="en-US" dirty="0" err="1">
                          <a:solidFill>
                            <a:schemeClr val="tx1">
                              <a:lumMod val="75000"/>
                              <a:lumOff val="25000"/>
                            </a:schemeClr>
                          </a:solidFill>
                        </a:rPr>
                        <a:t>đang</a:t>
                      </a:r>
                      <a:r>
                        <a:rPr lang="en-US" dirty="0">
                          <a:solidFill>
                            <a:schemeClr val="tx1">
                              <a:lumMod val="75000"/>
                              <a:lumOff val="25000"/>
                            </a:schemeClr>
                          </a:solidFill>
                        </a:rPr>
                        <a:t> </a:t>
                      </a:r>
                      <a:r>
                        <a:rPr lang="en-US" dirty="0" err="1">
                          <a:solidFill>
                            <a:schemeClr val="tx1">
                              <a:lumMod val="75000"/>
                              <a:lumOff val="25000"/>
                            </a:schemeClr>
                          </a:solidFill>
                        </a:rPr>
                        <a:t>truy</a:t>
                      </a:r>
                      <a:r>
                        <a:rPr lang="en-US" dirty="0">
                          <a:solidFill>
                            <a:schemeClr val="tx1">
                              <a:lumMod val="75000"/>
                              <a:lumOff val="25000"/>
                            </a:schemeClr>
                          </a:solidFill>
                        </a:rPr>
                        <a:t> </a:t>
                      </a:r>
                      <a:r>
                        <a:rPr lang="en-US" dirty="0" err="1">
                          <a:solidFill>
                            <a:schemeClr val="tx1">
                              <a:lumMod val="75000"/>
                              <a:lumOff val="25000"/>
                            </a:schemeClr>
                          </a:solidFill>
                        </a:rPr>
                        <a:t>xuất</a:t>
                      </a:r>
                      <a:r>
                        <a:rPr lang="en-US" dirty="0">
                          <a:solidFill>
                            <a:schemeClr val="tx1">
                              <a:lumMod val="75000"/>
                              <a:lumOff val="25000"/>
                            </a:schemeClr>
                          </a:solidFill>
                        </a:rPr>
                        <a:t> datastore </a:t>
                      </a:r>
                      <a:r>
                        <a:rPr lang="en-US" dirty="0" err="1">
                          <a:solidFill>
                            <a:schemeClr val="tx1">
                              <a:lumMod val="75000"/>
                              <a:lumOff val="25000"/>
                            </a:schemeClr>
                          </a:solidFill>
                        </a:rPr>
                        <a:t>bình</a:t>
                      </a:r>
                      <a:r>
                        <a:rPr lang="en-US" dirty="0">
                          <a:solidFill>
                            <a:schemeClr val="tx1">
                              <a:lumMod val="75000"/>
                              <a:lumOff val="25000"/>
                            </a:schemeClr>
                          </a:solidFill>
                        </a:rPr>
                        <a:t> </a:t>
                      </a:r>
                      <a:r>
                        <a:rPr lang="en-US" dirty="0" err="1">
                          <a:solidFill>
                            <a:schemeClr val="tx1">
                              <a:lumMod val="75000"/>
                              <a:lumOff val="25000"/>
                            </a:schemeClr>
                          </a:solidFill>
                        </a:rPr>
                        <a:t>thường</a:t>
                      </a:r>
                      <a:endParaRPr lang="en-US" dirty="0">
                        <a:solidFill>
                          <a:schemeClr val="tx1">
                            <a:lumMod val="75000"/>
                            <a:lumOff val="25000"/>
                          </a:schemeClr>
                        </a:solidFill>
                      </a:endParaRPr>
                    </a:p>
                  </a:txBody>
                  <a:tcPr/>
                </a:tc>
                <a:extLst>
                  <a:ext uri="{0D108BD9-81ED-4DB2-BD59-A6C34878D82A}">
                    <a16:rowId xmlns:a16="http://schemas.microsoft.com/office/drawing/2014/main" val="699539996"/>
                  </a:ext>
                </a:extLst>
              </a:tr>
              <a:tr h="252302">
                <a:tc>
                  <a:txBody>
                    <a:bodyPr/>
                    <a:lstStyle/>
                    <a:p>
                      <a:r>
                        <a:rPr lang="en-US" dirty="0" err="1">
                          <a:solidFill>
                            <a:schemeClr val="tx1">
                              <a:lumMod val="75000"/>
                              <a:lumOff val="25000"/>
                            </a:schemeClr>
                          </a:solidFill>
                        </a:rPr>
                        <a:t>Lỗi</a:t>
                      </a:r>
                      <a:r>
                        <a:rPr lang="en-US" dirty="0">
                          <a:solidFill>
                            <a:schemeClr val="tx1">
                              <a:lumMod val="75000"/>
                              <a:lumOff val="25000"/>
                            </a:schemeClr>
                          </a:solidFill>
                        </a:rPr>
                        <a:t> </a:t>
                      </a:r>
                      <a:r>
                        <a:rPr lang="en-US" dirty="0" err="1">
                          <a:solidFill>
                            <a:schemeClr val="tx1">
                              <a:lumMod val="75000"/>
                              <a:lumOff val="25000"/>
                            </a:schemeClr>
                          </a:solidFill>
                        </a:rPr>
                        <a:t>mạng</a:t>
                      </a:r>
                      <a:endParaRPr lang="en-US" dirty="0">
                        <a:solidFill>
                          <a:schemeClr val="tx1">
                            <a:lumMod val="75000"/>
                            <a:lumOff val="25000"/>
                          </a:schemeClr>
                        </a:solidFill>
                      </a:endParaRPr>
                    </a:p>
                  </a:txBody>
                  <a:tcPr/>
                </a:tc>
                <a:tc>
                  <a:txBody>
                    <a:bodyPr/>
                    <a:lstStyle/>
                    <a:p>
                      <a:r>
                        <a:rPr lang="en-US" dirty="0">
                          <a:solidFill>
                            <a:schemeClr val="tx1">
                              <a:lumMod val="75000"/>
                              <a:lumOff val="25000"/>
                            </a:schemeClr>
                          </a:solidFill>
                        </a:rPr>
                        <a:t>Restart VM </a:t>
                      </a:r>
                      <a:r>
                        <a:rPr lang="en-US" dirty="0" err="1">
                          <a:solidFill>
                            <a:schemeClr val="tx1">
                              <a:lumMod val="75000"/>
                              <a:lumOff val="25000"/>
                            </a:schemeClr>
                          </a:solidFill>
                        </a:rPr>
                        <a:t>nếu</a:t>
                      </a:r>
                      <a:r>
                        <a:rPr lang="en-US" dirty="0">
                          <a:solidFill>
                            <a:schemeClr val="tx1">
                              <a:lumMod val="75000"/>
                              <a:lumOff val="25000"/>
                            </a:schemeClr>
                          </a:solidFill>
                        </a:rPr>
                        <a:t> host </a:t>
                      </a:r>
                      <a:r>
                        <a:rPr lang="en-US" dirty="0" err="1">
                          <a:solidFill>
                            <a:schemeClr val="tx1">
                              <a:lumMod val="75000"/>
                              <a:lumOff val="25000"/>
                            </a:schemeClr>
                          </a:solidFill>
                        </a:rPr>
                        <a:t>bị</a:t>
                      </a:r>
                      <a:r>
                        <a:rPr lang="en-US" dirty="0">
                          <a:solidFill>
                            <a:schemeClr val="tx1">
                              <a:lumMod val="75000"/>
                              <a:lumOff val="25000"/>
                            </a:schemeClr>
                          </a:solidFill>
                        </a:rPr>
                        <a:t> </a:t>
                      </a:r>
                      <a:r>
                        <a:rPr lang="en-US" dirty="0" err="1">
                          <a:solidFill>
                            <a:schemeClr val="tx1">
                              <a:lumMod val="75000"/>
                              <a:lumOff val="25000"/>
                            </a:schemeClr>
                          </a:solidFill>
                        </a:rPr>
                        <a:t>mất</a:t>
                      </a:r>
                      <a:r>
                        <a:rPr lang="en-US" dirty="0">
                          <a:solidFill>
                            <a:schemeClr val="tx1">
                              <a:lumMod val="75000"/>
                              <a:lumOff val="25000"/>
                            </a:schemeClr>
                          </a:solidFill>
                        </a:rPr>
                        <a:t> </a:t>
                      </a:r>
                      <a:r>
                        <a:rPr lang="en-US" dirty="0" err="1">
                          <a:solidFill>
                            <a:schemeClr val="tx1">
                              <a:lumMod val="75000"/>
                              <a:lumOff val="25000"/>
                            </a:schemeClr>
                          </a:solidFill>
                        </a:rPr>
                        <a:t>kết</a:t>
                      </a:r>
                      <a:r>
                        <a:rPr lang="en-US" dirty="0">
                          <a:solidFill>
                            <a:schemeClr val="tx1">
                              <a:lumMod val="75000"/>
                              <a:lumOff val="25000"/>
                            </a:schemeClr>
                          </a:solidFill>
                        </a:rPr>
                        <a:t> </a:t>
                      </a:r>
                      <a:r>
                        <a:rPr lang="en-US" dirty="0" err="1">
                          <a:solidFill>
                            <a:schemeClr val="tx1">
                              <a:lumMod val="75000"/>
                              <a:lumOff val="25000"/>
                            </a:schemeClr>
                          </a:solidFill>
                        </a:rPr>
                        <a:t>nối</a:t>
                      </a:r>
                      <a:r>
                        <a:rPr lang="en-US" dirty="0">
                          <a:solidFill>
                            <a:schemeClr val="tx1">
                              <a:lumMod val="75000"/>
                              <a:lumOff val="25000"/>
                            </a:schemeClr>
                          </a:solidFill>
                        </a:rPr>
                        <a:t> </a:t>
                      </a:r>
                      <a:r>
                        <a:rPr lang="en-US" dirty="0" err="1">
                          <a:solidFill>
                            <a:schemeClr val="tx1">
                              <a:lumMod val="75000"/>
                              <a:lumOff val="25000"/>
                            </a:schemeClr>
                          </a:solidFill>
                        </a:rPr>
                        <a:t>mạng</a:t>
                      </a:r>
                      <a:endParaRPr lang="en-US" dirty="0">
                        <a:solidFill>
                          <a:schemeClr val="tx1">
                            <a:lumMod val="75000"/>
                            <a:lumOff val="25000"/>
                          </a:schemeClr>
                        </a:solidFill>
                      </a:endParaRPr>
                    </a:p>
                  </a:txBody>
                  <a:tcPr/>
                </a:tc>
                <a:extLst>
                  <a:ext uri="{0D108BD9-81ED-4DB2-BD59-A6C34878D82A}">
                    <a16:rowId xmlns:a16="http://schemas.microsoft.com/office/drawing/2014/main" val="1025352335"/>
                  </a:ext>
                </a:extLst>
              </a:tr>
            </a:tbl>
          </a:graphicData>
        </a:graphic>
      </p:graphicFrame>
      <p:sp>
        <p:nvSpPr>
          <p:cNvPr id="6" name="TextBox 5">
            <a:extLst>
              <a:ext uri="{FF2B5EF4-FFF2-40B4-BE49-F238E27FC236}">
                <a16:creationId xmlns:a16="http://schemas.microsoft.com/office/drawing/2014/main" id="{3DDA1A40-4AEB-9449-0762-8BB0A1479B41}"/>
              </a:ext>
            </a:extLst>
          </p:cNvPr>
          <p:cNvSpPr txBox="1"/>
          <p:nvPr/>
        </p:nvSpPr>
        <p:spPr>
          <a:xfrm>
            <a:off x="941560" y="3954855"/>
            <a:ext cx="10203256" cy="52322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số</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yêu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cầu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sử</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dụng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HA:</a:t>
            </a:r>
          </a:p>
          <a:p>
            <a:pPr algn="l"/>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7" name="Table 7">
            <a:extLst>
              <a:ext uri="{FF2B5EF4-FFF2-40B4-BE49-F238E27FC236}">
                <a16:creationId xmlns:a16="http://schemas.microsoft.com/office/drawing/2014/main" id="{38922E85-A547-7C3D-262F-331F49DE5319}"/>
              </a:ext>
            </a:extLst>
          </p:cNvPr>
          <p:cNvGraphicFramePr>
            <a:graphicFrameLocks noGrp="1"/>
          </p:cNvGraphicFramePr>
          <p:nvPr>
            <p:extLst>
              <p:ext uri="{D42A27DB-BD31-4B8C-83A1-F6EECF244321}">
                <p14:modId xmlns:p14="http://schemas.microsoft.com/office/powerpoint/2010/main" val="4079209467"/>
              </p:ext>
            </p:extLst>
          </p:nvPr>
        </p:nvGraphicFramePr>
        <p:xfrm>
          <a:off x="941559" y="4478075"/>
          <a:ext cx="10040293" cy="1483360"/>
        </p:xfrm>
        <a:graphic>
          <a:graphicData uri="http://schemas.openxmlformats.org/drawingml/2006/table">
            <a:tbl>
              <a:tblPr bandRow="1">
                <a:tableStyleId>{3B4B98B0-60AC-42C2-AFA5-B58CD77FA1E5}</a:tableStyleId>
              </a:tblPr>
              <a:tblGrid>
                <a:gridCol w="10040293">
                  <a:extLst>
                    <a:ext uri="{9D8B030D-6E8A-4147-A177-3AD203B41FA5}">
                      <a16:colId xmlns:a16="http://schemas.microsoft.com/office/drawing/2014/main" val="1693009778"/>
                    </a:ext>
                  </a:extLst>
                </a:gridCol>
              </a:tblGrid>
              <a:tr h="370840">
                <a:tc>
                  <a:txBody>
                    <a:bodyPr/>
                    <a:lstStyle/>
                    <a:p>
                      <a:r>
                        <a:rPr lang="en-US" dirty="0">
                          <a:solidFill>
                            <a:schemeClr val="tx1">
                              <a:lumMod val="75000"/>
                              <a:lumOff val="25000"/>
                            </a:schemeClr>
                          </a:solidFill>
                        </a:rPr>
                        <a:t>Tất </a:t>
                      </a:r>
                      <a:r>
                        <a:rPr lang="en-US" dirty="0" err="1">
                          <a:solidFill>
                            <a:schemeClr val="tx1">
                              <a:lumMod val="75000"/>
                              <a:lumOff val="25000"/>
                            </a:schemeClr>
                          </a:solidFill>
                        </a:rPr>
                        <a:t>cả</a:t>
                      </a:r>
                      <a:r>
                        <a:rPr lang="en-US" dirty="0">
                          <a:solidFill>
                            <a:schemeClr val="tx1">
                              <a:lumMod val="75000"/>
                              <a:lumOff val="25000"/>
                            </a:schemeClr>
                          </a:solidFill>
                        </a:rPr>
                        <a:t> host </a:t>
                      </a:r>
                      <a:r>
                        <a:rPr lang="en-US" dirty="0" err="1">
                          <a:solidFill>
                            <a:schemeClr val="tx1">
                              <a:lumMod val="75000"/>
                              <a:lumOff val="25000"/>
                            </a:schemeClr>
                          </a:solidFill>
                        </a:rPr>
                        <a:t>dùng</a:t>
                      </a:r>
                      <a:r>
                        <a:rPr lang="en-US" dirty="0">
                          <a:solidFill>
                            <a:schemeClr val="tx1">
                              <a:lumMod val="75000"/>
                              <a:lumOff val="25000"/>
                            </a:schemeClr>
                          </a:solidFill>
                        </a:rPr>
                        <a:t> IP </a:t>
                      </a:r>
                      <a:r>
                        <a:rPr lang="en-US" dirty="0" err="1">
                          <a:solidFill>
                            <a:schemeClr val="tx1">
                              <a:lumMod val="75000"/>
                              <a:lumOff val="25000"/>
                            </a:schemeClr>
                          </a:solidFill>
                        </a:rPr>
                        <a:t>tĩnh</a:t>
                      </a:r>
                      <a:endParaRPr lang="en-US" dirty="0">
                        <a:solidFill>
                          <a:schemeClr val="tx1">
                            <a:lumMod val="75000"/>
                            <a:lumOff val="25000"/>
                          </a:schemeClr>
                        </a:solidFill>
                      </a:endParaRPr>
                    </a:p>
                  </a:txBody>
                  <a:tcPr/>
                </a:tc>
                <a:extLst>
                  <a:ext uri="{0D108BD9-81ED-4DB2-BD59-A6C34878D82A}">
                    <a16:rowId xmlns:a16="http://schemas.microsoft.com/office/drawing/2014/main" val="189289178"/>
                  </a:ext>
                </a:extLst>
              </a:tr>
              <a:tr h="370840">
                <a:tc>
                  <a:txBody>
                    <a:bodyPr/>
                    <a:lstStyle/>
                    <a:p>
                      <a:r>
                        <a:rPr lang="en-US" dirty="0">
                          <a:solidFill>
                            <a:schemeClr val="tx1">
                              <a:lumMod val="75000"/>
                              <a:lumOff val="25000"/>
                            </a:schemeClr>
                          </a:solidFill>
                        </a:rPr>
                        <a:t>Tất </a:t>
                      </a:r>
                      <a:r>
                        <a:rPr lang="en-US" dirty="0" err="1">
                          <a:solidFill>
                            <a:schemeClr val="tx1">
                              <a:lumMod val="75000"/>
                              <a:lumOff val="25000"/>
                            </a:schemeClr>
                          </a:solidFill>
                        </a:rPr>
                        <a:t>cả</a:t>
                      </a:r>
                      <a:r>
                        <a:rPr lang="en-US" dirty="0">
                          <a:solidFill>
                            <a:schemeClr val="tx1">
                              <a:lumMod val="75000"/>
                              <a:lumOff val="25000"/>
                            </a:schemeClr>
                          </a:solidFill>
                        </a:rPr>
                        <a:t> host </a:t>
                      </a:r>
                      <a:r>
                        <a:rPr lang="en-US" dirty="0" err="1">
                          <a:solidFill>
                            <a:schemeClr val="tx1">
                              <a:lumMod val="75000"/>
                              <a:lumOff val="25000"/>
                            </a:schemeClr>
                          </a:solidFill>
                        </a:rPr>
                        <a:t>có</a:t>
                      </a:r>
                      <a:r>
                        <a:rPr lang="en-US" dirty="0">
                          <a:solidFill>
                            <a:schemeClr val="tx1">
                              <a:lumMod val="75000"/>
                              <a:lumOff val="25000"/>
                            </a:schemeClr>
                          </a:solidFill>
                        </a:rPr>
                        <a:t> </a:t>
                      </a:r>
                      <a:r>
                        <a:rPr lang="en-US" dirty="0" err="1">
                          <a:solidFill>
                            <a:schemeClr val="tx1">
                              <a:lumMod val="75000"/>
                              <a:lumOff val="25000"/>
                            </a:schemeClr>
                          </a:solidFill>
                        </a:rPr>
                        <a:t>kết</a:t>
                      </a:r>
                      <a:r>
                        <a:rPr lang="en-US" dirty="0">
                          <a:solidFill>
                            <a:schemeClr val="tx1">
                              <a:lumMod val="75000"/>
                              <a:lumOff val="25000"/>
                            </a:schemeClr>
                          </a:solidFill>
                        </a:rPr>
                        <a:t> </a:t>
                      </a:r>
                      <a:r>
                        <a:rPr lang="en-US" dirty="0" err="1">
                          <a:solidFill>
                            <a:schemeClr val="tx1">
                              <a:lumMod val="75000"/>
                              <a:lumOff val="25000"/>
                            </a:schemeClr>
                          </a:solidFill>
                        </a:rPr>
                        <a:t>nối</a:t>
                      </a:r>
                      <a:r>
                        <a:rPr lang="en-US" dirty="0">
                          <a:solidFill>
                            <a:schemeClr val="tx1">
                              <a:lumMod val="75000"/>
                              <a:lumOff val="25000"/>
                            </a:schemeClr>
                          </a:solidFill>
                        </a:rPr>
                        <a:t> </a:t>
                      </a:r>
                      <a:r>
                        <a:rPr lang="en-US" dirty="0" err="1">
                          <a:solidFill>
                            <a:schemeClr val="tx1">
                              <a:lumMod val="75000"/>
                              <a:lumOff val="25000"/>
                            </a:schemeClr>
                          </a:solidFill>
                        </a:rPr>
                        <a:t>mạng</a:t>
                      </a:r>
                      <a:r>
                        <a:rPr lang="en-US" dirty="0">
                          <a:solidFill>
                            <a:schemeClr val="tx1">
                              <a:lumMod val="75000"/>
                              <a:lumOff val="25000"/>
                            </a:schemeClr>
                          </a:solidFill>
                        </a:rPr>
                        <a:t> management</a:t>
                      </a:r>
                    </a:p>
                  </a:txBody>
                  <a:tcPr/>
                </a:tc>
                <a:extLst>
                  <a:ext uri="{0D108BD9-81ED-4DB2-BD59-A6C34878D82A}">
                    <a16:rowId xmlns:a16="http://schemas.microsoft.com/office/drawing/2014/main" val="4068028134"/>
                  </a:ext>
                </a:extLst>
              </a:tr>
              <a:tr h="370840">
                <a:tc>
                  <a:txBody>
                    <a:bodyPr/>
                    <a:lstStyle/>
                    <a:p>
                      <a:r>
                        <a:rPr lang="en-US" dirty="0" err="1">
                          <a:solidFill>
                            <a:schemeClr val="tx1">
                              <a:lumMod val="75000"/>
                              <a:lumOff val="25000"/>
                            </a:schemeClr>
                          </a:solidFill>
                        </a:rPr>
                        <a:t>Vmware</a:t>
                      </a:r>
                      <a:r>
                        <a:rPr lang="en-US" dirty="0">
                          <a:solidFill>
                            <a:schemeClr val="tx1">
                              <a:lumMod val="75000"/>
                              <a:lumOff val="25000"/>
                            </a:schemeClr>
                          </a:solidFill>
                        </a:rPr>
                        <a:t> tool </a:t>
                      </a:r>
                      <a:r>
                        <a:rPr lang="en-US" dirty="0" err="1">
                          <a:solidFill>
                            <a:schemeClr val="tx1">
                              <a:lumMod val="75000"/>
                              <a:lumOff val="25000"/>
                            </a:schemeClr>
                          </a:solidFill>
                        </a:rPr>
                        <a:t>được</a:t>
                      </a:r>
                      <a:r>
                        <a:rPr lang="en-US" dirty="0">
                          <a:solidFill>
                            <a:schemeClr val="tx1">
                              <a:lumMod val="75000"/>
                              <a:lumOff val="25000"/>
                            </a:schemeClr>
                          </a:solidFill>
                        </a:rPr>
                        <a:t> </a:t>
                      </a:r>
                      <a:r>
                        <a:rPr lang="en-US" dirty="0" err="1">
                          <a:solidFill>
                            <a:schemeClr val="tx1">
                              <a:lumMod val="75000"/>
                              <a:lumOff val="25000"/>
                            </a:schemeClr>
                          </a:solidFill>
                        </a:rPr>
                        <a:t>cài</a:t>
                      </a:r>
                      <a:r>
                        <a:rPr lang="en-US" dirty="0">
                          <a:solidFill>
                            <a:schemeClr val="tx1">
                              <a:lumMod val="75000"/>
                              <a:lumOff val="25000"/>
                            </a:schemeClr>
                          </a:solidFill>
                        </a:rPr>
                        <a:t> </a:t>
                      </a:r>
                      <a:r>
                        <a:rPr lang="en-US" dirty="0" err="1">
                          <a:solidFill>
                            <a:schemeClr val="tx1">
                              <a:lumMod val="75000"/>
                              <a:lumOff val="25000"/>
                            </a:schemeClr>
                          </a:solidFill>
                        </a:rPr>
                        <a:t>trên</a:t>
                      </a:r>
                      <a:r>
                        <a:rPr lang="en-US" dirty="0">
                          <a:solidFill>
                            <a:schemeClr val="tx1">
                              <a:lumMod val="75000"/>
                              <a:lumOff val="25000"/>
                            </a:schemeClr>
                          </a:solidFill>
                        </a:rPr>
                        <a:t> </a:t>
                      </a:r>
                      <a:r>
                        <a:rPr lang="en-US" dirty="0" err="1">
                          <a:solidFill>
                            <a:schemeClr val="tx1">
                              <a:lumMod val="75000"/>
                              <a:lumOff val="25000"/>
                            </a:schemeClr>
                          </a:solidFill>
                        </a:rPr>
                        <a:t>các</a:t>
                      </a:r>
                      <a:r>
                        <a:rPr lang="en-US" dirty="0">
                          <a:solidFill>
                            <a:schemeClr val="tx1">
                              <a:lumMod val="75000"/>
                              <a:lumOff val="25000"/>
                            </a:schemeClr>
                          </a:solidFill>
                        </a:rPr>
                        <a:t> </a:t>
                      </a:r>
                      <a:r>
                        <a:rPr lang="en-US" dirty="0" err="1">
                          <a:solidFill>
                            <a:schemeClr val="tx1">
                              <a:lumMod val="75000"/>
                              <a:lumOff val="25000"/>
                            </a:schemeClr>
                          </a:solidFill>
                        </a:rPr>
                        <a:t>máy</a:t>
                      </a:r>
                      <a:r>
                        <a:rPr lang="en-US" dirty="0">
                          <a:solidFill>
                            <a:schemeClr val="tx1">
                              <a:lumMod val="75000"/>
                              <a:lumOff val="25000"/>
                            </a:schemeClr>
                          </a:solidFill>
                        </a:rPr>
                        <a:t> VM</a:t>
                      </a:r>
                    </a:p>
                  </a:txBody>
                  <a:tcPr/>
                </a:tc>
                <a:extLst>
                  <a:ext uri="{0D108BD9-81ED-4DB2-BD59-A6C34878D82A}">
                    <a16:rowId xmlns:a16="http://schemas.microsoft.com/office/drawing/2014/main" val="1652578114"/>
                  </a:ext>
                </a:extLst>
              </a:tr>
              <a:tr h="370840">
                <a:tc>
                  <a:txBody>
                    <a:bodyPr/>
                    <a:lstStyle/>
                    <a:p>
                      <a:r>
                        <a:rPr lang="en-US" dirty="0" err="1">
                          <a:solidFill>
                            <a:schemeClr val="tx1">
                              <a:lumMod val="75000"/>
                              <a:lumOff val="25000"/>
                            </a:schemeClr>
                          </a:solidFill>
                        </a:rPr>
                        <a:t>Số</a:t>
                      </a:r>
                      <a:r>
                        <a:rPr lang="en-US" dirty="0">
                          <a:solidFill>
                            <a:schemeClr val="tx1">
                              <a:lumMod val="75000"/>
                              <a:lumOff val="25000"/>
                            </a:schemeClr>
                          </a:solidFill>
                        </a:rPr>
                        <a:t> host </a:t>
                      </a:r>
                      <a:r>
                        <a:rPr lang="en-US" dirty="0" err="1">
                          <a:solidFill>
                            <a:schemeClr val="tx1">
                              <a:lumMod val="75000"/>
                              <a:lumOff val="25000"/>
                            </a:schemeClr>
                          </a:solidFill>
                        </a:rPr>
                        <a:t>trong</a:t>
                      </a:r>
                      <a:r>
                        <a:rPr lang="en-US" dirty="0">
                          <a:solidFill>
                            <a:schemeClr val="tx1">
                              <a:lumMod val="75000"/>
                              <a:lumOff val="25000"/>
                            </a:schemeClr>
                          </a:solidFill>
                        </a:rPr>
                        <a:t> cluster </a:t>
                      </a:r>
                      <a:r>
                        <a:rPr lang="en-US" dirty="0" err="1">
                          <a:solidFill>
                            <a:schemeClr val="tx1">
                              <a:lumMod val="75000"/>
                              <a:lumOff val="25000"/>
                            </a:schemeClr>
                          </a:solidFill>
                        </a:rPr>
                        <a:t>không</a:t>
                      </a:r>
                      <a:r>
                        <a:rPr lang="en-US" dirty="0">
                          <a:solidFill>
                            <a:schemeClr val="tx1">
                              <a:lumMod val="75000"/>
                              <a:lumOff val="25000"/>
                            </a:schemeClr>
                          </a:solidFill>
                        </a:rPr>
                        <a:t> </a:t>
                      </a:r>
                      <a:r>
                        <a:rPr lang="en-US" dirty="0" err="1">
                          <a:solidFill>
                            <a:schemeClr val="tx1">
                              <a:lumMod val="75000"/>
                              <a:lumOff val="25000"/>
                            </a:schemeClr>
                          </a:solidFill>
                        </a:rPr>
                        <a:t>được</a:t>
                      </a:r>
                      <a:r>
                        <a:rPr lang="en-US" dirty="0">
                          <a:solidFill>
                            <a:schemeClr val="tx1">
                              <a:lumMod val="75000"/>
                              <a:lumOff val="25000"/>
                            </a:schemeClr>
                          </a:solidFill>
                        </a:rPr>
                        <a:t> </a:t>
                      </a:r>
                      <a:r>
                        <a:rPr lang="en-US" dirty="0" err="1">
                          <a:solidFill>
                            <a:schemeClr val="tx1">
                              <a:lumMod val="75000"/>
                              <a:lumOff val="25000"/>
                            </a:schemeClr>
                          </a:solidFill>
                        </a:rPr>
                        <a:t>vượt</a:t>
                      </a:r>
                      <a:r>
                        <a:rPr lang="en-US" dirty="0">
                          <a:solidFill>
                            <a:schemeClr val="tx1">
                              <a:lumMod val="75000"/>
                              <a:lumOff val="25000"/>
                            </a:schemeClr>
                          </a:solidFill>
                        </a:rPr>
                        <a:t> </a:t>
                      </a:r>
                      <a:r>
                        <a:rPr lang="en-US" dirty="0" err="1">
                          <a:solidFill>
                            <a:schemeClr val="tx1">
                              <a:lumMod val="75000"/>
                              <a:lumOff val="25000"/>
                            </a:schemeClr>
                          </a:solidFill>
                        </a:rPr>
                        <a:t>quá</a:t>
                      </a:r>
                      <a:r>
                        <a:rPr lang="en-US" dirty="0">
                          <a:solidFill>
                            <a:schemeClr val="tx1">
                              <a:lumMod val="75000"/>
                              <a:lumOff val="25000"/>
                            </a:schemeClr>
                          </a:solidFill>
                        </a:rPr>
                        <a:t> 64 host</a:t>
                      </a:r>
                    </a:p>
                  </a:txBody>
                  <a:tcPr/>
                </a:tc>
                <a:extLst>
                  <a:ext uri="{0D108BD9-81ED-4DB2-BD59-A6C34878D82A}">
                    <a16:rowId xmlns:a16="http://schemas.microsoft.com/office/drawing/2014/main" val="525882274"/>
                  </a:ext>
                </a:extLst>
              </a:tr>
            </a:tbl>
          </a:graphicData>
        </a:graphic>
      </p:graphicFrame>
      <p:sp>
        <p:nvSpPr>
          <p:cNvPr id="8" name="TextBox 25">
            <a:extLst>
              <a:ext uri="{FF2B5EF4-FFF2-40B4-BE49-F238E27FC236}">
                <a16:creationId xmlns:a16="http://schemas.microsoft.com/office/drawing/2014/main" id="{E5C57AC6-AD46-DD57-DB83-9A1396E3016A}"/>
              </a:ext>
            </a:extLst>
          </p:cNvPr>
          <p:cNvSpPr txBox="1">
            <a:spLocks noChangeArrowheads="1"/>
          </p:cNvSpPr>
          <p:nvPr/>
        </p:nvSpPr>
        <p:spPr bwMode="auto">
          <a:xfrm>
            <a:off x="854049" y="204950"/>
            <a:ext cx="2258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a:solidFill>
                  <a:srgbClr val="339933"/>
                </a:solidFill>
                <a:latin typeface="Bahnschrift SemiLight SemiConde" panose="020B0502040204020203" pitchFamily="34" charset="0"/>
                <a:ea typeface="微软雅黑"/>
                <a:cs typeface="+mn-ea"/>
                <a:sym typeface="+mn-lt"/>
              </a:rPr>
              <a:t>vSphere HA</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Tree>
    <p:extLst>
      <p:ext uri="{BB962C8B-B14F-4D97-AF65-F5344CB8AC3E}">
        <p14:creationId xmlns:p14="http://schemas.microsoft.com/office/powerpoint/2010/main" val="3919815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F7B1090A-E4DF-ADDD-AF61-5FA28E980ABC}"/>
              </a:ext>
            </a:extLst>
          </p:cNvPr>
          <p:cNvSpPr txBox="1">
            <a:spLocks noChangeArrowheads="1"/>
          </p:cNvSpPr>
          <p:nvPr/>
        </p:nvSpPr>
        <p:spPr bwMode="auto">
          <a:xfrm>
            <a:off x="854049" y="204950"/>
            <a:ext cx="2258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a:solidFill>
                  <a:srgbClr val="339933"/>
                </a:solidFill>
                <a:latin typeface="Bahnschrift SemiLight SemiConde" panose="020B0502040204020203" pitchFamily="34" charset="0"/>
                <a:ea typeface="微软雅黑"/>
                <a:cs typeface="+mn-ea"/>
                <a:sym typeface="+mn-lt"/>
              </a:rPr>
              <a:t>vSphere HA</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2DFB2206-8249-423E-EC90-E84C1CC82DB0}"/>
              </a:ext>
            </a:extLst>
          </p:cNvPr>
          <p:cNvPicPr>
            <a:picLocks noChangeAspect="1"/>
          </p:cNvPicPr>
          <p:nvPr/>
        </p:nvPicPr>
        <p:blipFill>
          <a:blip r:embed="rId2"/>
          <a:stretch>
            <a:fillRect/>
          </a:stretch>
        </p:blipFill>
        <p:spPr>
          <a:xfrm>
            <a:off x="933061" y="1696140"/>
            <a:ext cx="8859118" cy="4518506"/>
          </a:xfrm>
          <a:prstGeom prst="rect">
            <a:avLst/>
          </a:prstGeom>
        </p:spPr>
      </p:pic>
      <p:sp>
        <p:nvSpPr>
          <p:cNvPr id="5" name="TextBox 4">
            <a:extLst>
              <a:ext uri="{FF2B5EF4-FFF2-40B4-BE49-F238E27FC236}">
                <a16:creationId xmlns:a16="http://schemas.microsoft.com/office/drawing/2014/main" id="{366D06E4-5FFC-BB7D-7CDC-EF029953FD7C}"/>
              </a:ext>
            </a:extLst>
          </p:cNvPr>
          <p:cNvSpPr txBox="1"/>
          <p:nvPr/>
        </p:nvSpPr>
        <p:spPr>
          <a:xfrm>
            <a:off x="933061" y="1189072"/>
            <a:ext cx="9349274" cy="26161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Cấu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hình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HA</a:t>
            </a:r>
          </a:p>
        </p:txBody>
      </p:sp>
    </p:spTree>
    <p:extLst>
      <p:ext uri="{BB962C8B-B14F-4D97-AF65-F5344CB8AC3E}">
        <p14:creationId xmlns:p14="http://schemas.microsoft.com/office/powerpoint/2010/main" val="28827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E1A826-F43A-2FA8-227C-63F457F4DCB2}"/>
              </a:ext>
            </a:extLst>
          </p:cNvPr>
          <p:cNvPicPr>
            <a:picLocks noChangeAspect="1"/>
          </p:cNvPicPr>
          <p:nvPr/>
        </p:nvPicPr>
        <p:blipFill>
          <a:blip r:embed="rId2"/>
          <a:stretch>
            <a:fillRect/>
          </a:stretch>
        </p:blipFill>
        <p:spPr>
          <a:xfrm>
            <a:off x="854049" y="1771341"/>
            <a:ext cx="8987068" cy="3982994"/>
          </a:xfrm>
          <a:prstGeom prst="rect">
            <a:avLst/>
          </a:prstGeom>
        </p:spPr>
      </p:pic>
      <p:sp>
        <p:nvSpPr>
          <p:cNvPr id="4" name="TextBox 25">
            <a:extLst>
              <a:ext uri="{FF2B5EF4-FFF2-40B4-BE49-F238E27FC236}">
                <a16:creationId xmlns:a16="http://schemas.microsoft.com/office/drawing/2014/main" id="{62EB4E82-1FC8-4C8B-FD79-217A874B353D}"/>
              </a:ext>
            </a:extLst>
          </p:cNvPr>
          <p:cNvSpPr txBox="1">
            <a:spLocks noChangeArrowheads="1"/>
          </p:cNvSpPr>
          <p:nvPr/>
        </p:nvSpPr>
        <p:spPr bwMode="auto">
          <a:xfrm>
            <a:off x="854049" y="204950"/>
            <a:ext cx="2258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a:solidFill>
                  <a:srgbClr val="339933"/>
                </a:solidFill>
                <a:latin typeface="Bahnschrift SemiLight SemiConde" panose="020B0502040204020203" pitchFamily="34" charset="0"/>
                <a:ea typeface="微软雅黑"/>
                <a:cs typeface="+mn-ea"/>
                <a:sym typeface="+mn-lt"/>
              </a:rPr>
              <a:t>vSphere HA</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5" name="TextBox 4">
            <a:extLst>
              <a:ext uri="{FF2B5EF4-FFF2-40B4-BE49-F238E27FC236}">
                <a16:creationId xmlns:a16="http://schemas.microsoft.com/office/drawing/2014/main" id="{A78AC97B-7A1A-D6F7-6D86-C0E2262DDFFF}"/>
              </a:ext>
            </a:extLst>
          </p:cNvPr>
          <p:cNvSpPr txBox="1"/>
          <p:nvPr/>
        </p:nvSpPr>
        <p:spPr>
          <a:xfrm>
            <a:off x="968721" y="1231271"/>
            <a:ext cx="7795033" cy="261610"/>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Giám</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sát</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trạng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thái</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của</a:t>
            </a:r>
            <a:r>
              <a:rPr lang="en-US" sz="1700" dirty="0">
                <a:latin typeface="Noto Sans" panose="020B0502040504020204" pitchFamily="34" charset="0"/>
                <a:ea typeface="Noto Sans" panose="020B0502040504020204" pitchFamily="34" charset="0"/>
                <a:cs typeface="Noto Sans" panose="020B0502040504020204" pitchFamily="34" charset="0"/>
              </a:rPr>
              <a:t> vSphere HA:</a:t>
            </a:r>
          </a:p>
        </p:txBody>
      </p:sp>
    </p:spTree>
    <p:extLst>
      <p:ext uri="{BB962C8B-B14F-4D97-AF65-F5344CB8AC3E}">
        <p14:creationId xmlns:p14="http://schemas.microsoft.com/office/powerpoint/2010/main" val="44865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AA6B41A3-A3E0-E3CD-A30E-DA9AA1E08C34}"/>
              </a:ext>
            </a:extLst>
          </p:cNvPr>
          <p:cNvSpPr txBox="1">
            <a:spLocks noChangeArrowheads="1"/>
          </p:cNvSpPr>
          <p:nvPr/>
        </p:nvSpPr>
        <p:spPr bwMode="auto">
          <a:xfrm>
            <a:off x="854049" y="204950"/>
            <a:ext cx="2258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a:solidFill>
                  <a:srgbClr val="339933"/>
                </a:solidFill>
                <a:latin typeface="Bahnschrift SemiLight SemiConde" panose="020B0502040204020203" pitchFamily="34" charset="0"/>
                <a:ea typeface="微软雅黑"/>
                <a:cs typeface="+mn-ea"/>
                <a:sym typeface="+mn-lt"/>
              </a:rPr>
              <a:t>Fault Tolerance</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EB57FF6F-65E2-6E8F-E602-B7039F8CB7D0}"/>
              </a:ext>
            </a:extLst>
          </p:cNvPr>
          <p:cNvPicPr>
            <a:picLocks noChangeAspect="1"/>
          </p:cNvPicPr>
          <p:nvPr/>
        </p:nvPicPr>
        <p:blipFill>
          <a:blip r:embed="rId2"/>
          <a:stretch>
            <a:fillRect/>
          </a:stretch>
        </p:blipFill>
        <p:spPr>
          <a:xfrm>
            <a:off x="5107732" y="1481332"/>
            <a:ext cx="6230219" cy="3296110"/>
          </a:xfrm>
          <a:prstGeom prst="rect">
            <a:avLst/>
          </a:prstGeom>
        </p:spPr>
      </p:pic>
      <p:sp>
        <p:nvSpPr>
          <p:cNvPr id="5" name="TextBox 4">
            <a:extLst>
              <a:ext uri="{FF2B5EF4-FFF2-40B4-BE49-F238E27FC236}">
                <a16:creationId xmlns:a16="http://schemas.microsoft.com/office/drawing/2014/main" id="{C94D2AA6-F43F-810E-1F32-4BE0537870BE}"/>
              </a:ext>
            </a:extLst>
          </p:cNvPr>
          <p:cNvSpPr txBox="1"/>
          <p:nvPr/>
        </p:nvSpPr>
        <p:spPr>
          <a:xfrm>
            <a:off x="854049" y="1190625"/>
            <a:ext cx="3879876" cy="4970591"/>
          </a:xfrm>
          <a:prstGeom prst="rect">
            <a:avLst/>
          </a:prstGeom>
          <a:noFill/>
        </p:spPr>
        <p:txBody>
          <a:bodyPr wrap="square" lIns="0" tIns="0" rIns="0" bIns="0" rtlCol="0">
            <a:spAutoFit/>
          </a:bodyPr>
          <a:lstStyle/>
          <a:p>
            <a:pPr marL="285750" indent="-285750" algn="l">
              <a:buFont typeface="Wingdings" panose="05000000000000000000" pitchFamily="2" charset="2"/>
              <a:buChar char="q"/>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Mục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Fault Tolerance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đảm</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downtime</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mất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dữ</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liệu</a:t>
            </a: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Không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mất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kết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nối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mạng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của</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a:t>
            </a:r>
          </a:p>
          <a:p>
            <a:pPr marL="285750" indent="-285750" algn="l">
              <a:buFont typeface="Wingdings" panose="05000000000000000000" pitchFamily="2" charset="2"/>
              <a:buChar char="§"/>
            </a:pP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a:p>
            <a:pPr marL="285750" indent="-285750" algn="l">
              <a:buFont typeface="Wingdings" panose="05000000000000000000" pitchFamily="2" charset="2"/>
              <a:buChar char="q"/>
            </a:pP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Nguyên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tắc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hoạt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động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bản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dự</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phòng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(secondary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trên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host/datastore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và</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đồng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bộ</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dữ</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liệu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liên</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tục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với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bảo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vệ</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(primary VM).</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Nếu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primary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lỗi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secondary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kích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hoạt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ngay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lập</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tức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thay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thế</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primary VM.</a:t>
            </a:r>
          </a:p>
          <a:p>
            <a:pPr marL="285750" indent="-285750" algn="l">
              <a:buFont typeface="Wingdings" panose="05000000000000000000" pitchFamily="2" charset="2"/>
              <a:buChar char="§"/>
            </a:pP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Nếu</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secondary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lỗi</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một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secondary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khác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được</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tạo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để</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thay</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thế</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p>
          <a:p>
            <a:pPr marL="285750" indent="-285750" algn="l">
              <a:buFont typeface="Wingdings" panose="05000000000000000000" pitchFamily="2" charset="2"/>
              <a:buChar char="§"/>
            </a:pPr>
            <a:endPar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043388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A8F3C3C3-CBC3-D037-CC2C-52A372890398}"/>
              </a:ext>
            </a:extLst>
          </p:cNvPr>
          <p:cNvSpPr txBox="1">
            <a:spLocks noChangeArrowheads="1"/>
          </p:cNvSpPr>
          <p:nvPr/>
        </p:nvSpPr>
        <p:spPr bwMode="auto">
          <a:xfrm>
            <a:off x="854049" y="204950"/>
            <a:ext cx="2258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a:solidFill>
                  <a:srgbClr val="339933"/>
                </a:solidFill>
                <a:latin typeface="Bahnschrift SemiLight SemiConde" panose="020B0502040204020203" pitchFamily="34" charset="0"/>
                <a:ea typeface="微软雅黑"/>
                <a:cs typeface="+mn-ea"/>
                <a:sym typeface="+mn-lt"/>
              </a:rPr>
              <a:t>Fault Tolerance</a:t>
            </a:r>
            <a:endParaRPr lang="zh-CN" altLang="en-US" sz="2000" dirty="0">
              <a:solidFill>
                <a:srgbClr val="339933"/>
              </a:solidFill>
              <a:latin typeface="Bahnschrift SemiLight SemiConde" panose="020B0502040204020203" pitchFamily="34" charset="0"/>
              <a:ea typeface="微软雅黑"/>
              <a:cs typeface="+mn-ea"/>
              <a:sym typeface="+mn-lt"/>
            </a:endParaRPr>
          </a:p>
        </p:txBody>
      </p:sp>
      <p:pic>
        <p:nvPicPr>
          <p:cNvPr id="4" name="Picture 3">
            <a:extLst>
              <a:ext uri="{FF2B5EF4-FFF2-40B4-BE49-F238E27FC236}">
                <a16:creationId xmlns:a16="http://schemas.microsoft.com/office/drawing/2014/main" id="{27C0290F-E7FF-C6FA-25C2-BBA122D87D4D}"/>
              </a:ext>
            </a:extLst>
          </p:cNvPr>
          <p:cNvPicPr>
            <a:picLocks noChangeAspect="1"/>
          </p:cNvPicPr>
          <p:nvPr/>
        </p:nvPicPr>
        <p:blipFill>
          <a:blip r:embed="rId2"/>
          <a:stretch>
            <a:fillRect/>
          </a:stretch>
        </p:blipFill>
        <p:spPr>
          <a:xfrm>
            <a:off x="5472113" y="1146645"/>
            <a:ext cx="4986338" cy="4977929"/>
          </a:xfrm>
          <a:prstGeom prst="rect">
            <a:avLst/>
          </a:prstGeom>
        </p:spPr>
      </p:pic>
      <p:sp>
        <p:nvSpPr>
          <p:cNvPr id="5" name="TextBox 4">
            <a:extLst>
              <a:ext uri="{FF2B5EF4-FFF2-40B4-BE49-F238E27FC236}">
                <a16:creationId xmlns:a16="http://schemas.microsoft.com/office/drawing/2014/main" id="{CC3A6E59-73F9-26ED-1AE2-E8E0EE326FB7}"/>
              </a:ext>
            </a:extLst>
          </p:cNvPr>
          <p:cNvSpPr txBox="1"/>
          <p:nvPr/>
        </p:nvSpPr>
        <p:spPr>
          <a:xfrm>
            <a:off x="1000125" y="1266825"/>
            <a:ext cx="4667250" cy="523220"/>
          </a:xfrm>
          <a:prstGeom prst="rect">
            <a:avLst/>
          </a:prstGeom>
          <a:noFill/>
        </p:spPr>
        <p:txBody>
          <a:bodyPr wrap="square" lIns="0" tIns="0" rIns="0" bIns="0" rtlCol="0">
            <a:spAutoFit/>
          </a:bodyPr>
          <a:lstStyle/>
          <a:p>
            <a:pPr algn="l"/>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Bật</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tính</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năng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Fault Tolerance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cho</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từng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VM </a:t>
            </a:r>
            <a:r>
              <a:rPr lang="en-US" sz="1700" dirty="0" err="1">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dùng</a:t>
            </a:r>
            <a:r>
              <a:rPr lang="en-US" sz="170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vSphere Client</a:t>
            </a:r>
          </a:p>
        </p:txBody>
      </p:sp>
    </p:spTree>
    <p:extLst>
      <p:ext uri="{BB962C8B-B14F-4D97-AF65-F5344CB8AC3E}">
        <p14:creationId xmlns:p14="http://schemas.microsoft.com/office/powerpoint/2010/main" val="400780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5">
            <a:extLst>
              <a:ext uri="{FF2B5EF4-FFF2-40B4-BE49-F238E27FC236}">
                <a16:creationId xmlns:a16="http://schemas.microsoft.com/office/drawing/2014/main" id="{98C8974D-FD65-854C-7D6D-FC55AB14BF6A}"/>
              </a:ext>
            </a:extLst>
          </p:cNvPr>
          <p:cNvSpPr txBox="1">
            <a:spLocks noChangeArrowheads="1"/>
          </p:cNvSpPr>
          <p:nvPr/>
        </p:nvSpPr>
        <p:spPr bwMode="auto">
          <a:xfrm>
            <a:off x="854049" y="204950"/>
            <a:ext cx="22589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200" kern="0" dirty="0">
                <a:solidFill>
                  <a:schemeClr val="accent2">
                    <a:lumMod val="75000"/>
                  </a:schemeClr>
                </a:solidFill>
                <a:latin typeface="Bahnschrift SemiLight SemiConde" panose="020B0502040204020203" pitchFamily="34" charset="0"/>
                <a:ea typeface="微软雅黑"/>
                <a:cs typeface="Times New Roman" panose="02020603050405020304" pitchFamily="18" charset="0"/>
                <a:sym typeface="+mn-lt"/>
              </a:rPr>
              <a:t>VSPHERE CLUSTER</a:t>
            </a:r>
          </a:p>
          <a:p>
            <a:r>
              <a:rPr lang="en-US" altLang="zh-CN" sz="2000" kern="0" dirty="0" err="1">
                <a:solidFill>
                  <a:srgbClr val="339933"/>
                </a:solidFill>
                <a:latin typeface="Bahnschrift SemiLight SemiConde" panose="020B0502040204020203" pitchFamily="34" charset="0"/>
                <a:ea typeface="微软雅黑"/>
                <a:cs typeface="+mn-ea"/>
                <a:sym typeface="+mn-lt"/>
              </a:rPr>
              <a:t>Tóm</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tắt</a:t>
            </a:r>
            <a:r>
              <a:rPr lang="en-US" altLang="zh-CN" sz="2000" kern="0" dirty="0">
                <a:solidFill>
                  <a:srgbClr val="339933"/>
                </a:solidFill>
                <a:latin typeface="Bahnschrift SemiLight SemiConde" panose="020B0502040204020203" pitchFamily="34" charset="0"/>
                <a:ea typeface="微软雅黑"/>
                <a:cs typeface="+mn-ea"/>
                <a:sym typeface="+mn-lt"/>
              </a:rPr>
              <a:t> </a:t>
            </a:r>
            <a:r>
              <a:rPr lang="en-US" altLang="zh-CN" sz="2000" kern="0" dirty="0" err="1">
                <a:solidFill>
                  <a:srgbClr val="339933"/>
                </a:solidFill>
                <a:latin typeface="Bahnschrift SemiLight SemiConde" panose="020B0502040204020203" pitchFamily="34" charset="0"/>
                <a:ea typeface="微软雅黑"/>
                <a:cs typeface="+mn-ea"/>
                <a:sym typeface="+mn-lt"/>
              </a:rPr>
              <a:t>nội</a:t>
            </a:r>
            <a:r>
              <a:rPr lang="en-US" altLang="zh-CN" sz="2000" kern="0" dirty="0">
                <a:solidFill>
                  <a:srgbClr val="339933"/>
                </a:solidFill>
                <a:latin typeface="Bahnschrift SemiLight SemiConde" panose="020B0502040204020203" pitchFamily="34" charset="0"/>
                <a:ea typeface="微软雅黑"/>
                <a:cs typeface="+mn-ea"/>
                <a:sym typeface="+mn-lt"/>
              </a:rPr>
              <a:t> dung</a:t>
            </a:r>
            <a:endParaRPr lang="zh-CN" altLang="en-US" sz="2000" dirty="0">
              <a:solidFill>
                <a:srgbClr val="339933"/>
              </a:solidFill>
              <a:latin typeface="Bahnschrift SemiLight SemiConde" panose="020B0502040204020203" pitchFamily="34" charset="0"/>
              <a:ea typeface="微软雅黑"/>
              <a:cs typeface="+mn-ea"/>
              <a:sym typeface="+mn-lt"/>
            </a:endParaRPr>
          </a:p>
        </p:txBody>
      </p:sp>
      <p:sp>
        <p:nvSpPr>
          <p:cNvPr id="3" name="TextBox 2">
            <a:extLst>
              <a:ext uri="{FF2B5EF4-FFF2-40B4-BE49-F238E27FC236}">
                <a16:creationId xmlns:a16="http://schemas.microsoft.com/office/drawing/2014/main" id="{57E3A4DE-8C3A-FACA-E5E8-E91F28342497}"/>
              </a:ext>
            </a:extLst>
          </p:cNvPr>
          <p:cNvSpPr txBox="1"/>
          <p:nvPr/>
        </p:nvSpPr>
        <p:spPr>
          <a:xfrm>
            <a:off x="988828" y="1403498"/>
            <a:ext cx="9537405" cy="1135439"/>
          </a:xfrm>
          <a:prstGeom prst="rect">
            <a:avLst/>
          </a:prstGeom>
          <a:noFill/>
        </p:spPr>
        <p:txBody>
          <a:bodyPr wrap="square" lIns="0" tIns="0" rIns="0" bIns="0" rtlCol="0">
            <a:spAutoFit/>
          </a:bodyPr>
          <a:lstStyle/>
          <a:p>
            <a:pPr marL="285750" indent="-285750" algn="l">
              <a:lnSpc>
                <a:spcPct val="150000"/>
              </a:lnSpc>
              <a:buFont typeface="Wingdings" panose="05000000000000000000" pitchFamily="2" charset="2"/>
              <a:buChar char="v"/>
            </a:pPr>
            <a:r>
              <a:rPr lang="en-US" sz="1700" dirty="0" err="1">
                <a:latin typeface="Noto Sans" panose="020B0502040504020204" pitchFamily="34" charset="0"/>
                <a:ea typeface="Noto Sans" panose="020B0502040504020204" pitchFamily="34" charset="0"/>
                <a:cs typeface="Noto Sans" panose="020B0502040504020204" pitchFamily="34" charset="0"/>
              </a:rPr>
              <a:t>Các</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nội</a:t>
            </a:r>
            <a:r>
              <a:rPr lang="en-US" sz="1700" dirty="0">
                <a:latin typeface="Noto Sans" panose="020B0502040504020204" pitchFamily="34" charset="0"/>
                <a:ea typeface="Noto Sans" panose="020B0502040504020204" pitchFamily="34" charset="0"/>
                <a:cs typeface="Noto Sans" panose="020B0502040504020204" pitchFamily="34" charset="0"/>
              </a:rPr>
              <a:t> dung </a:t>
            </a:r>
            <a:r>
              <a:rPr lang="en-US" sz="1700" dirty="0" err="1">
                <a:latin typeface="Noto Sans" panose="020B0502040504020204" pitchFamily="34" charset="0"/>
                <a:ea typeface="Noto Sans" panose="020B0502040504020204" pitchFamily="34" charset="0"/>
                <a:cs typeface="Noto Sans" panose="020B0502040504020204" pitchFamily="34" charset="0"/>
              </a:rPr>
              <a:t>cần</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nắm</a:t>
            </a:r>
            <a:r>
              <a:rPr lang="en-US" sz="1700" dirty="0">
                <a:latin typeface="Noto Sans" panose="020B0502040504020204" pitchFamily="34" charset="0"/>
                <a:ea typeface="Noto Sans" panose="020B0502040504020204" pitchFamily="34" charset="0"/>
                <a:cs typeface="Noto Sans" panose="020B0502040504020204" pitchFamily="34" charset="0"/>
              </a:rPr>
              <a:t>:</a:t>
            </a:r>
          </a:p>
          <a:p>
            <a:pPr marL="742950" lvl="1" indent="-285750">
              <a:lnSpc>
                <a:spcPct val="150000"/>
              </a:lnSpc>
              <a:buFont typeface="Wingdings" panose="05000000000000000000" pitchFamily="2" charset="2"/>
              <a:buChar char="q"/>
            </a:pPr>
            <a:r>
              <a:rPr lang="en-US" sz="1700" dirty="0">
                <a:latin typeface="Noto Sans" panose="020B0502040504020204" pitchFamily="34" charset="0"/>
                <a:ea typeface="Noto Sans" panose="020B0502040504020204" pitchFamily="34" charset="0"/>
                <a:cs typeface="Noto Sans" panose="020B0502040504020204" pitchFamily="34" charset="0"/>
              </a:rPr>
              <a:t>vSphere Cluster </a:t>
            </a:r>
            <a:r>
              <a:rPr lang="en-US" sz="1700" dirty="0" err="1">
                <a:latin typeface="Noto Sans" panose="020B0502040504020204" pitchFamily="34" charset="0"/>
                <a:ea typeface="Noto Sans" panose="020B0502040504020204" pitchFamily="34" charset="0"/>
                <a:cs typeface="Noto Sans" panose="020B0502040504020204" pitchFamily="34" charset="0"/>
              </a:rPr>
              <a:t>và</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tính</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năng</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của</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nó</a:t>
            </a:r>
            <a:endParaRPr lang="en-US" sz="1700" dirty="0">
              <a:latin typeface="Noto Sans" panose="020B0502040504020204" pitchFamily="34" charset="0"/>
              <a:ea typeface="Noto Sans" panose="020B0502040504020204" pitchFamily="34" charset="0"/>
              <a:cs typeface="Noto Sans" panose="020B0502040504020204" pitchFamily="34" charset="0"/>
            </a:endParaRPr>
          </a:p>
          <a:p>
            <a:pPr marL="742950" lvl="1" indent="-285750">
              <a:lnSpc>
                <a:spcPct val="150000"/>
              </a:lnSpc>
              <a:buFont typeface="Wingdings" panose="05000000000000000000" pitchFamily="2" charset="2"/>
              <a:buChar char="q"/>
            </a:pPr>
            <a:r>
              <a:rPr lang="en-US" sz="1700" dirty="0" err="1">
                <a:latin typeface="Noto Sans" panose="020B0502040504020204" pitchFamily="34" charset="0"/>
                <a:ea typeface="Noto Sans" panose="020B0502040504020204" pitchFamily="34" charset="0"/>
                <a:cs typeface="Noto Sans" panose="020B0502040504020204" pitchFamily="34" charset="0"/>
              </a:rPr>
              <a:t>Tính</a:t>
            </a:r>
            <a:r>
              <a:rPr lang="en-US" sz="1700" dirty="0">
                <a:latin typeface="Noto Sans" panose="020B0502040504020204" pitchFamily="34" charset="0"/>
                <a:ea typeface="Noto Sans" panose="020B0502040504020204" pitchFamily="34" charset="0"/>
                <a:cs typeface="Noto Sans" panose="020B0502040504020204" pitchFamily="34" charset="0"/>
              </a:rPr>
              <a:t> </a:t>
            </a:r>
            <a:r>
              <a:rPr lang="en-US" sz="1700" dirty="0" err="1">
                <a:latin typeface="Noto Sans" panose="020B0502040504020204" pitchFamily="34" charset="0"/>
                <a:ea typeface="Noto Sans" panose="020B0502040504020204" pitchFamily="34" charset="0"/>
                <a:cs typeface="Noto Sans" panose="020B0502040504020204" pitchFamily="34" charset="0"/>
              </a:rPr>
              <a:t>năng</a:t>
            </a:r>
            <a:r>
              <a:rPr lang="en-US" sz="1700" dirty="0">
                <a:latin typeface="Noto Sans" panose="020B0502040504020204" pitchFamily="34" charset="0"/>
                <a:ea typeface="Noto Sans" panose="020B0502040504020204" pitchFamily="34" charset="0"/>
                <a:cs typeface="Noto Sans" panose="020B0502040504020204" pitchFamily="34" charset="0"/>
              </a:rPr>
              <a:t> vSphere DRS, HA, Fault Tolerance</a:t>
            </a:r>
          </a:p>
        </p:txBody>
      </p:sp>
    </p:spTree>
    <p:extLst>
      <p:ext uri="{BB962C8B-B14F-4D97-AF65-F5344CB8AC3E}">
        <p14:creationId xmlns:p14="http://schemas.microsoft.com/office/powerpoint/2010/main" val="125448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任意多边形: 形状 15">
            <a:extLst>
              <a:ext uri="{FF2B5EF4-FFF2-40B4-BE49-F238E27FC236}">
                <a16:creationId xmlns:a16="http://schemas.microsoft.com/office/drawing/2014/main" id="{CB4D2D75-0C98-4916-89B5-1CB36E5FD06D}"/>
              </a:ext>
            </a:extLst>
          </p:cNvPr>
          <p:cNvSpPr/>
          <p:nvPr/>
        </p:nvSpPr>
        <p:spPr>
          <a:xfrm rot="10800000">
            <a:off x="0" y="0"/>
            <a:ext cx="5522830" cy="2488924"/>
          </a:xfrm>
          <a:custGeom>
            <a:avLst/>
            <a:gdLst>
              <a:gd name="connsiteX0" fmla="*/ 4629710 w 4629710"/>
              <a:gd name="connsiteY0" fmla="*/ 2062620 h 2086429"/>
              <a:gd name="connsiteX1" fmla="*/ 4629710 w 4629710"/>
              <a:gd name="connsiteY1" fmla="*/ 2086429 h 2086429"/>
              <a:gd name="connsiteX2" fmla="*/ 4606079 w 4629710"/>
              <a:gd name="connsiteY2" fmla="*/ 2086429 h 2086429"/>
              <a:gd name="connsiteX3" fmla="*/ 1769949 w 4629710"/>
              <a:gd name="connsiteY3" fmla="*/ 1893739 h 2086429"/>
              <a:gd name="connsiteX4" fmla="*/ 1847524 w 4629710"/>
              <a:gd name="connsiteY4" fmla="*/ 1926988 h 2086429"/>
              <a:gd name="connsiteX5" fmla="*/ 1847524 w 4629710"/>
              <a:gd name="connsiteY5" fmla="*/ 2082151 h 2086429"/>
              <a:gd name="connsiteX6" fmla="*/ 1845924 w 4629710"/>
              <a:gd name="connsiteY6" fmla="*/ 2083764 h 2086429"/>
              <a:gd name="connsiteX7" fmla="*/ 1843281 w 4629710"/>
              <a:gd name="connsiteY7" fmla="*/ 2086429 h 2086429"/>
              <a:gd name="connsiteX8" fmla="*/ 1534067 w 4629710"/>
              <a:gd name="connsiteY8" fmla="*/ 2086429 h 2086429"/>
              <a:gd name="connsiteX9" fmla="*/ 1692374 w 4629710"/>
              <a:gd name="connsiteY9" fmla="*/ 1926988 h 2086429"/>
              <a:gd name="connsiteX10" fmla="*/ 1769949 w 4629710"/>
              <a:gd name="connsiteY10" fmla="*/ 1893739 h 2086429"/>
              <a:gd name="connsiteX11" fmla="*/ 2462350 w 4629710"/>
              <a:gd name="connsiteY11" fmla="*/ 1712302 h 2086429"/>
              <a:gd name="connsiteX12" fmla="*/ 2539931 w 4629710"/>
              <a:gd name="connsiteY12" fmla="*/ 1744168 h 2086429"/>
              <a:gd name="connsiteX13" fmla="*/ 2539931 w 4629710"/>
              <a:gd name="connsiteY13" fmla="*/ 1901188 h 2086429"/>
              <a:gd name="connsiteX14" fmla="*/ 2369776 w 4629710"/>
              <a:gd name="connsiteY14" fmla="*/ 2072642 h 2086429"/>
              <a:gd name="connsiteX15" fmla="*/ 2356093 w 4629710"/>
              <a:gd name="connsiteY15" fmla="*/ 2086429 h 2086429"/>
              <a:gd name="connsiteX16" fmla="*/ 2045101 w 4629710"/>
              <a:gd name="connsiteY16" fmla="*/ 2086429 h 2086429"/>
              <a:gd name="connsiteX17" fmla="*/ 2115833 w 4629710"/>
              <a:gd name="connsiteY17" fmla="*/ 2015158 h 2086429"/>
              <a:gd name="connsiteX18" fmla="*/ 2384770 w 4629710"/>
              <a:gd name="connsiteY18" fmla="*/ 1744168 h 2086429"/>
              <a:gd name="connsiteX19" fmla="*/ 2462350 w 4629710"/>
              <a:gd name="connsiteY19" fmla="*/ 1712302 h 2086429"/>
              <a:gd name="connsiteX20" fmla="*/ 4629710 w 4629710"/>
              <a:gd name="connsiteY20" fmla="*/ 1546814 h 2086429"/>
              <a:gd name="connsiteX21" fmla="*/ 4629710 w 4629710"/>
              <a:gd name="connsiteY21" fmla="*/ 1858916 h 2086429"/>
              <a:gd name="connsiteX22" fmla="*/ 4619307 w 4629710"/>
              <a:gd name="connsiteY22" fmla="*/ 1869385 h 2086429"/>
              <a:gd name="connsiteX23" fmla="*/ 4413580 w 4629710"/>
              <a:gd name="connsiteY23" fmla="*/ 2076441 h 2086429"/>
              <a:gd name="connsiteX24" fmla="*/ 4403656 w 4629710"/>
              <a:gd name="connsiteY24" fmla="*/ 2086429 h 2086429"/>
              <a:gd name="connsiteX25" fmla="*/ 4093847 w 4629710"/>
              <a:gd name="connsiteY25" fmla="*/ 2086429 h 2086429"/>
              <a:gd name="connsiteX26" fmla="*/ 4162148 w 4629710"/>
              <a:gd name="connsiteY26" fmla="*/ 2017650 h 2086429"/>
              <a:gd name="connsiteX27" fmla="*/ 4608252 w 4629710"/>
              <a:gd name="connsiteY27" fmla="*/ 1568422 h 2086429"/>
              <a:gd name="connsiteX28" fmla="*/ 2238267 w 4629710"/>
              <a:gd name="connsiteY28" fmla="*/ 1422274 h 2086429"/>
              <a:gd name="connsiteX29" fmla="*/ 2315838 w 4629710"/>
              <a:gd name="connsiteY29" fmla="*/ 1455593 h 2086429"/>
              <a:gd name="connsiteX30" fmla="*/ 2315838 w 4629710"/>
              <a:gd name="connsiteY30" fmla="*/ 1611082 h 2086429"/>
              <a:gd name="connsiteX31" fmla="*/ 2083124 w 4629710"/>
              <a:gd name="connsiteY31" fmla="*/ 1848018 h 2086429"/>
              <a:gd name="connsiteX32" fmla="*/ 1927981 w 4629710"/>
              <a:gd name="connsiteY32" fmla="*/ 1848018 h 2086429"/>
              <a:gd name="connsiteX33" fmla="*/ 1927981 w 4629710"/>
              <a:gd name="connsiteY33" fmla="*/ 1690678 h 2086429"/>
              <a:gd name="connsiteX34" fmla="*/ 2160695 w 4629710"/>
              <a:gd name="connsiteY34" fmla="*/ 1455593 h 2086429"/>
              <a:gd name="connsiteX35" fmla="*/ 2238267 w 4629710"/>
              <a:gd name="connsiteY35" fmla="*/ 1422274 h 2086429"/>
              <a:gd name="connsiteX36" fmla="*/ 828764 w 4629710"/>
              <a:gd name="connsiteY36" fmla="*/ 1296841 h 2086429"/>
              <a:gd name="connsiteX37" fmla="*/ 906376 w 4629710"/>
              <a:gd name="connsiteY37" fmla="*/ 1330096 h 2086429"/>
              <a:gd name="connsiteX38" fmla="*/ 906376 w 4629710"/>
              <a:gd name="connsiteY38" fmla="*/ 1485289 h 2086429"/>
              <a:gd name="connsiteX39" fmla="*/ 442282 w 4629710"/>
              <a:gd name="connsiteY39" fmla="*/ 1952837 h 2086429"/>
              <a:gd name="connsiteX40" fmla="*/ 309677 w 4629710"/>
              <a:gd name="connsiteY40" fmla="*/ 2086429 h 2086429"/>
              <a:gd name="connsiteX41" fmla="*/ 0 w 4629710"/>
              <a:gd name="connsiteY41" fmla="*/ 2086429 h 2086429"/>
              <a:gd name="connsiteX42" fmla="*/ 86087 w 4629710"/>
              <a:gd name="connsiteY42" fmla="*/ 1999748 h 2086429"/>
              <a:gd name="connsiteX43" fmla="*/ 751152 w 4629710"/>
              <a:gd name="connsiteY43" fmla="*/ 1330096 h 2086429"/>
              <a:gd name="connsiteX44" fmla="*/ 828764 w 4629710"/>
              <a:gd name="connsiteY44" fmla="*/ 1296841 h 2086429"/>
              <a:gd name="connsiteX45" fmla="*/ 2890951 w 4629710"/>
              <a:gd name="connsiteY45" fmla="*/ 1280952 h 2086429"/>
              <a:gd name="connsiteX46" fmla="*/ 2968547 w 4629710"/>
              <a:gd name="connsiteY46" fmla="*/ 1314167 h 2086429"/>
              <a:gd name="connsiteX47" fmla="*/ 2968547 w 4629710"/>
              <a:gd name="connsiteY47" fmla="*/ 1471018 h 2086429"/>
              <a:gd name="connsiteX48" fmla="*/ 2781947 w 4629710"/>
              <a:gd name="connsiteY48" fmla="*/ 1657393 h 2086429"/>
              <a:gd name="connsiteX49" fmla="*/ 2626756 w 4629710"/>
              <a:gd name="connsiteY49" fmla="*/ 1657393 h 2086429"/>
              <a:gd name="connsiteX50" fmla="*/ 2626756 w 4629710"/>
              <a:gd name="connsiteY50" fmla="*/ 1500543 h 2086429"/>
              <a:gd name="connsiteX51" fmla="*/ 2813355 w 4629710"/>
              <a:gd name="connsiteY51" fmla="*/ 1314167 h 2086429"/>
              <a:gd name="connsiteX52" fmla="*/ 2890951 w 4629710"/>
              <a:gd name="connsiteY52" fmla="*/ 1280952 h 2086429"/>
              <a:gd name="connsiteX53" fmla="*/ 2489546 w 4629710"/>
              <a:gd name="connsiteY53" fmla="*/ 1169336 h 2086429"/>
              <a:gd name="connsiteX54" fmla="*/ 2568346 w 4629710"/>
              <a:gd name="connsiteY54" fmla="*/ 1201077 h 2086429"/>
              <a:gd name="connsiteX55" fmla="*/ 2568346 w 4629710"/>
              <a:gd name="connsiteY55" fmla="*/ 1357482 h 2086429"/>
              <a:gd name="connsiteX56" fmla="*/ 2410746 w 4629710"/>
              <a:gd name="connsiteY56" fmla="*/ 1357482 h 2086429"/>
              <a:gd name="connsiteX57" fmla="*/ 2410746 w 4629710"/>
              <a:gd name="connsiteY57" fmla="*/ 1201077 h 2086429"/>
              <a:gd name="connsiteX58" fmla="*/ 2489546 w 4629710"/>
              <a:gd name="connsiteY58" fmla="*/ 1169336 h 2086429"/>
              <a:gd name="connsiteX59" fmla="*/ 4629710 w 4629710"/>
              <a:gd name="connsiteY59" fmla="*/ 1030758 h 2086429"/>
              <a:gd name="connsiteX60" fmla="*/ 4629710 w 4629710"/>
              <a:gd name="connsiteY60" fmla="*/ 1344123 h 2086429"/>
              <a:gd name="connsiteX61" fmla="*/ 4521168 w 4629710"/>
              <a:gd name="connsiteY61" fmla="*/ 1453492 h 2086429"/>
              <a:gd name="connsiteX62" fmla="*/ 4045104 w 4629710"/>
              <a:gd name="connsiteY62" fmla="*/ 1933189 h 2086429"/>
              <a:gd name="connsiteX63" fmla="*/ 3893025 w 4629710"/>
              <a:gd name="connsiteY63" fmla="*/ 2086429 h 2086429"/>
              <a:gd name="connsiteX64" fmla="*/ 3582033 w 4629710"/>
              <a:gd name="connsiteY64" fmla="*/ 2086429 h 2086429"/>
              <a:gd name="connsiteX65" fmla="*/ 3589225 w 4629710"/>
              <a:gd name="connsiteY65" fmla="*/ 2079182 h 2086429"/>
              <a:gd name="connsiteX66" fmla="*/ 4626351 w 4629710"/>
              <a:gd name="connsiteY66" fmla="*/ 1034143 h 2086429"/>
              <a:gd name="connsiteX67" fmla="*/ 1614625 w 4629710"/>
              <a:gd name="connsiteY67" fmla="*/ 1018568 h 2086429"/>
              <a:gd name="connsiteX68" fmla="*/ 1692206 w 4629710"/>
              <a:gd name="connsiteY68" fmla="*/ 1050446 h 2086429"/>
              <a:gd name="connsiteX69" fmla="*/ 1692206 w 4629710"/>
              <a:gd name="connsiteY69" fmla="*/ 1207526 h 2086429"/>
              <a:gd name="connsiteX70" fmla="*/ 904454 w 4629710"/>
              <a:gd name="connsiteY70" fmla="*/ 2001593 h 2086429"/>
              <a:gd name="connsiteX71" fmla="*/ 820292 w 4629710"/>
              <a:gd name="connsiteY71" fmla="*/ 2086429 h 2086429"/>
              <a:gd name="connsiteX72" fmla="*/ 509300 w 4629710"/>
              <a:gd name="connsiteY72" fmla="*/ 2086429 h 2086429"/>
              <a:gd name="connsiteX73" fmla="*/ 535713 w 4629710"/>
              <a:gd name="connsiteY73" fmla="*/ 2059804 h 2086429"/>
              <a:gd name="connsiteX74" fmla="*/ 1537045 w 4629710"/>
              <a:gd name="connsiteY74" fmla="*/ 1050446 h 2086429"/>
              <a:gd name="connsiteX75" fmla="*/ 1614625 w 4629710"/>
              <a:gd name="connsiteY75" fmla="*/ 1018568 h 2086429"/>
              <a:gd name="connsiteX76" fmla="*/ 2303600 w 4629710"/>
              <a:gd name="connsiteY76" fmla="*/ 841225 h 2086429"/>
              <a:gd name="connsiteX77" fmla="*/ 2381181 w 4629710"/>
              <a:gd name="connsiteY77" fmla="*/ 874475 h 2086429"/>
              <a:gd name="connsiteX78" fmla="*/ 2381181 w 4629710"/>
              <a:gd name="connsiteY78" fmla="*/ 1031485 h 2086429"/>
              <a:gd name="connsiteX79" fmla="*/ 1379622 w 4629710"/>
              <a:gd name="connsiteY79" fmla="*/ 2040153 h 2086429"/>
              <a:gd name="connsiteX80" fmla="*/ 1333672 w 4629710"/>
              <a:gd name="connsiteY80" fmla="*/ 2086429 h 2086429"/>
              <a:gd name="connsiteX81" fmla="*/ 1022608 w 4629710"/>
              <a:gd name="connsiteY81" fmla="*/ 2086429 h 2086429"/>
              <a:gd name="connsiteX82" fmla="*/ 1076516 w 4629710"/>
              <a:gd name="connsiteY82" fmla="*/ 2032139 h 2086429"/>
              <a:gd name="connsiteX83" fmla="*/ 2226020 w 4629710"/>
              <a:gd name="connsiteY83" fmla="*/ 874475 h 2086429"/>
              <a:gd name="connsiteX84" fmla="*/ 2303600 w 4629710"/>
              <a:gd name="connsiteY84" fmla="*/ 841225 h 2086429"/>
              <a:gd name="connsiteX85" fmla="*/ 1838798 w 4629710"/>
              <a:gd name="connsiteY85" fmla="*/ 795146 h 2086429"/>
              <a:gd name="connsiteX86" fmla="*/ 1916161 w 4629710"/>
              <a:gd name="connsiteY86" fmla="*/ 828267 h 2086429"/>
              <a:gd name="connsiteX87" fmla="*/ 1916161 w 4629710"/>
              <a:gd name="connsiteY87" fmla="*/ 984672 h 2086429"/>
              <a:gd name="connsiteX88" fmla="*/ 1761434 w 4629710"/>
              <a:gd name="connsiteY88" fmla="*/ 984672 h 2086429"/>
              <a:gd name="connsiteX89" fmla="*/ 1761434 w 4629710"/>
              <a:gd name="connsiteY89" fmla="*/ 828267 h 2086429"/>
              <a:gd name="connsiteX90" fmla="*/ 1838798 w 4629710"/>
              <a:gd name="connsiteY90" fmla="*/ 795146 h 2086429"/>
              <a:gd name="connsiteX91" fmla="*/ 4629710 w 4629710"/>
              <a:gd name="connsiteY91" fmla="*/ 514384 h 2086429"/>
              <a:gd name="connsiteX92" fmla="*/ 4629710 w 4629710"/>
              <a:gd name="connsiteY92" fmla="*/ 828997 h 2086429"/>
              <a:gd name="connsiteX93" fmla="*/ 4595945 w 4629710"/>
              <a:gd name="connsiteY93" fmla="*/ 863022 h 2086429"/>
              <a:gd name="connsiteX94" fmla="*/ 3437297 w 4629710"/>
              <a:gd name="connsiteY94" fmla="*/ 2030584 h 2086429"/>
              <a:gd name="connsiteX95" fmla="*/ 3381878 w 4629710"/>
              <a:gd name="connsiteY95" fmla="*/ 2086429 h 2086429"/>
              <a:gd name="connsiteX96" fmla="*/ 3070403 w 4629710"/>
              <a:gd name="connsiteY96" fmla="*/ 2086429 h 2086429"/>
              <a:gd name="connsiteX97" fmla="*/ 3214665 w 4629710"/>
              <a:gd name="connsiteY97" fmla="*/ 1940988 h 2086429"/>
              <a:gd name="connsiteX98" fmla="*/ 4469965 w 4629710"/>
              <a:gd name="connsiteY98" fmla="*/ 675434 h 2086429"/>
              <a:gd name="connsiteX99" fmla="*/ 4629710 w 4629710"/>
              <a:gd name="connsiteY99" fmla="*/ 0 h 2086429"/>
              <a:gd name="connsiteX100" fmla="*/ 4629710 w 4629710"/>
              <a:gd name="connsiteY100" fmla="*/ 314353 h 2086429"/>
              <a:gd name="connsiteX101" fmla="*/ 4558252 w 4629710"/>
              <a:gd name="connsiteY101" fmla="*/ 386295 h 2086429"/>
              <a:gd name="connsiteX102" fmla="*/ 3117080 w 4629710"/>
              <a:gd name="connsiteY102" fmla="*/ 1837231 h 2086429"/>
              <a:gd name="connsiteX103" fmla="*/ 2869559 w 4629710"/>
              <a:gd name="connsiteY103" fmla="*/ 2086429 h 2086429"/>
              <a:gd name="connsiteX104" fmla="*/ 2558298 w 4629710"/>
              <a:gd name="connsiteY104" fmla="*/ 2086429 h 2086429"/>
              <a:gd name="connsiteX105" fmla="*/ 2623869 w 4629710"/>
              <a:gd name="connsiteY105" fmla="*/ 2020383 h 2086429"/>
              <a:gd name="connsiteX106" fmla="*/ 4514978 w 4629710"/>
              <a:gd name="connsiteY106" fmla="*/ 115564 h 208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4629710" h="2086429">
                <a:moveTo>
                  <a:pt x="4629710" y="2062620"/>
                </a:moveTo>
                <a:lnTo>
                  <a:pt x="4629710" y="2086429"/>
                </a:lnTo>
                <a:lnTo>
                  <a:pt x="4606079" y="2086429"/>
                </a:lnTo>
                <a:close/>
                <a:moveTo>
                  <a:pt x="1769949" y="1893739"/>
                </a:moveTo>
                <a:cubicBezTo>
                  <a:pt x="1798116" y="1893739"/>
                  <a:pt x="1826283" y="1904822"/>
                  <a:pt x="1847524" y="1926988"/>
                </a:cubicBezTo>
                <a:cubicBezTo>
                  <a:pt x="1891853" y="1969473"/>
                  <a:pt x="1891853" y="2039666"/>
                  <a:pt x="1847524" y="2082151"/>
                </a:cubicBezTo>
                <a:cubicBezTo>
                  <a:pt x="1847524" y="2082151"/>
                  <a:pt x="1847524" y="2082151"/>
                  <a:pt x="1845924" y="2083764"/>
                </a:cubicBezTo>
                <a:lnTo>
                  <a:pt x="1843281" y="2086429"/>
                </a:lnTo>
                <a:lnTo>
                  <a:pt x="1534067" y="2086429"/>
                </a:lnTo>
                <a:lnTo>
                  <a:pt x="1692374" y="1926988"/>
                </a:lnTo>
                <a:cubicBezTo>
                  <a:pt x="1713615" y="1904822"/>
                  <a:pt x="1741782" y="1893739"/>
                  <a:pt x="1769949" y="1893739"/>
                </a:cubicBezTo>
                <a:close/>
                <a:moveTo>
                  <a:pt x="2462350" y="1712302"/>
                </a:moveTo>
                <a:cubicBezTo>
                  <a:pt x="2490519" y="1712302"/>
                  <a:pt x="2518688" y="1722924"/>
                  <a:pt x="2539931" y="1744168"/>
                </a:cubicBezTo>
                <a:cubicBezTo>
                  <a:pt x="2582415" y="1788503"/>
                  <a:pt x="2582415" y="1858701"/>
                  <a:pt x="2539931" y="1901188"/>
                </a:cubicBezTo>
                <a:cubicBezTo>
                  <a:pt x="2539931" y="1901188"/>
                  <a:pt x="2539931" y="1901188"/>
                  <a:pt x="2369776" y="2072642"/>
                </a:cubicBezTo>
                <a:lnTo>
                  <a:pt x="2356093" y="2086429"/>
                </a:lnTo>
                <a:lnTo>
                  <a:pt x="2045101" y="2086429"/>
                </a:lnTo>
                <a:lnTo>
                  <a:pt x="2115833" y="2015158"/>
                </a:lnTo>
                <a:cubicBezTo>
                  <a:pt x="2203361" y="1926962"/>
                  <a:pt x="2292990" y="1836649"/>
                  <a:pt x="2384770" y="1744168"/>
                </a:cubicBezTo>
                <a:cubicBezTo>
                  <a:pt x="2406013" y="1722924"/>
                  <a:pt x="2434181" y="1712302"/>
                  <a:pt x="2462350" y="1712302"/>
                </a:cubicBezTo>
                <a:close/>
                <a:moveTo>
                  <a:pt x="4629710" y="1546814"/>
                </a:moveTo>
                <a:lnTo>
                  <a:pt x="4629710" y="1858916"/>
                </a:lnTo>
                <a:lnTo>
                  <a:pt x="4619307" y="1869385"/>
                </a:lnTo>
                <a:cubicBezTo>
                  <a:pt x="4552784" y="1936338"/>
                  <a:pt x="4484229" y="2005336"/>
                  <a:pt x="4413580" y="2076441"/>
                </a:cubicBezTo>
                <a:lnTo>
                  <a:pt x="4403656" y="2086429"/>
                </a:lnTo>
                <a:lnTo>
                  <a:pt x="4093847" y="2086429"/>
                </a:lnTo>
                <a:lnTo>
                  <a:pt x="4162148" y="2017650"/>
                </a:lnTo>
                <a:cubicBezTo>
                  <a:pt x="4291492" y="1887401"/>
                  <a:pt x="4439313" y="1738544"/>
                  <a:pt x="4608252" y="1568422"/>
                </a:cubicBezTo>
                <a:close/>
                <a:moveTo>
                  <a:pt x="2238267" y="1422274"/>
                </a:moveTo>
                <a:cubicBezTo>
                  <a:pt x="2266433" y="1422274"/>
                  <a:pt x="2294599" y="1433380"/>
                  <a:pt x="2315838" y="1455593"/>
                </a:cubicBezTo>
                <a:cubicBezTo>
                  <a:pt x="2360165" y="1498167"/>
                  <a:pt x="2360165" y="1568507"/>
                  <a:pt x="2315838" y="1611082"/>
                </a:cubicBezTo>
                <a:cubicBezTo>
                  <a:pt x="2315838" y="1611082"/>
                  <a:pt x="2315838" y="1611082"/>
                  <a:pt x="2083124" y="1848018"/>
                </a:cubicBezTo>
                <a:cubicBezTo>
                  <a:pt x="2040645" y="1890592"/>
                  <a:pt x="1970461" y="1890592"/>
                  <a:pt x="1927981" y="1848018"/>
                </a:cubicBezTo>
                <a:cubicBezTo>
                  <a:pt x="1885502" y="1803592"/>
                  <a:pt x="1885502" y="1733252"/>
                  <a:pt x="1927981" y="1690678"/>
                </a:cubicBezTo>
                <a:cubicBezTo>
                  <a:pt x="1927981" y="1690678"/>
                  <a:pt x="1927981" y="1690678"/>
                  <a:pt x="2160695" y="1455593"/>
                </a:cubicBezTo>
                <a:cubicBezTo>
                  <a:pt x="2181935" y="1433380"/>
                  <a:pt x="2210101" y="1422274"/>
                  <a:pt x="2238267" y="1422274"/>
                </a:cubicBezTo>
                <a:close/>
                <a:moveTo>
                  <a:pt x="828764" y="1296841"/>
                </a:moveTo>
                <a:cubicBezTo>
                  <a:pt x="856944" y="1296841"/>
                  <a:pt x="885125" y="1307926"/>
                  <a:pt x="906376" y="1330096"/>
                </a:cubicBezTo>
                <a:cubicBezTo>
                  <a:pt x="948878" y="1372589"/>
                  <a:pt x="948878" y="1442796"/>
                  <a:pt x="906376" y="1485289"/>
                </a:cubicBezTo>
                <a:cubicBezTo>
                  <a:pt x="906376" y="1485289"/>
                  <a:pt x="906376" y="1485289"/>
                  <a:pt x="442282" y="1952837"/>
                </a:cubicBezTo>
                <a:lnTo>
                  <a:pt x="309677" y="2086429"/>
                </a:lnTo>
                <a:lnTo>
                  <a:pt x="0" y="2086429"/>
                </a:lnTo>
                <a:lnTo>
                  <a:pt x="86087" y="1999748"/>
                </a:lnTo>
                <a:cubicBezTo>
                  <a:pt x="291823" y="1792593"/>
                  <a:pt x="513120" y="1569771"/>
                  <a:pt x="751152" y="1330096"/>
                </a:cubicBezTo>
                <a:cubicBezTo>
                  <a:pt x="772404" y="1307926"/>
                  <a:pt x="800583" y="1296841"/>
                  <a:pt x="828764" y="1296841"/>
                </a:cubicBezTo>
                <a:close/>
                <a:moveTo>
                  <a:pt x="2890951" y="1280952"/>
                </a:moveTo>
                <a:cubicBezTo>
                  <a:pt x="2919126" y="1280952"/>
                  <a:pt x="2947301" y="1292024"/>
                  <a:pt x="2968547" y="1314167"/>
                </a:cubicBezTo>
                <a:cubicBezTo>
                  <a:pt x="3011040" y="1356609"/>
                  <a:pt x="3011040" y="1426731"/>
                  <a:pt x="2968547" y="1471018"/>
                </a:cubicBezTo>
                <a:cubicBezTo>
                  <a:pt x="2968547" y="1471018"/>
                  <a:pt x="2968547" y="1471018"/>
                  <a:pt x="2781947" y="1657393"/>
                </a:cubicBezTo>
                <a:cubicBezTo>
                  <a:pt x="2739454" y="1701680"/>
                  <a:pt x="2669249" y="1701680"/>
                  <a:pt x="2626756" y="1657393"/>
                </a:cubicBezTo>
                <a:cubicBezTo>
                  <a:pt x="2582415" y="1614951"/>
                  <a:pt x="2582415" y="1544830"/>
                  <a:pt x="2626756" y="1500543"/>
                </a:cubicBezTo>
                <a:cubicBezTo>
                  <a:pt x="2626756" y="1500543"/>
                  <a:pt x="2626756" y="1500543"/>
                  <a:pt x="2813355" y="1314167"/>
                </a:cubicBezTo>
                <a:cubicBezTo>
                  <a:pt x="2834601" y="1292024"/>
                  <a:pt x="2862776" y="1280952"/>
                  <a:pt x="2890951" y="1280952"/>
                </a:cubicBezTo>
                <a:close/>
                <a:moveTo>
                  <a:pt x="2489546" y="1169336"/>
                </a:moveTo>
                <a:cubicBezTo>
                  <a:pt x="2517821" y="1169336"/>
                  <a:pt x="2546097" y="1179916"/>
                  <a:pt x="2568346" y="1201077"/>
                </a:cubicBezTo>
                <a:cubicBezTo>
                  <a:pt x="2610990" y="1245238"/>
                  <a:pt x="2610990" y="1315160"/>
                  <a:pt x="2568346" y="1357482"/>
                </a:cubicBezTo>
                <a:cubicBezTo>
                  <a:pt x="2523847" y="1401643"/>
                  <a:pt x="2455245" y="1401643"/>
                  <a:pt x="2410746" y="1357482"/>
                </a:cubicBezTo>
                <a:cubicBezTo>
                  <a:pt x="2368102" y="1315160"/>
                  <a:pt x="2368102" y="1245238"/>
                  <a:pt x="2410746" y="1201077"/>
                </a:cubicBezTo>
                <a:cubicBezTo>
                  <a:pt x="2432996" y="1179916"/>
                  <a:pt x="2461271" y="1169336"/>
                  <a:pt x="2489546" y="1169336"/>
                </a:cubicBezTo>
                <a:close/>
                <a:moveTo>
                  <a:pt x="4629710" y="1030758"/>
                </a:moveTo>
                <a:lnTo>
                  <a:pt x="4629710" y="1344123"/>
                </a:lnTo>
                <a:lnTo>
                  <a:pt x="4521168" y="1453492"/>
                </a:lnTo>
                <a:cubicBezTo>
                  <a:pt x="4370413" y="1605399"/>
                  <a:pt x="4211859" y="1765162"/>
                  <a:pt x="4045104" y="1933189"/>
                </a:cubicBezTo>
                <a:lnTo>
                  <a:pt x="3893025" y="2086429"/>
                </a:lnTo>
                <a:lnTo>
                  <a:pt x="3582033" y="2086429"/>
                </a:lnTo>
                <a:lnTo>
                  <a:pt x="3589225" y="2079182"/>
                </a:lnTo>
                <a:cubicBezTo>
                  <a:pt x="3763876" y="1903199"/>
                  <a:pt x="4074367" y="1590339"/>
                  <a:pt x="4626351" y="1034143"/>
                </a:cubicBezTo>
                <a:close/>
                <a:moveTo>
                  <a:pt x="1614625" y="1018568"/>
                </a:moveTo>
                <a:cubicBezTo>
                  <a:pt x="1642794" y="1018568"/>
                  <a:pt x="1670963" y="1029194"/>
                  <a:pt x="1692206" y="1050446"/>
                </a:cubicBezTo>
                <a:cubicBezTo>
                  <a:pt x="1734690" y="1094798"/>
                  <a:pt x="1734690" y="1165022"/>
                  <a:pt x="1692206" y="1207526"/>
                </a:cubicBezTo>
                <a:cubicBezTo>
                  <a:pt x="1692206" y="1207526"/>
                  <a:pt x="1692206" y="1207526"/>
                  <a:pt x="904454" y="2001593"/>
                </a:cubicBezTo>
                <a:lnTo>
                  <a:pt x="820292" y="2086429"/>
                </a:lnTo>
                <a:lnTo>
                  <a:pt x="509300" y="2086429"/>
                </a:lnTo>
                <a:lnTo>
                  <a:pt x="535713" y="2059804"/>
                </a:lnTo>
                <a:cubicBezTo>
                  <a:pt x="837224" y="1755877"/>
                  <a:pt x="1169926" y="1420508"/>
                  <a:pt x="1537045" y="1050446"/>
                </a:cubicBezTo>
                <a:cubicBezTo>
                  <a:pt x="1558288" y="1029194"/>
                  <a:pt x="1586457" y="1018568"/>
                  <a:pt x="1614625" y="1018568"/>
                </a:cubicBezTo>
                <a:close/>
                <a:moveTo>
                  <a:pt x="2303600" y="841225"/>
                </a:moveTo>
                <a:cubicBezTo>
                  <a:pt x="2331769" y="841225"/>
                  <a:pt x="2359938" y="852309"/>
                  <a:pt x="2381181" y="874475"/>
                </a:cubicBezTo>
                <a:cubicBezTo>
                  <a:pt x="2423665" y="916960"/>
                  <a:pt x="2423665" y="987153"/>
                  <a:pt x="2381181" y="1031485"/>
                </a:cubicBezTo>
                <a:cubicBezTo>
                  <a:pt x="2381181" y="1031485"/>
                  <a:pt x="2381181" y="1031485"/>
                  <a:pt x="1379622" y="2040153"/>
                </a:cubicBezTo>
                <a:lnTo>
                  <a:pt x="1333672" y="2086429"/>
                </a:lnTo>
                <a:lnTo>
                  <a:pt x="1022608" y="2086429"/>
                </a:lnTo>
                <a:lnTo>
                  <a:pt x="1076516" y="2032139"/>
                </a:lnTo>
                <a:cubicBezTo>
                  <a:pt x="1416254" y="1689990"/>
                  <a:pt x="1797714" y="1305822"/>
                  <a:pt x="2226020" y="874475"/>
                </a:cubicBezTo>
                <a:cubicBezTo>
                  <a:pt x="2247263" y="852309"/>
                  <a:pt x="2275431" y="841225"/>
                  <a:pt x="2303600" y="841225"/>
                </a:cubicBezTo>
                <a:close/>
                <a:moveTo>
                  <a:pt x="1838798" y="795146"/>
                </a:moveTo>
                <a:cubicBezTo>
                  <a:pt x="1866888" y="795146"/>
                  <a:pt x="1894978" y="806186"/>
                  <a:pt x="1916161" y="828267"/>
                </a:cubicBezTo>
                <a:cubicBezTo>
                  <a:pt x="1958527" y="870588"/>
                  <a:pt x="1958527" y="940510"/>
                  <a:pt x="1916161" y="984672"/>
                </a:cubicBezTo>
                <a:cubicBezTo>
                  <a:pt x="1873795" y="1026993"/>
                  <a:pt x="1803800" y="1026993"/>
                  <a:pt x="1761434" y="984672"/>
                </a:cubicBezTo>
                <a:cubicBezTo>
                  <a:pt x="1717227" y="940510"/>
                  <a:pt x="1717227" y="870588"/>
                  <a:pt x="1761434" y="828267"/>
                </a:cubicBezTo>
                <a:cubicBezTo>
                  <a:pt x="1782617" y="806186"/>
                  <a:pt x="1810708" y="795146"/>
                  <a:pt x="1838798" y="795146"/>
                </a:cubicBezTo>
                <a:close/>
                <a:moveTo>
                  <a:pt x="4629710" y="514384"/>
                </a:moveTo>
                <a:lnTo>
                  <a:pt x="4629710" y="828997"/>
                </a:lnTo>
                <a:lnTo>
                  <a:pt x="4595945" y="863022"/>
                </a:lnTo>
                <a:cubicBezTo>
                  <a:pt x="4281421" y="1179966"/>
                  <a:pt x="3899954" y="1564368"/>
                  <a:pt x="3437297" y="2030584"/>
                </a:cubicBezTo>
                <a:lnTo>
                  <a:pt x="3381878" y="2086429"/>
                </a:lnTo>
                <a:lnTo>
                  <a:pt x="3070403" y="2086429"/>
                </a:lnTo>
                <a:lnTo>
                  <a:pt x="3214665" y="1940988"/>
                </a:lnTo>
                <a:cubicBezTo>
                  <a:pt x="3538718" y="1614288"/>
                  <a:pt x="3949427" y="1200224"/>
                  <a:pt x="4469965" y="675434"/>
                </a:cubicBezTo>
                <a:close/>
                <a:moveTo>
                  <a:pt x="4629710" y="0"/>
                </a:moveTo>
                <a:lnTo>
                  <a:pt x="4629710" y="314353"/>
                </a:lnTo>
                <a:lnTo>
                  <a:pt x="4558252" y="386295"/>
                </a:lnTo>
                <a:cubicBezTo>
                  <a:pt x="4166000" y="781204"/>
                  <a:pt x="3691376" y="1259044"/>
                  <a:pt x="3117080" y="1837231"/>
                </a:cubicBezTo>
                <a:lnTo>
                  <a:pt x="2869559" y="2086429"/>
                </a:lnTo>
                <a:lnTo>
                  <a:pt x="2558298" y="2086429"/>
                </a:lnTo>
                <a:lnTo>
                  <a:pt x="2623869" y="2020383"/>
                </a:lnTo>
                <a:cubicBezTo>
                  <a:pt x="2894027" y="1748266"/>
                  <a:pt x="3434344" y="1204032"/>
                  <a:pt x="4514978" y="115564"/>
                </a:cubicBezTo>
                <a:close/>
              </a:path>
            </a:pathLst>
          </a:custGeom>
          <a:solidFill>
            <a:srgbClr val="226AB2"/>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a:ea typeface="微软雅黑"/>
              <a:cs typeface="+mn-ea"/>
              <a:sym typeface="+mn-lt"/>
            </a:endParaRPr>
          </a:p>
        </p:txBody>
      </p:sp>
      <p:sp>
        <p:nvSpPr>
          <p:cNvPr id="4" name="文本框 18">
            <a:extLst>
              <a:ext uri="{FF2B5EF4-FFF2-40B4-BE49-F238E27FC236}">
                <a16:creationId xmlns:a16="http://schemas.microsoft.com/office/drawing/2014/main" id="{AD6E5D0A-93F6-44D1-B1EF-4898FD4A7CDD}"/>
              </a:ext>
            </a:extLst>
          </p:cNvPr>
          <p:cNvSpPr txBox="1"/>
          <p:nvPr/>
        </p:nvSpPr>
        <p:spPr>
          <a:xfrm>
            <a:off x="3581400" y="2321004"/>
            <a:ext cx="10234616" cy="1107996"/>
          </a:xfrm>
          <a:prstGeom prst="rect">
            <a:avLst/>
          </a:prstGeom>
          <a:noFill/>
        </p:spPr>
        <p:txBody>
          <a:bodyPr wrap="square" rtlCol="0">
            <a:spAutoFit/>
          </a:bodyPr>
          <a:lstStyle/>
          <a:p>
            <a:r>
              <a:rPr lang="zh-CN" altLang="en-US" sz="6600">
                <a:solidFill>
                  <a:srgbClr val="226AB2"/>
                </a:solidFill>
                <a:latin typeface="方正细谭黑简体" panose="02000000000000000000" pitchFamily="2" charset="-122"/>
                <a:ea typeface="方正细谭黑简体" panose="02000000000000000000" pitchFamily="2" charset="-122"/>
                <a:cs typeface="+mn-ea"/>
                <a:sym typeface="+mn-lt"/>
              </a:rPr>
              <a:t>Thank you!</a:t>
            </a:r>
          </a:p>
        </p:txBody>
      </p:sp>
      <p:sp>
        <p:nvSpPr>
          <p:cNvPr id="2" name="Slide Number Placeholder 1">
            <a:extLst>
              <a:ext uri="{FF2B5EF4-FFF2-40B4-BE49-F238E27FC236}">
                <a16:creationId xmlns:a16="http://schemas.microsoft.com/office/drawing/2014/main" id="{F64EABC0-DFA5-45A9-A763-B9CE6C2B1DCD}"/>
              </a:ext>
            </a:extLst>
          </p:cNvPr>
          <p:cNvSpPr>
            <a:spLocks noGrp="1"/>
          </p:cNvSpPr>
          <p:nvPr>
            <p:ph type="sldNum" sz="quarter" idx="4294967295"/>
          </p:nvPr>
        </p:nvSpPr>
        <p:spPr>
          <a:xfrm>
            <a:off x="9448800" y="6356350"/>
            <a:ext cx="2743200" cy="365125"/>
          </a:xfrm>
        </p:spPr>
        <p:txBody>
          <a:bodyPr/>
          <a:lstStyle/>
          <a:p>
            <a:fld id="{17F55963-6440-4C45-BA09-4E6A99D1BBE0}" type="slidenum">
              <a:rPr lang="en-US" smtClean="0"/>
              <a:t>72</a:t>
            </a:fld>
            <a:endParaRPr lang="en-US"/>
          </a:p>
        </p:txBody>
      </p:sp>
    </p:spTree>
    <p:extLst>
      <p:ext uri="{BB962C8B-B14F-4D97-AF65-F5344CB8AC3E}">
        <p14:creationId xmlns:p14="http://schemas.microsoft.com/office/powerpoint/2010/main" val="2935308637"/>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SHAPE_LOCKS" val="959"/>
</p:tagLst>
</file>

<file path=ppt/tags/tag2.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3.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heme/theme1.xml><?xml version="1.0" encoding="utf-8"?>
<a:theme xmlns:a="http://schemas.openxmlformats.org/drawingml/2006/main" name="Office Theme">
  <a:themeElements>
    <a:clrScheme name="#MobiFone">
      <a:dk1>
        <a:sysClr val="windowText" lastClr="000000"/>
      </a:dk1>
      <a:lt1>
        <a:sysClr val="window" lastClr="FFFFFF"/>
      </a:lt1>
      <a:dk2>
        <a:srgbClr val="092D6C"/>
      </a:dk2>
      <a:lt2>
        <a:srgbClr val="FCECD0"/>
      </a:lt2>
      <a:accent1>
        <a:srgbClr val="008CAF"/>
      </a:accent1>
      <a:accent2>
        <a:srgbClr val="0061AF"/>
      </a:accent2>
      <a:accent3>
        <a:srgbClr val="7553B4"/>
      </a:accent3>
      <a:accent4>
        <a:srgbClr val="B9329B"/>
      </a:accent4>
      <a:accent5>
        <a:srgbClr val="E40068"/>
      </a:accent5>
      <a:accent6>
        <a:srgbClr val="ED1D24"/>
      </a:accent6>
      <a:hlink>
        <a:srgbClr val="5D9CEC"/>
      </a:hlink>
      <a:folHlink>
        <a:srgbClr val="AC92EC"/>
      </a:folHlink>
    </a:clrScheme>
    <a:fontScheme name="9Slide - No Admi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sz="1700" smtClean="0">
            <a:solidFill>
              <a:schemeClr val="tx1">
                <a:lumMod val="50000"/>
                <a:lumOff val="50000"/>
              </a:schemeClr>
            </a:solidFill>
          </a:defRPr>
        </a:defPPr>
      </a:lstStyle>
    </a:txDef>
  </a:objectDefaults>
  <a:extraClrSchemeLst/>
  <a:extLst>
    <a:ext uri="{05A4C25C-085E-4340-85A3-A5531E510DB2}">
      <thm15:themeFamily xmlns:thm15="http://schemas.microsoft.com/office/thememl/2012/main" name="Blank" id="{5C59D903-DAB5-4372-B880-FB550F380DB9}" vid="{72AF5B7E-F7EF-4C0F-9E39-32FC43DFCF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obiFone">
    <a:dk1>
      <a:sysClr val="windowText" lastClr="000000"/>
    </a:dk1>
    <a:lt1>
      <a:sysClr val="window" lastClr="FFFFFF"/>
    </a:lt1>
    <a:dk2>
      <a:srgbClr val="092D6C"/>
    </a:dk2>
    <a:lt2>
      <a:srgbClr val="FCECD0"/>
    </a:lt2>
    <a:accent1>
      <a:srgbClr val="008CAF"/>
    </a:accent1>
    <a:accent2>
      <a:srgbClr val="0061AF"/>
    </a:accent2>
    <a:accent3>
      <a:srgbClr val="7553B4"/>
    </a:accent3>
    <a:accent4>
      <a:srgbClr val="B9329B"/>
    </a:accent4>
    <a:accent5>
      <a:srgbClr val="E40068"/>
    </a:accent5>
    <a:accent6>
      <a:srgbClr val="ED1D24"/>
    </a:accent6>
    <a:hlink>
      <a:srgbClr val="5D9CEC"/>
    </a:hlink>
    <a:folHlink>
      <a:srgbClr val="AC92EC"/>
    </a:folHlink>
  </a:clrScheme>
</a:themeOverride>
</file>

<file path=docProps/app.xml><?xml version="1.0" encoding="utf-8"?>
<Properties xmlns="http://schemas.openxmlformats.org/officeDocument/2006/extended-properties" xmlns:vt="http://schemas.openxmlformats.org/officeDocument/2006/docPropsVTypes">
  <Template/>
  <TotalTime>6158</TotalTime>
  <Words>5393</Words>
  <Application>Microsoft Office PowerPoint</Application>
  <PresentationFormat>Widescreen</PresentationFormat>
  <Paragraphs>554</Paragraphs>
  <Slides>72</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72</vt:i4>
      </vt:variant>
    </vt:vector>
  </HeadingPairs>
  <TitlesOfParts>
    <vt:vector size="85" baseType="lpstr">
      <vt:lpstr>微软雅黑</vt:lpstr>
      <vt:lpstr>#9Slide02 Noi dung dai</vt:lpstr>
      <vt:lpstr>Arial</vt:lpstr>
      <vt:lpstr>Bahnschrift SemiLight SemiConde</vt:lpstr>
      <vt:lpstr>Calibri</vt:lpstr>
      <vt:lpstr>Montserrat</vt:lpstr>
      <vt:lpstr>Mulish Regular</vt:lpstr>
      <vt:lpstr>Noto Sans</vt:lpstr>
      <vt:lpstr>Times</vt:lpstr>
      <vt:lpstr>ui-sans-serif</vt:lpstr>
      <vt:lpstr>Wingdings</vt:lpstr>
      <vt:lpstr>方正细谭黑简体</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binh.vuhai</dc:creator>
  <cp:keywords>9Slide</cp:keywords>
  <dc:description>9Slide.vn</dc:description>
  <cp:lastModifiedBy>Hoàng Đình Hạnh</cp:lastModifiedBy>
  <cp:revision>3</cp:revision>
  <dcterms:created xsi:type="dcterms:W3CDTF">2020-09-25T07:04:26Z</dcterms:created>
  <dcterms:modified xsi:type="dcterms:W3CDTF">2025-01-07T07:26:51Z</dcterms:modified>
  <cp:category>9Slide.vn</cp:category>
  <cp:contentStatus>9Slide</cp:contentStatus>
</cp:coreProperties>
</file>